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7" r:id="rId3"/>
    <p:sldId id="257" r:id="rId4"/>
    <p:sldId id="258" r:id="rId5"/>
    <p:sldId id="259" r:id="rId6"/>
    <p:sldId id="261" r:id="rId7"/>
    <p:sldId id="260" r:id="rId8"/>
    <p:sldId id="271" r:id="rId9"/>
    <p:sldId id="268" r:id="rId10"/>
    <p:sldId id="262" r:id="rId11"/>
    <p:sldId id="263" r:id="rId12"/>
    <p:sldId id="264" r:id="rId13"/>
    <p:sldId id="269" r:id="rId14"/>
    <p:sldId id="270" r:id="rId15"/>
    <p:sldId id="272" r:id="rId16"/>
    <p:sldId id="273" r:id="rId17"/>
    <p:sldId id="274" r:id="rId18"/>
    <p:sldId id="275" r:id="rId19"/>
    <p:sldId id="278" r:id="rId20"/>
    <p:sldId id="276" r:id="rId21"/>
    <p:sldId id="277" r:id="rId22"/>
    <p:sldId id="265" r:id="rId23"/>
    <p:sldId id="266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4B"/>
    <a:srgbClr val="028090"/>
    <a:srgbClr val="505E82"/>
    <a:srgbClr val="64748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ADC412-93B0-4647-AF16-AAD7E9940F4D}" v="87" dt="2026-04-13T10:22:10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UNO ANDREA" userId="434c2d3d-d760-4baf-8981-191d7218719d" providerId="ADAL" clId="{D49931E2-CE7A-4E79-93FA-3282CEFD0145}"/>
    <pc:docChg chg="undo redo custSel addSld modSld sldOrd">
      <pc:chgData name="PATRUNO ANDREA" userId="434c2d3d-d760-4baf-8981-191d7218719d" providerId="ADAL" clId="{D49931E2-CE7A-4E79-93FA-3282CEFD0145}" dt="2026-04-13T10:22:30.891" v="1233" actId="20577"/>
      <pc:docMkLst>
        <pc:docMk/>
      </pc:docMkLst>
      <pc:sldChg chg="modSp mod">
        <pc:chgData name="PATRUNO ANDREA" userId="434c2d3d-d760-4baf-8981-191d7218719d" providerId="ADAL" clId="{D49931E2-CE7A-4E79-93FA-3282CEFD0145}" dt="2026-04-12T10:22:37.564" v="1" actId="20577"/>
        <pc:sldMkLst>
          <pc:docMk/>
          <pc:sldMk cId="0" sldId="256"/>
        </pc:sldMkLst>
        <pc:spChg chg="mod">
          <ac:chgData name="PATRUNO ANDREA" userId="434c2d3d-d760-4baf-8981-191d7218719d" providerId="ADAL" clId="{D49931E2-CE7A-4E79-93FA-3282CEFD0145}" dt="2026-04-12T10:22:35.332" v="0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2T10:22:37.564" v="1" actId="20577"/>
          <ac:spMkLst>
            <pc:docMk/>
            <pc:sldMk cId="0" sldId="256"/>
            <ac:spMk id="13" creationId="{00000000-0000-0000-0000-000000000000}"/>
          </ac:spMkLst>
        </pc:spChg>
      </pc:sldChg>
      <pc:sldChg chg="addSp delSp modSp mod">
        <pc:chgData name="PATRUNO ANDREA" userId="434c2d3d-d760-4baf-8981-191d7218719d" providerId="ADAL" clId="{D49931E2-CE7A-4E79-93FA-3282CEFD0145}" dt="2026-04-13T08:17:41.129" v="86" actId="1076"/>
        <pc:sldMkLst>
          <pc:docMk/>
          <pc:sldMk cId="0" sldId="257"/>
        </pc:sldMkLst>
        <pc:spChg chg="mod">
          <ac:chgData name="PATRUNO ANDREA" userId="434c2d3d-d760-4baf-8981-191d7218719d" providerId="ADAL" clId="{D49931E2-CE7A-4E79-93FA-3282CEFD0145}" dt="2026-04-13T08:14:26.475" v="58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12:19.518" v="4" actId="1076"/>
          <ac:spMkLst>
            <pc:docMk/>
            <pc:sldMk cId="0" sldId="257"/>
            <ac:spMk id="6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2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15:38.801" v="59"/>
          <ac:spMkLst>
            <pc:docMk/>
            <pc:sldMk cId="0" sldId="257"/>
            <ac:spMk id="26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30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32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34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3T08:17:33.349" v="83" actId="478"/>
          <ac:spMkLst>
            <pc:docMk/>
            <pc:sldMk cId="0" sldId="257"/>
            <ac:spMk id="35" creationId="{00000000-0000-0000-0000-000000000000}"/>
          </ac:spMkLst>
        </pc:spChg>
        <pc:spChg chg="add del">
          <ac:chgData name="PATRUNO ANDREA" userId="434c2d3d-d760-4baf-8981-191d7218719d" providerId="ADAL" clId="{D49931E2-CE7A-4E79-93FA-3282CEFD0145}" dt="2026-04-13T08:16:46.273" v="67" actId="22"/>
          <ac:spMkLst>
            <pc:docMk/>
            <pc:sldMk cId="0" sldId="257"/>
            <ac:spMk id="39" creationId="{BE01E4B4-7C3D-675A-E6C8-AD20AC7B11BF}"/>
          </ac:spMkLst>
        </pc:spChg>
        <pc:spChg chg="add mod">
          <ac:chgData name="PATRUNO ANDREA" userId="434c2d3d-d760-4baf-8981-191d7218719d" providerId="ADAL" clId="{D49931E2-CE7A-4E79-93FA-3282CEFD0145}" dt="2026-04-13T08:17:41.129" v="86" actId="1076"/>
          <ac:spMkLst>
            <pc:docMk/>
            <pc:sldMk cId="0" sldId="257"/>
            <ac:spMk id="41" creationId="{73C7781D-04BA-29A7-10E8-BA5A51A13BC2}"/>
          </ac:spMkLst>
        </pc:spChg>
        <pc:picChg chg="add mod">
          <ac:chgData name="PATRUNO ANDREA" userId="434c2d3d-d760-4baf-8981-191d7218719d" providerId="ADAL" clId="{D49931E2-CE7A-4E79-93FA-3282CEFD0145}" dt="2026-04-13T08:16:10.042" v="64" actId="1076"/>
          <ac:picMkLst>
            <pc:docMk/>
            <pc:sldMk cId="0" sldId="257"/>
            <ac:picMk id="37" creationId="{83BE93DF-1235-1ED3-2F1B-7DD9C61EC3BB}"/>
          </ac:picMkLst>
        </pc:picChg>
      </pc:sldChg>
      <pc:sldChg chg="addSp delSp modSp mod">
        <pc:chgData name="PATRUNO ANDREA" userId="434c2d3d-d760-4baf-8981-191d7218719d" providerId="ADAL" clId="{D49931E2-CE7A-4E79-93FA-3282CEFD0145}" dt="2026-04-13T08:26:18.704" v="211" actId="1076"/>
        <pc:sldMkLst>
          <pc:docMk/>
          <pc:sldMk cId="0" sldId="258"/>
        </pc:sldMkLst>
        <pc:spChg chg="add del">
          <ac:chgData name="PATRUNO ANDREA" userId="434c2d3d-d760-4baf-8981-191d7218719d" providerId="ADAL" clId="{D49931E2-CE7A-4E79-93FA-3282CEFD0145}" dt="2026-04-13T08:24:08.596" v="149" actId="22"/>
          <ac:spMkLst>
            <pc:docMk/>
            <pc:sldMk cId="0" sldId="258"/>
            <ac:spMk id="16" creationId="{F0F1FF01-D38B-286E-4ABD-907600B68464}"/>
          </ac:spMkLst>
        </pc:spChg>
        <pc:spChg chg="add mod">
          <ac:chgData name="PATRUNO ANDREA" userId="434c2d3d-d760-4baf-8981-191d7218719d" providerId="ADAL" clId="{D49931E2-CE7A-4E79-93FA-3282CEFD0145}" dt="2026-04-13T08:26:14.342" v="210" actId="1076"/>
          <ac:spMkLst>
            <pc:docMk/>
            <pc:sldMk cId="0" sldId="258"/>
            <ac:spMk id="24" creationId="{DF6454D3-D0F3-FB4E-E0AA-4D0529EBBBE4}"/>
          </ac:spMkLst>
        </pc:spChg>
        <pc:spChg chg="mod">
          <ac:chgData name="PATRUNO ANDREA" userId="434c2d3d-d760-4baf-8981-191d7218719d" providerId="ADAL" clId="{D49931E2-CE7A-4E79-93FA-3282CEFD0145}" dt="2026-04-13T08:20:29.970" v="120" actId="20577"/>
          <ac:spMkLst>
            <pc:docMk/>
            <pc:sldMk cId="0" sldId="258"/>
            <ac:spMk id="38" creationId="{A16E7144-B6A9-C7F4-B894-81441A97DAF5}"/>
          </ac:spMkLst>
        </pc:spChg>
        <pc:picChg chg="add mod">
          <ac:chgData name="PATRUNO ANDREA" userId="434c2d3d-d760-4baf-8981-191d7218719d" providerId="ADAL" clId="{D49931E2-CE7A-4E79-93FA-3282CEFD0145}" dt="2026-04-13T08:26:18.704" v="211" actId="1076"/>
          <ac:picMkLst>
            <pc:docMk/>
            <pc:sldMk cId="0" sldId="258"/>
            <ac:picMk id="26" creationId="{CE1F1071-A53E-FDD3-DBE6-BB965429E0C7}"/>
          </ac:picMkLst>
        </pc:picChg>
      </pc:sldChg>
      <pc:sldChg chg="modSp mod">
        <pc:chgData name="PATRUNO ANDREA" userId="434c2d3d-d760-4baf-8981-191d7218719d" providerId="ADAL" clId="{D49931E2-CE7A-4E79-93FA-3282CEFD0145}" dt="2026-04-13T08:27:04.461" v="215" actId="20577"/>
        <pc:sldMkLst>
          <pc:docMk/>
          <pc:sldMk cId="0" sldId="259"/>
        </pc:sldMkLst>
        <pc:spChg chg="mod">
          <ac:chgData name="PATRUNO ANDREA" userId="434c2d3d-d760-4baf-8981-191d7218719d" providerId="ADAL" clId="{D49931E2-CE7A-4E79-93FA-3282CEFD0145}" dt="2026-04-13T08:27:04.461" v="215" actId="2057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22:07.978" v="139" actId="20577"/>
          <ac:spMkLst>
            <pc:docMk/>
            <pc:sldMk cId="0" sldId="259"/>
            <ac:spMk id="32" creationId="{00000000-0000-0000-0000-000000000000}"/>
          </ac:spMkLst>
        </pc:spChg>
      </pc:sldChg>
      <pc:sldChg chg="addSp modSp">
        <pc:chgData name="PATRUNO ANDREA" userId="434c2d3d-d760-4baf-8981-191d7218719d" providerId="ADAL" clId="{D49931E2-CE7A-4E79-93FA-3282CEFD0145}" dt="2026-04-13T08:29:47.250" v="218"/>
        <pc:sldMkLst>
          <pc:docMk/>
          <pc:sldMk cId="0" sldId="260"/>
        </pc:sldMkLst>
        <pc:spChg chg="add mod">
          <ac:chgData name="PATRUNO ANDREA" userId="434c2d3d-d760-4baf-8981-191d7218719d" providerId="ADAL" clId="{D49931E2-CE7A-4E79-93FA-3282CEFD0145}" dt="2026-04-13T08:29:47.250" v="218"/>
          <ac:spMkLst>
            <pc:docMk/>
            <pc:sldMk cId="0" sldId="260"/>
            <ac:spMk id="23" creationId="{FDF5BFD2-8BBC-EFAB-CEC4-3914D8BF6992}"/>
          </ac:spMkLst>
        </pc:spChg>
      </pc:sldChg>
      <pc:sldChg chg="addSp delSp modSp mod">
        <pc:chgData name="PATRUNO ANDREA" userId="434c2d3d-d760-4baf-8981-191d7218719d" providerId="ADAL" clId="{D49931E2-CE7A-4E79-93FA-3282CEFD0145}" dt="2026-04-13T08:36:32.444" v="295" actId="14100"/>
        <pc:sldMkLst>
          <pc:docMk/>
          <pc:sldMk cId="0" sldId="262"/>
        </pc:sldMkLst>
        <pc:spChg chg="del mod">
          <ac:chgData name="PATRUNO ANDREA" userId="434c2d3d-d760-4baf-8981-191d7218719d" providerId="ADAL" clId="{D49931E2-CE7A-4E79-93FA-3282CEFD0145}" dt="2026-04-13T08:34:44.252" v="249" actId="478"/>
          <ac:spMkLst>
            <pc:docMk/>
            <pc:sldMk cId="0" sldId="262"/>
            <ac:spMk id="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6:29.951" v="294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6:32.444" v="295" actId="14100"/>
          <ac:spMkLst>
            <pc:docMk/>
            <pc:sldMk cId="0" sldId="262"/>
            <ac:spMk id="17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3:22.879" v="230" actId="113"/>
          <ac:spMkLst>
            <pc:docMk/>
            <pc:sldMk cId="0" sldId="262"/>
            <ac:spMk id="3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37.077" v="293" actId="1076"/>
          <ac:spMkLst>
            <pc:docMk/>
            <pc:sldMk cId="0" sldId="262"/>
            <ac:spMk id="3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0.937" v="290" actId="1076"/>
          <ac:spMkLst>
            <pc:docMk/>
            <pc:sldMk cId="0" sldId="262"/>
            <ac:spMk id="33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0.937" v="290" actId="1076"/>
          <ac:spMkLst>
            <pc:docMk/>
            <pc:sldMk cId="0" sldId="262"/>
            <ac:spMk id="3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0.937" v="290" actId="1076"/>
          <ac:spMkLst>
            <pc:docMk/>
            <pc:sldMk cId="0" sldId="262"/>
            <ac:spMk id="3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0.937" v="290" actId="1076"/>
          <ac:spMkLst>
            <pc:docMk/>
            <pc:sldMk cId="0" sldId="262"/>
            <ac:spMk id="36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9.489" v="291" actId="1076"/>
          <ac:spMkLst>
            <pc:docMk/>
            <pc:sldMk cId="0" sldId="262"/>
            <ac:spMk id="37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9.489" v="291" actId="1076"/>
          <ac:spMkLst>
            <pc:docMk/>
            <pc:sldMk cId="0" sldId="262"/>
            <ac:spMk id="3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9.489" v="291" actId="1076"/>
          <ac:spMkLst>
            <pc:docMk/>
            <pc:sldMk cId="0" sldId="262"/>
            <ac:spMk id="39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32.749" v="292" actId="1076"/>
          <ac:spMkLst>
            <pc:docMk/>
            <pc:sldMk cId="0" sldId="262"/>
            <ac:spMk id="40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4:22.472" v="242" actId="1076"/>
          <ac:spMkLst>
            <pc:docMk/>
            <pc:sldMk cId="0" sldId="262"/>
            <ac:spMk id="4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4:39.353" v="247" actId="1076"/>
          <ac:spMkLst>
            <pc:docMk/>
            <pc:sldMk cId="0" sldId="262"/>
            <ac:spMk id="4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07.614" v="287" actId="1076"/>
          <ac:spMkLst>
            <pc:docMk/>
            <pc:sldMk cId="0" sldId="262"/>
            <ac:spMk id="43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03.607" v="285" actId="1076"/>
          <ac:spMkLst>
            <pc:docMk/>
            <pc:sldMk cId="0" sldId="262"/>
            <ac:spMk id="4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4:32.243" v="245" actId="1076"/>
          <ac:spMkLst>
            <pc:docMk/>
            <pc:sldMk cId="0" sldId="262"/>
            <ac:spMk id="45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3T08:34:48.997" v="251" actId="1076"/>
          <ac:spMkLst>
            <pc:docMk/>
            <pc:sldMk cId="0" sldId="262"/>
            <ac:spMk id="46" creationId="{ED13426B-0841-3BA3-18AA-9CA144E85492}"/>
          </ac:spMkLst>
        </pc:spChg>
        <pc:spChg chg="add mod">
          <ac:chgData name="PATRUNO ANDREA" userId="434c2d3d-d760-4baf-8981-191d7218719d" providerId="ADAL" clId="{D49931E2-CE7A-4E79-93FA-3282CEFD0145}" dt="2026-04-13T08:34:59.947" v="284" actId="20577"/>
          <ac:spMkLst>
            <pc:docMk/>
            <pc:sldMk cId="0" sldId="262"/>
            <ac:spMk id="47" creationId="{86CBBE57-7A49-9818-C190-9CB3D48397C2}"/>
          </ac:spMkLst>
        </pc:spChg>
        <pc:spChg chg="add mod">
          <ac:chgData name="PATRUNO ANDREA" userId="434c2d3d-d760-4baf-8981-191d7218719d" providerId="ADAL" clId="{D49931E2-CE7A-4E79-93FA-3282CEFD0145}" dt="2026-04-13T08:35:10.803" v="289" actId="1076"/>
          <ac:spMkLst>
            <pc:docMk/>
            <pc:sldMk cId="0" sldId="262"/>
            <ac:spMk id="48" creationId="{1E4252B3-FE8F-681D-B3D3-084842C18162}"/>
          </ac:spMkLst>
        </pc:spChg>
      </pc:sldChg>
      <pc:sldChg chg="modSp mod">
        <pc:chgData name="PATRUNO ANDREA" userId="434c2d3d-d760-4baf-8981-191d7218719d" providerId="ADAL" clId="{D49931E2-CE7A-4E79-93FA-3282CEFD0145}" dt="2026-04-13T08:58:56.567" v="310" actId="20577"/>
        <pc:sldMkLst>
          <pc:docMk/>
          <pc:sldMk cId="0" sldId="263"/>
        </pc:sldMkLst>
        <pc:spChg chg="mod">
          <ac:chgData name="PATRUNO ANDREA" userId="434c2d3d-d760-4baf-8981-191d7218719d" providerId="ADAL" clId="{D49931E2-CE7A-4E79-93FA-3282CEFD0145}" dt="2026-04-13T08:58:56.567" v="310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57:59.154" v="300" actId="2057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57:56.698" v="298" actId="2057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58:05.546" v="304" actId="20577"/>
          <ac:spMkLst>
            <pc:docMk/>
            <pc:sldMk cId="0" sldId="263"/>
            <ac:spMk id="20" creationId="{00000000-0000-0000-0000-000000000000}"/>
          </ac:spMkLst>
        </pc:spChg>
      </pc:sldChg>
      <pc:sldChg chg="modSp mod">
        <pc:chgData name="PATRUNO ANDREA" userId="434c2d3d-d760-4baf-8981-191d7218719d" providerId="ADAL" clId="{D49931E2-CE7A-4E79-93FA-3282CEFD0145}" dt="2026-04-13T09:13:29.777" v="505" actId="20577"/>
        <pc:sldMkLst>
          <pc:docMk/>
          <pc:sldMk cId="0" sldId="264"/>
        </pc:sldMkLst>
        <pc:spChg chg="mod">
          <ac:chgData name="PATRUNO ANDREA" userId="434c2d3d-d760-4baf-8981-191d7218719d" providerId="ADAL" clId="{D49931E2-CE7A-4E79-93FA-3282CEFD0145}" dt="2026-04-13T08:59:55.510" v="316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59:59.452" v="319" actId="14100"/>
          <ac:spMkLst>
            <pc:docMk/>
            <pc:sldMk cId="0" sldId="264"/>
            <ac:spMk id="3" creationId="{00000000-0000-0000-0000-000000000000}"/>
          </ac:spMkLst>
        </pc:spChg>
        <pc:graphicFrameChg chg="modGraphic">
          <ac:chgData name="PATRUNO ANDREA" userId="434c2d3d-d760-4baf-8981-191d7218719d" providerId="ADAL" clId="{D49931E2-CE7A-4E79-93FA-3282CEFD0145}" dt="2026-04-13T09:13:29.777" v="505" actId="20577"/>
          <ac:graphicFrameMkLst>
            <pc:docMk/>
            <pc:sldMk cId="0" sldId="264"/>
            <ac:graphicFrameMk id="23" creationId="{00000000-0000-0000-0000-000000000000}"/>
          </ac:graphicFrameMkLst>
        </pc:graphicFrameChg>
      </pc:sldChg>
      <pc:sldChg chg="modSp mod">
        <pc:chgData name="PATRUNO ANDREA" userId="434c2d3d-d760-4baf-8981-191d7218719d" providerId="ADAL" clId="{D49931E2-CE7A-4E79-93FA-3282CEFD0145}" dt="2026-04-13T10:22:30.891" v="1233" actId="20577"/>
        <pc:sldMkLst>
          <pc:docMk/>
          <pc:sldMk cId="0" sldId="265"/>
        </pc:sldMkLst>
        <pc:spChg chg="mod">
          <ac:chgData name="PATRUNO ANDREA" userId="434c2d3d-d760-4baf-8981-191d7218719d" providerId="ADAL" clId="{D49931E2-CE7A-4E79-93FA-3282CEFD0145}" dt="2026-04-13T10:22:30.891" v="1233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0:21:31.005" v="1189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0:21:20.233" v="1185"/>
          <ac:spMkLst>
            <pc:docMk/>
            <pc:sldMk cId="0" sldId="265"/>
            <ac:spMk id="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0:22:11.036" v="1194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0:21:41.626" v="1191"/>
          <ac:spMkLst>
            <pc:docMk/>
            <pc:sldMk cId="0" sldId="265"/>
            <ac:spMk id="12" creationId="{00000000-0000-0000-0000-000000000000}"/>
          </ac:spMkLst>
        </pc:spChg>
      </pc:sldChg>
      <pc:sldChg chg="addSp delSp modSp new mod">
        <pc:chgData name="PATRUNO ANDREA" userId="434c2d3d-d760-4baf-8981-191d7218719d" providerId="ADAL" clId="{D49931E2-CE7A-4E79-93FA-3282CEFD0145}" dt="2026-04-13T08:30:21.118" v="226" actId="1076"/>
        <pc:sldMkLst>
          <pc:docMk/>
          <pc:sldMk cId="3389952141" sldId="268"/>
        </pc:sldMkLst>
        <pc:spChg chg="add del mod">
          <ac:chgData name="PATRUNO ANDREA" userId="434c2d3d-d760-4baf-8981-191d7218719d" providerId="ADAL" clId="{D49931E2-CE7A-4E79-93FA-3282CEFD0145}" dt="2026-04-13T08:30:13.074" v="222" actId="478"/>
          <ac:spMkLst>
            <pc:docMk/>
            <pc:sldMk cId="3389952141" sldId="268"/>
            <ac:spMk id="2" creationId="{025C4C8A-CCB5-8D15-DB42-3E0AEA738A81}"/>
          </ac:spMkLst>
        </pc:spChg>
        <pc:spChg chg="add del mod">
          <ac:chgData name="PATRUNO ANDREA" userId="434c2d3d-d760-4baf-8981-191d7218719d" providerId="ADAL" clId="{D49931E2-CE7A-4E79-93FA-3282CEFD0145}" dt="2026-04-13T08:30:13.675" v="223" actId="478"/>
          <ac:spMkLst>
            <pc:docMk/>
            <pc:sldMk cId="3389952141" sldId="268"/>
            <ac:spMk id="3" creationId="{2A8B1475-46AB-F8A2-F108-191571CFE25E}"/>
          </ac:spMkLst>
        </pc:spChg>
        <pc:picChg chg="add mod">
          <ac:chgData name="PATRUNO ANDREA" userId="434c2d3d-d760-4baf-8981-191d7218719d" providerId="ADAL" clId="{D49931E2-CE7A-4E79-93FA-3282CEFD0145}" dt="2026-04-13T08:30:21.118" v="226" actId="1076"/>
          <ac:picMkLst>
            <pc:docMk/>
            <pc:sldMk cId="3389952141" sldId="268"/>
            <ac:picMk id="5" creationId="{75C0AFD7-EDA2-FC51-F325-28101AE44268}"/>
          </ac:picMkLst>
        </pc:picChg>
      </pc:sldChg>
      <pc:sldChg chg="addSp delSp modSp new mod ord">
        <pc:chgData name="PATRUNO ANDREA" userId="434c2d3d-d760-4baf-8981-191d7218719d" providerId="ADAL" clId="{D49931E2-CE7A-4E79-93FA-3282CEFD0145}" dt="2026-04-13T09:25:44.615" v="673" actId="20577"/>
        <pc:sldMkLst>
          <pc:docMk/>
          <pc:sldMk cId="3508843246" sldId="269"/>
        </pc:sldMkLst>
        <pc:spChg chg="add mod">
          <ac:chgData name="PATRUNO ANDREA" userId="434c2d3d-d760-4baf-8981-191d7218719d" providerId="ADAL" clId="{D49931E2-CE7A-4E79-93FA-3282CEFD0145}" dt="2026-04-13T09:00:02.872" v="320"/>
          <ac:spMkLst>
            <pc:docMk/>
            <pc:sldMk cId="3508843246" sldId="269"/>
            <ac:spMk id="4" creationId="{7BA302D1-EAB0-0783-6396-9004A945ECFB}"/>
          </ac:spMkLst>
        </pc:spChg>
        <pc:spChg chg="add mod">
          <ac:chgData name="PATRUNO ANDREA" userId="434c2d3d-d760-4baf-8981-191d7218719d" providerId="ADAL" clId="{D49931E2-CE7A-4E79-93FA-3282CEFD0145}" dt="2026-04-13T09:00:09.252" v="321"/>
          <ac:spMkLst>
            <pc:docMk/>
            <pc:sldMk cId="3508843246" sldId="269"/>
            <ac:spMk id="5" creationId="{6FD2E733-D136-3921-6560-1757E5B897B9}"/>
          </ac:spMkLst>
        </pc:spChg>
        <pc:spChg chg="add mod">
          <ac:chgData name="PATRUNO ANDREA" userId="434c2d3d-d760-4baf-8981-191d7218719d" providerId="ADAL" clId="{D49931E2-CE7A-4E79-93FA-3282CEFD0145}" dt="2026-04-13T09:02:18.338" v="350" actId="1076"/>
          <ac:spMkLst>
            <pc:docMk/>
            <pc:sldMk cId="3508843246" sldId="269"/>
            <ac:spMk id="6" creationId="{31A08071-47CE-278A-95A1-FD751F139B38}"/>
          </ac:spMkLst>
        </pc:spChg>
        <pc:spChg chg="add del">
          <ac:chgData name="PATRUNO ANDREA" userId="434c2d3d-d760-4baf-8981-191d7218719d" providerId="ADAL" clId="{D49931E2-CE7A-4E79-93FA-3282CEFD0145}" dt="2026-04-13T09:02:56.130" v="357" actId="22"/>
          <ac:spMkLst>
            <pc:docMk/>
            <pc:sldMk cId="3508843246" sldId="269"/>
            <ac:spMk id="8" creationId="{DB2F6B23-BAC9-7BC2-9ACD-68291D328D80}"/>
          </ac:spMkLst>
        </pc:spChg>
        <pc:spChg chg="add mod">
          <ac:chgData name="PATRUNO ANDREA" userId="434c2d3d-d760-4baf-8981-191d7218719d" providerId="ADAL" clId="{D49931E2-CE7A-4E79-93FA-3282CEFD0145}" dt="2026-04-13T09:25:44.615" v="673" actId="20577"/>
          <ac:spMkLst>
            <pc:docMk/>
            <pc:sldMk cId="3508843246" sldId="269"/>
            <ac:spMk id="10" creationId="{67F6EA59-22CF-6AC0-0374-88427E3180B2}"/>
          </ac:spMkLst>
        </pc:spChg>
        <pc:picChg chg="add del mod ord">
          <ac:chgData name="PATRUNO ANDREA" userId="434c2d3d-d760-4baf-8981-191d7218719d" providerId="ADAL" clId="{D49931E2-CE7A-4E79-93FA-3282CEFD0145}" dt="2026-04-13T09:20:58.271" v="641" actId="478"/>
          <ac:picMkLst>
            <pc:docMk/>
            <pc:sldMk cId="3508843246" sldId="269"/>
            <ac:picMk id="3" creationId="{6FFDD6C0-E834-7E95-9A9F-1488481E8BF9}"/>
          </ac:picMkLst>
        </pc:picChg>
        <pc:picChg chg="add del mod">
          <ac:chgData name="PATRUNO ANDREA" userId="434c2d3d-d760-4baf-8981-191d7218719d" providerId="ADAL" clId="{D49931E2-CE7A-4E79-93FA-3282CEFD0145}" dt="2026-04-13T09:09:03.255" v="407" actId="21"/>
          <ac:picMkLst>
            <pc:docMk/>
            <pc:sldMk cId="3508843246" sldId="269"/>
            <ac:picMk id="12" creationId="{17ECDCB7-4D90-9FC7-8E17-28744785DA80}"/>
          </ac:picMkLst>
        </pc:picChg>
        <pc:picChg chg="add mod">
          <ac:chgData name="PATRUNO ANDREA" userId="434c2d3d-d760-4baf-8981-191d7218719d" providerId="ADAL" clId="{D49931E2-CE7A-4E79-93FA-3282CEFD0145}" dt="2026-04-13T09:21:37.359" v="659" actId="1076"/>
          <ac:picMkLst>
            <pc:docMk/>
            <pc:sldMk cId="3508843246" sldId="269"/>
            <ac:picMk id="14" creationId="{8F6409AC-F0C2-C5C6-8FDD-CE9FFB9E4F73}"/>
          </ac:picMkLst>
        </pc:picChg>
        <pc:picChg chg="add mod">
          <ac:chgData name="PATRUNO ANDREA" userId="434c2d3d-d760-4baf-8981-191d7218719d" providerId="ADAL" clId="{D49931E2-CE7A-4E79-93FA-3282CEFD0145}" dt="2026-04-13T09:22:05.771" v="661" actId="14100"/>
          <ac:picMkLst>
            <pc:docMk/>
            <pc:sldMk cId="3508843246" sldId="269"/>
            <ac:picMk id="16" creationId="{9A831717-8C00-E1E9-92CB-F70C276AA9FE}"/>
          </ac:picMkLst>
        </pc:picChg>
      </pc:sldChg>
      <pc:sldChg chg="addSp delSp modSp new mod ord">
        <pc:chgData name="PATRUNO ANDREA" userId="434c2d3d-d760-4baf-8981-191d7218719d" providerId="ADAL" clId="{D49931E2-CE7A-4E79-93FA-3282CEFD0145}" dt="2026-04-13T09:12:13.657" v="488"/>
        <pc:sldMkLst>
          <pc:docMk/>
          <pc:sldMk cId="2682488855" sldId="270"/>
        </pc:sldMkLst>
        <pc:spChg chg="add mod">
          <ac:chgData name="PATRUNO ANDREA" userId="434c2d3d-d760-4baf-8981-191d7218719d" providerId="ADAL" clId="{D49931E2-CE7A-4E79-93FA-3282CEFD0145}" dt="2026-04-13T09:10:52.038" v="435" actId="20577"/>
          <ac:spMkLst>
            <pc:docMk/>
            <pc:sldMk cId="2682488855" sldId="270"/>
            <ac:spMk id="2" creationId="{B8AEB774-802C-A39E-D307-BE3E72FDF922}"/>
          </ac:spMkLst>
        </pc:spChg>
        <pc:spChg chg="add mod">
          <ac:chgData name="PATRUNO ANDREA" userId="434c2d3d-d760-4baf-8981-191d7218719d" providerId="ADAL" clId="{D49931E2-CE7A-4E79-93FA-3282CEFD0145}" dt="2026-04-13T09:09:20.623" v="414"/>
          <ac:spMkLst>
            <pc:docMk/>
            <pc:sldMk cId="2682488855" sldId="270"/>
            <ac:spMk id="3" creationId="{0F0866B2-AF90-1CA4-525F-41E4BC736746}"/>
          </ac:spMkLst>
        </pc:spChg>
        <pc:spChg chg="add mod">
          <ac:chgData name="PATRUNO ANDREA" userId="434c2d3d-d760-4baf-8981-191d7218719d" providerId="ADAL" clId="{D49931E2-CE7A-4E79-93FA-3282CEFD0145}" dt="2026-04-13T09:11:18.501" v="461" actId="20577"/>
          <ac:spMkLst>
            <pc:docMk/>
            <pc:sldMk cId="2682488855" sldId="270"/>
            <ac:spMk id="10" creationId="{A40446BE-04B7-C200-8C8C-EAF87D0D2DB4}"/>
          </ac:spMkLst>
        </pc:spChg>
        <pc:spChg chg="add mod">
          <ac:chgData name="PATRUNO ANDREA" userId="434c2d3d-d760-4baf-8981-191d7218719d" providerId="ADAL" clId="{D49931E2-CE7A-4E79-93FA-3282CEFD0145}" dt="2026-04-13T09:11:57.110" v="486" actId="14100"/>
          <ac:spMkLst>
            <pc:docMk/>
            <pc:sldMk cId="2682488855" sldId="270"/>
            <ac:spMk id="11" creationId="{FFEF0797-2446-1161-4116-E64572D951EE}"/>
          </ac:spMkLst>
        </pc:spChg>
        <pc:picChg chg="add del mod">
          <ac:chgData name="PATRUNO ANDREA" userId="434c2d3d-d760-4baf-8981-191d7218719d" providerId="ADAL" clId="{D49931E2-CE7A-4E79-93FA-3282CEFD0145}" dt="2026-04-13T09:10:18.581" v="422" actId="478"/>
          <ac:picMkLst>
            <pc:docMk/>
            <pc:sldMk cId="2682488855" sldId="270"/>
            <ac:picMk id="5" creationId="{24532568-A40B-BC14-9D24-12D5F2D87028}"/>
          </ac:picMkLst>
        </pc:picChg>
        <pc:picChg chg="add del mod">
          <ac:chgData name="PATRUNO ANDREA" userId="434c2d3d-d760-4baf-8981-191d7218719d" providerId="ADAL" clId="{D49931E2-CE7A-4E79-93FA-3282CEFD0145}" dt="2026-04-13T09:10:30.542" v="426" actId="478"/>
          <ac:picMkLst>
            <pc:docMk/>
            <pc:sldMk cId="2682488855" sldId="270"/>
            <ac:picMk id="7" creationId="{6BC0EFAD-08E3-7220-6132-EF1F598000DB}"/>
          </ac:picMkLst>
        </pc:picChg>
        <pc:picChg chg="add mod">
          <ac:chgData name="PATRUNO ANDREA" userId="434c2d3d-d760-4baf-8981-191d7218719d" providerId="ADAL" clId="{D49931E2-CE7A-4E79-93FA-3282CEFD0145}" dt="2026-04-13T09:10:37.430" v="431" actId="14100"/>
          <ac:picMkLst>
            <pc:docMk/>
            <pc:sldMk cId="2682488855" sldId="270"/>
            <ac:picMk id="9" creationId="{D3005E5F-9B50-FEC6-5361-86C6D3C272D7}"/>
          </ac:picMkLst>
        </pc:picChg>
        <pc:picChg chg="add mod">
          <ac:chgData name="PATRUNO ANDREA" userId="434c2d3d-d760-4baf-8981-191d7218719d" providerId="ADAL" clId="{D49931E2-CE7A-4E79-93FA-3282CEFD0145}" dt="2026-04-13T09:09:22.928" v="415" actId="1076"/>
          <ac:picMkLst>
            <pc:docMk/>
            <pc:sldMk cId="2682488855" sldId="270"/>
            <ac:picMk id="12" creationId="{17ECDCB7-4D90-9FC7-8E17-28744785DA80}"/>
          </ac:picMkLst>
        </pc:picChg>
      </pc:sldChg>
      <pc:sldChg chg="addSp delSp modSp new mod">
        <pc:chgData name="PATRUNO ANDREA" userId="434c2d3d-d760-4baf-8981-191d7218719d" providerId="ADAL" clId="{D49931E2-CE7A-4E79-93FA-3282CEFD0145}" dt="2026-04-13T09:19:53.016" v="640" actId="113"/>
        <pc:sldMkLst>
          <pc:docMk/>
          <pc:sldMk cId="1696233361" sldId="271"/>
        </pc:sldMkLst>
        <pc:spChg chg="add mod">
          <ac:chgData name="PATRUNO ANDREA" userId="434c2d3d-d760-4baf-8981-191d7218719d" providerId="ADAL" clId="{D49931E2-CE7A-4E79-93FA-3282CEFD0145}" dt="2026-04-13T09:18:09.521" v="604" actId="1076"/>
          <ac:spMkLst>
            <pc:docMk/>
            <pc:sldMk cId="1696233361" sldId="271"/>
            <ac:spMk id="4" creationId="{2F6950A1-2461-8C57-D792-8FC5AB12D321}"/>
          </ac:spMkLst>
        </pc:spChg>
        <pc:spChg chg="add mod">
          <ac:chgData name="PATRUNO ANDREA" userId="434c2d3d-d760-4baf-8981-191d7218719d" providerId="ADAL" clId="{D49931E2-CE7A-4E79-93FA-3282CEFD0145}" dt="2026-04-13T09:17:39.547" v="535"/>
          <ac:spMkLst>
            <pc:docMk/>
            <pc:sldMk cId="1696233361" sldId="271"/>
            <ac:spMk id="5" creationId="{E9ABC95C-AAC6-DE2A-2F6B-FBE1C4FD23E6}"/>
          </ac:spMkLst>
        </pc:spChg>
        <pc:spChg chg="add mod">
          <ac:chgData name="PATRUNO ANDREA" userId="434c2d3d-d760-4baf-8981-191d7218719d" providerId="ADAL" clId="{D49931E2-CE7A-4E79-93FA-3282CEFD0145}" dt="2026-04-13T09:18:11.676" v="605" actId="1076"/>
          <ac:spMkLst>
            <pc:docMk/>
            <pc:sldMk cId="1696233361" sldId="271"/>
            <ac:spMk id="6" creationId="{5014233A-7D98-8AB1-31B8-CCBFA89505DD}"/>
          </ac:spMkLst>
        </pc:spChg>
        <pc:spChg chg="add del">
          <ac:chgData name="PATRUNO ANDREA" userId="434c2d3d-d760-4baf-8981-191d7218719d" providerId="ADAL" clId="{D49931E2-CE7A-4E79-93FA-3282CEFD0145}" dt="2026-04-13T09:18:31.237" v="613" actId="22"/>
          <ac:spMkLst>
            <pc:docMk/>
            <pc:sldMk cId="1696233361" sldId="271"/>
            <ac:spMk id="8" creationId="{E562E120-2FCC-C523-1AFF-43873C73F679}"/>
          </ac:spMkLst>
        </pc:spChg>
        <pc:spChg chg="add mod">
          <ac:chgData name="PATRUNO ANDREA" userId="434c2d3d-d760-4baf-8981-191d7218719d" providerId="ADAL" clId="{D49931E2-CE7A-4E79-93FA-3282CEFD0145}" dt="2026-04-13T09:19:06.897" v="623" actId="113"/>
          <ac:spMkLst>
            <pc:docMk/>
            <pc:sldMk cId="1696233361" sldId="271"/>
            <ac:spMk id="10" creationId="{EF97EF74-18C3-F594-0C3D-766477E1E262}"/>
          </ac:spMkLst>
        </pc:spChg>
        <pc:spChg chg="add del">
          <ac:chgData name="PATRUNO ANDREA" userId="434c2d3d-d760-4baf-8981-191d7218719d" providerId="ADAL" clId="{D49931E2-CE7A-4E79-93FA-3282CEFD0145}" dt="2026-04-13T09:19:15.322" v="625" actId="22"/>
          <ac:spMkLst>
            <pc:docMk/>
            <pc:sldMk cId="1696233361" sldId="271"/>
            <ac:spMk id="12" creationId="{B6A54BD4-EF31-C89F-0377-E0443378EEC6}"/>
          </ac:spMkLst>
        </pc:spChg>
        <pc:spChg chg="add mod">
          <ac:chgData name="PATRUNO ANDREA" userId="434c2d3d-d760-4baf-8981-191d7218719d" providerId="ADAL" clId="{D49931E2-CE7A-4E79-93FA-3282CEFD0145}" dt="2026-04-13T09:19:53.016" v="640" actId="113"/>
          <ac:spMkLst>
            <pc:docMk/>
            <pc:sldMk cId="1696233361" sldId="271"/>
            <ac:spMk id="14" creationId="{7B522ADF-ADD5-4DAF-0507-454BF48F3E50}"/>
          </ac:spMkLst>
        </pc:spChg>
        <pc:picChg chg="add mod">
          <ac:chgData name="PATRUNO ANDREA" userId="434c2d3d-d760-4baf-8981-191d7218719d" providerId="ADAL" clId="{D49931E2-CE7A-4E79-93FA-3282CEFD0145}" dt="2026-04-13T09:18:24.290" v="611" actId="1076"/>
          <ac:picMkLst>
            <pc:docMk/>
            <pc:sldMk cId="1696233361" sldId="271"/>
            <ac:picMk id="3" creationId="{B169DB11-254A-5F38-FD13-712E592E6D48}"/>
          </ac:picMkLst>
        </pc:picChg>
      </pc:sldChg>
      <pc:sldChg chg="addSp delSp modSp new mod">
        <pc:chgData name="PATRUNO ANDREA" userId="434c2d3d-d760-4baf-8981-191d7218719d" providerId="ADAL" clId="{D49931E2-CE7A-4E79-93FA-3282CEFD0145}" dt="2026-04-13T09:38:20.145" v="746" actId="1076"/>
        <pc:sldMkLst>
          <pc:docMk/>
          <pc:sldMk cId="3956994717" sldId="272"/>
        </pc:sldMkLst>
        <pc:spChg chg="add mod">
          <ac:chgData name="PATRUNO ANDREA" userId="434c2d3d-d760-4baf-8981-191d7218719d" providerId="ADAL" clId="{D49931E2-CE7A-4E79-93FA-3282CEFD0145}" dt="2026-04-13T09:28:48.759" v="677"/>
          <ac:spMkLst>
            <pc:docMk/>
            <pc:sldMk cId="3956994717" sldId="272"/>
            <ac:spMk id="2" creationId="{0A036F95-9DC7-1B21-00CA-6439795710DF}"/>
          </ac:spMkLst>
        </pc:spChg>
        <pc:spChg chg="add mod">
          <ac:chgData name="PATRUNO ANDREA" userId="434c2d3d-d760-4baf-8981-191d7218719d" providerId="ADAL" clId="{D49931E2-CE7A-4E79-93FA-3282CEFD0145}" dt="2026-04-13T09:28:18.933" v="676"/>
          <ac:spMkLst>
            <pc:docMk/>
            <pc:sldMk cId="3956994717" sldId="272"/>
            <ac:spMk id="3" creationId="{9D79FB2E-6F06-D8A9-93C6-D4FD62960CB3}"/>
          </ac:spMkLst>
        </pc:spChg>
        <pc:spChg chg="add del">
          <ac:chgData name="PATRUNO ANDREA" userId="434c2d3d-d760-4baf-8981-191d7218719d" providerId="ADAL" clId="{D49931E2-CE7A-4E79-93FA-3282CEFD0145}" dt="2026-04-13T09:28:51.907" v="679" actId="22"/>
          <ac:spMkLst>
            <pc:docMk/>
            <pc:sldMk cId="3956994717" sldId="272"/>
            <ac:spMk id="5" creationId="{B0DD0BC8-730E-F233-7AE6-0259CE80EAF4}"/>
          </ac:spMkLst>
        </pc:spChg>
        <pc:spChg chg="add del">
          <ac:chgData name="PATRUNO ANDREA" userId="434c2d3d-d760-4baf-8981-191d7218719d" providerId="ADAL" clId="{D49931E2-CE7A-4E79-93FA-3282CEFD0145}" dt="2026-04-13T09:28:54.051" v="681" actId="22"/>
          <ac:spMkLst>
            <pc:docMk/>
            <pc:sldMk cId="3956994717" sldId="272"/>
            <ac:spMk id="7" creationId="{CFE39FB6-E534-BC52-468F-E97882917D23}"/>
          </ac:spMkLst>
        </pc:spChg>
        <pc:spChg chg="add del">
          <ac:chgData name="PATRUNO ANDREA" userId="434c2d3d-d760-4baf-8981-191d7218719d" providerId="ADAL" clId="{D49931E2-CE7A-4E79-93FA-3282CEFD0145}" dt="2026-04-13T09:29:02.038" v="689" actId="22"/>
          <ac:spMkLst>
            <pc:docMk/>
            <pc:sldMk cId="3956994717" sldId="272"/>
            <ac:spMk id="9" creationId="{CB7770F8-018B-30D3-6022-16AF41499368}"/>
          </ac:spMkLst>
        </pc:spChg>
        <pc:spChg chg="add mod">
          <ac:chgData name="PATRUNO ANDREA" userId="434c2d3d-d760-4baf-8981-191d7218719d" providerId="ADAL" clId="{D49931E2-CE7A-4E79-93FA-3282CEFD0145}" dt="2026-04-13T09:29:24.843" v="696" actId="1076"/>
          <ac:spMkLst>
            <pc:docMk/>
            <pc:sldMk cId="3956994717" sldId="272"/>
            <ac:spMk id="11" creationId="{CD2CAC9E-B56E-F7B3-69EB-29ADA9BF203E}"/>
          </ac:spMkLst>
        </pc:spChg>
        <pc:spChg chg="add del">
          <ac:chgData name="PATRUNO ANDREA" userId="434c2d3d-d760-4baf-8981-191d7218719d" providerId="ADAL" clId="{D49931E2-CE7A-4E79-93FA-3282CEFD0145}" dt="2026-04-13T09:32:44.066" v="704" actId="22"/>
          <ac:spMkLst>
            <pc:docMk/>
            <pc:sldMk cId="3956994717" sldId="272"/>
            <ac:spMk id="15" creationId="{736565E9-D8C1-C86C-3D49-C8CE144A7282}"/>
          </ac:spMkLst>
        </pc:spChg>
        <pc:spChg chg="add del mod">
          <ac:chgData name="PATRUNO ANDREA" userId="434c2d3d-d760-4baf-8981-191d7218719d" providerId="ADAL" clId="{D49931E2-CE7A-4E79-93FA-3282CEFD0145}" dt="2026-04-13T09:38:20.145" v="746" actId="1076"/>
          <ac:spMkLst>
            <pc:docMk/>
            <pc:sldMk cId="3956994717" sldId="272"/>
            <ac:spMk id="17" creationId="{A7DEAE06-D777-F62E-A8B3-167CAB4AAE2B}"/>
          </ac:spMkLst>
        </pc:spChg>
        <pc:picChg chg="add del mod">
          <ac:chgData name="PATRUNO ANDREA" userId="434c2d3d-d760-4baf-8981-191d7218719d" providerId="ADAL" clId="{D49931E2-CE7A-4E79-93FA-3282CEFD0145}" dt="2026-04-13T09:35:42.475" v="736" actId="478"/>
          <ac:picMkLst>
            <pc:docMk/>
            <pc:sldMk cId="3956994717" sldId="272"/>
            <ac:picMk id="13" creationId="{8311DB00-C122-426A-0AB7-B34752E02E5C}"/>
          </ac:picMkLst>
        </pc:picChg>
        <pc:picChg chg="add mod">
          <ac:chgData name="PATRUNO ANDREA" userId="434c2d3d-d760-4baf-8981-191d7218719d" providerId="ADAL" clId="{D49931E2-CE7A-4E79-93FA-3282CEFD0145}" dt="2026-04-13T09:35:46.787" v="739" actId="1076"/>
          <ac:picMkLst>
            <pc:docMk/>
            <pc:sldMk cId="3956994717" sldId="272"/>
            <ac:picMk id="19" creationId="{342F60CC-600D-32FA-CA49-4BC664D04557}"/>
          </ac:picMkLst>
        </pc:picChg>
        <pc:picChg chg="add mod">
          <ac:chgData name="PATRUNO ANDREA" userId="434c2d3d-d760-4baf-8981-191d7218719d" providerId="ADAL" clId="{D49931E2-CE7A-4E79-93FA-3282CEFD0145}" dt="2026-04-13T09:36:36.470" v="745" actId="14100"/>
          <ac:picMkLst>
            <pc:docMk/>
            <pc:sldMk cId="3956994717" sldId="272"/>
            <ac:picMk id="21" creationId="{2C5A04A4-08EE-7AE2-8FB4-A4EC79F635A4}"/>
          </ac:picMkLst>
        </pc:picChg>
      </pc:sldChg>
      <pc:sldChg chg="addSp delSp modSp new mod">
        <pc:chgData name="PATRUNO ANDREA" userId="434c2d3d-d760-4baf-8981-191d7218719d" providerId="ADAL" clId="{D49931E2-CE7A-4E79-93FA-3282CEFD0145}" dt="2026-04-13T10:09:24.994" v="852" actId="14100"/>
        <pc:sldMkLst>
          <pc:docMk/>
          <pc:sldMk cId="1209639368" sldId="273"/>
        </pc:sldMkLst>
        <pc:spChg chg="add mod">
          <ac:chgData name="PATRUNO ANDREA" userId="434c2d3d-d760-4baf-8981-191d7218719d" providerId="ADAL" clId="{D49931E2-CE7A-4E79-93FA-3282CEFD0145}" dt="2026-04-13T09:38:27.682" v="748"/>
          <ac:spMkLst>
            <pc:docMk/>
            <pc:sldMk cId="1209639368" sldId="273"/>
            <ac:spMk id="2" creationId="{D12240BD-CB6D-BFC3-D33E-6B23BCEF5904}"/>
          </ac:spMkLst>
        </pc:spChg>
        <pc:spChg chg="add mod">
          <ac:chgData name="PATRUNO ANDREA" userId="434c2d3d-d760-4baf-8981-191d7218719d" providerId="ADAL" clId="{D49931E2-CE7A-4E79-93FA-3282CEFD0145}" dt="2026-04-13T09:38:31.515" v="749"/>
          <ac:spMkLst>
            <pc:docMk/>
            <pc:sldMk cId="1209639368" sldId="273"/>
            <ac:spMk id="3" creationId="{0470FCA0-7625-EFDD-E1EC-D56A02B734F7}"/>
          </ac:spMkLst>
        </pc:spChg>
        <pc:spChg chg="add mod">
          <ac:chgData name="PATRUNO ANDREA" userId="434c2d3d-d760-4baf-8981-191d7218719d" providerId="ADAL" clId="{D49931E2-CE7A-4E79-93FA-3282CEFD0145}" dt="2026-04-13T10:09:24.994" v="852" actId="14100"/>
          <ac:spMkLst>
            <pc:docMk/>
            <pc:sldMk cId="1209639368" sldId="273"/>
            <ac:spMk id="4" creationId="{AF4725FF-2718-823C-3616-65E57C7D3BF1}"/>
          </ac:spMkLst>
        </pc:spChg>
        <pc:spChg chg="add mod">
          <ac:chgData name="PATRUNO ANDREA" userId="434c2d3d-d760-4baf-8981-191d7218719d" providerId="ADAL" clId="{D49931E2-CE7A-4E79-93FA-3282CEFD0145}" dt="2026-04-13T10:08:56.049" v="798"/>
          <ac:spMkLst>
            <pc:docMk/>
            <pc:sldMk cId="1209639368" sldId="273"/>
            <ac:spMk id="11" creationId="{1780E195-7677-F9E0-81CD-ABEC15D1866D}"/>
          </ac:spMkLst>
        </pc:spChg>
        <pc:picChg chg="add del mod">
          <ac:chgData name="PATRUNO ANDREA" userId="434c2d3d-d760-4baf-8981-191d7218719d" providerId="ADAL" clId="{D49931E2-CE7A-4E79-93FA-3282CEFD0145}" dt="2026-04-13T09:41:39.056" v="782" actId="478"/>
          <ac:picMkLst>
            <pc:docMk/>
            <pc:sldMk cId="1209639368" sldId="273"/>
            <ac:picMk id="6" creationId="{452621EF-758E-63D2-6602-71F6939B70B3}"/>
          </ac:picMkLst>
        </pc:picChg>
        <pc:picChg chg="add mod">
          <ac:chgData name="PATRUNO ANDREA" userId="434c2d3d-d760-4baf-8981-191d7218719d" providerId="ADAL" clId="{D49931E2-CE7A-4E79-93FA-3282CEFD0145}" dt="2026-04-13T10:08:37.300" v="793" actId="1076"/>
          <ac:picMkLst>
            <pc:docMk/>
            <pc:sldMk cId="1209639368" sldId="273"/>
            <ac:picMk id="8" creationId="{74DA4006-0CA5-F4D8-B655-4C12FA0E6F2E}"/>
          </ac:picMkLst>
        </pc:picChg>
        <pc:picChg chg="add mod">
          <ac:chgData name="PATRUNO ANDREA" userId="434c2d3d-d760-4baf-8981-191d7218719d" providerId="ADAL" clId="{D49931E2-CE7A-4E79-93FA-3282CEFD0145}" dt="2026-04-13T10:08:43.445" v="796" actId="1076"/>
          <ac:picMkLst>
            <pc:docMk/>
            <pc:sldMk cId="1209639368" sldId="273"/>
            <ac:picMk id="10" creationId="{71DE5ECC-9B70-5E5E-CD04-DF94D095481A}"/>
          </ac:picMkLst>
        </pc:picChg>
      </pc:sldChg>
      <pc:sldChg chg="addSp modSp new mod">
        <pc:chgData name="PATRUNO ANDREA" userId="434c2d3d-d760-4baf-8981-191d7218719d" providerId="ADAL" clId="{D49931E2-CE7A-4E79-93FA-3282CEFD0145}" dt="2026-04-13T10:11:00.617" v="892" actId="20577"/>
        <pc:sldMkLst>
          <pc:docMk/>
          <pc:sldMk cId="1078392333" sldId="274"/>
        </pc:sldMkLst>
        <pc:spChg chg="add mod">
          <ac:chgData name="PATRUNO ANDREA" userId="434c2d3d-d760-4baf-8981-191d7218719d" providerId="ADAL" clId="{D49931E2-CE7A-4E79-93FA-3282CEFD0145}" dt="2026-04-13T10:08:59.448" v="799"/>
          <ac:spMkLst>
            <pc:docMk/>
            <pc:sldMk cId="1078392333" sldId="274"/>
            <ac:spMk id="2" creationId="{615B8DEE-6E16-D128-1D28-9EF3EC4737C5}"/>
          </ac:spMkLst>
        </pc:spChg>
        <pc:spChg chg="add mod">
          <ac:chgData name="PATRUNO ANDREA" userId="434c2d3d-d760-4baf-8981-191d7218719d" providerId="ADAL" clId="{D49931E2-CE7A-4E79-93FA-3282CEFD0145}" dt="2026-04-13T10:09:02.505" v="800"/>
          <ac:spMkLst>
            <pc:docMk/>
            <pc:sldMk cId="1078392333" sldId="274"/>
            <ac:spMk id="3" creationId="{0F411314-0ECB-A56B-F8D6-99A0B908CD5C}"/>
          </ac:spMkLst>
        </pc:spChg>
        <pc:spChg chg="add mod">
          <ac:chgData name="PATRUNO ANDREA" userId="434c2d3d-d760-4baf-8981-191d7218719d" providerId="ADAL" clId="{D49931E2-CE7A-4E79-93FA-3282CEFD0145}" dt="2026-04-13T10:11:00.617" v="892" actId="20577"/>
          <ac:spMkLst>
            <pc:docMk/>
            <pc:sldMk cId="1078392333" sldId="274"/>
            <ac:spMk id="8" creationId="{A6786BDA-464A-0E46-3500-F3DDEC5EB2E3}"/>
          </ac:spMkLst>
        </pc:spChg>
        <pc:picChg chg="add mod">
          <ac:chgData name="PATRUNO ANDREA" userId="434c2d3d-d760-4baf-8981-191d7218719d" providerId="ADAL" clId="{D49931E2-CE7A-4E79-93FA-3282CEFD0145}" dt="2026-04-13T10:09:34.692" v="854" actId="1076"/>
          <ac:picMkLst>
            <pc:docMk/>
            <pc:sldMk cId="1078392333" sldId="274"/>
            <ac:picMk id="5" creationId="{8E29DC0C-70C5-51D8-D0BC-0BF7352ED76D}"/>
          </ac:picMkLst>
        </pc:picChg>
        <pc:picChg chg="add mod">
          <ac:chgData name="PATRUNO ANDREA" userId="434c2d3d-d760-4baf-8981-191d7218719d" providerId="ADAL" clId="{D49931E2-CE7A-4E79-93FA-3282CEFD0145}" dt="2026-04-13T10:09:40.408" v="856" actId="1076"/>
          <ac:picMkLst>
            <pc:docMk/>
            <pc:sldMk cId="1078392333" sldId="274"/>
            <ac:picMk id="7" creationId="{0E37535A-F721-D07A-8A97-FFF8DF745F9F}"/>
          </ac:picMkLst>
        </pc:picChg>
      </pc:sldChg>
      <pc:sldChg chg="addSp delSp modSp new mod">
        <pc:chgData name="PATRUNO ANDREA" userId="434c2d3d-d760-4baf-8981-191d7218719d" providerId="ADAL" clId="{D49931E2-CE7A-4E79-93FA-3282CEFD0145}" dt="2026-04-13T10:13:39.137" v="996" actId="1076"/>
        <pc:sldMkLst>
          <pc:docMk/>
          <pc:sldMk cId="2442030081" sldId="275"/>
        </pc:sldMkLst>
        <pc:spChg chg="add del mod">
          <ac:chgData name="PATRUNO ANDREA" userId="434c2d3d-d760-4baf-8981-191d7218719d" providerId="ADAL" clId="{D49931E2-CE7A-4E79-93FA-3282CEFD0145}" dt="2026-04-13T10:13:00.583" v="976" actId="478"/>
          <ac:spMkLst>
            <pc:docMk/>
            <pc:sldMk cId="2442030081" sldId="275"/>
            <ac:spMk id="2" creationId="{A6517DE7-CBF3-3445-4CEE-9261A8D67F06}"/>
          </ac:spMkLst>
        </pc:spChg>
        <pc:spChg chg="add del mod">
          <ac:chgData name="PATRUNO ANDREA" userId="434c2d3d-d760-4baf-8981-191d7218719d" providerId="ADAL" clId="{D49931E2-CE7A-4E79-93FA-3282CEFD0145}" dt="2026-04-13T10:13:01.151" v="977" actId="478"/>
          <ac:spMkLst>
            <pc:docMk/>
            <pc:sldMk cId="2442030081" sldId="275"/>
            <ac:spMk id="3" creationId="{7D9779FC-6FF0-F313-653E-996A3CC6E9CD}"/>
          </ac:spMkLst>
        </pc:spChg>
        <pc:spChg chg="add mod">
          <ac:chgData name="PATRUNO ANDREA" userId="434c2d3d-d760-4baf-8981-191d7218719d" providerId="ADAL" clId="{D49931E2-CE7A-4E79-93FA-3282CEFD0145}" dt="2026-04-13T10:11:43.313" v="945" actId="20577"/>
          <ac:spMkLst>
            <pc:docMk/>
            <pc:sldMk cId="2442030081" sldId="275"/>
            <ac:spMk id="4" creationId="{1C6D7C3B-20B6-7E93-BD29-859BAFF6DB2F}"/>
          </ac:spMkLst>
        </pc:spChg>
        <pc:picChg chg="add del mod">
          <ac:chgData name="PATRUNO ANDREA" userId="434c2d3d-d760-4baf-8981-191d7218719d" providerId="ADAL" clId="{D49931E2-CE7A-4E79-93FA-3282CEFD0145}" dt="2026-04-13T10:12:47.238" v="972" actId="478"/>
          <ac:picMkLst>
            <pc:docMk/>
            <pc:sldMk cId="2442030081" sldId="275"/>
            <ac:picMk id="6" creationId="{260489C9-ED18-5513-4F33-8462B093395E}"/>
          </ac:picMkLst>
        </pc:picChg>
        <pc:picChg chg="add del">
          <ac:chgData name="PATRUNO ANDREA" userId="434c2d3d-d760-4baf-8981-191d7218719d" providerId="ADAL" clId="{D49931E2-CE7A-4E79-93FA-3282CEFD0145}" dt="2026-04-13T10:12:04.743" v="954" actId="478"/>
          <ac:picMkLst>
            <pc:docMk/>
            <pc:sldMk cId="2442030081" sldId="275"/>
            <ac:picMk id="8" creationId="{573AF64E-8227-E05D-38F8-6669AFE6EE09}"/>
          </ac:picMkLst>
        </pc:picChg>
        <pc:picChg chg="add del mod">
          <ac:chgData name="PATRUNO ANDREA" userId="434c2d3d-d760-4baf-8981-191d7218719d" providerId="ADAL" clId="{D49931E2-CE7A-4E79-93FA-3282CEFD0145}" dt="2026-04-13T10:12:46.902" v="971" actId="478"/>
          <ac:picMkLst>
            <pc:docMk/>
            <pc:sldMk cId="2442030081" sldId="275"/>
            <ac:picMk id="10" creationId="{0D2D52A3-F018-35F2-3D47-4655A7D244EC}"/>
          </ac:picMkLst>
        </pc:picChg>
        <pc:picChg chg="add del mod">
          <ac:chgData name="PATRUNO ANDREA" userId="434c2d3d-d760-4baf-8981-191d7218719d" providerId="ADAL" clId="{D49931E2-CE7A-4E79-93FA-3282CEFD0145}" dt="2026-04-13T10:13:02.470" v="978" actId="478"/>
          <ac:picMkLst>
            <pc:docMk/>
            <pc:sldMk cId="2442030081" sldId="275"/>
            <ac:picMk id="12" creationId="{BD3F8162-2C6B-4ED2-6CD7-BBA5669A4F83}"/>
          </ac:picMkLst>
        </pc:picChg>
        <pc:picChg chg="add mod">
          <ac:chgData name="PATRUNO ANDREA" userId="434c2d3d-d760-4baf-8981-191d7218719d" providerId="ADAL" clId="{D49931E2-CE7A-4E79-93FA-3282CEFD0145}" dt="2026-04-13T10:13:39.137" v="996" actId="1076"/>
          <ac:picMkLst>
            <pc:docMk/>
            <pc:sldMk cId="2442030081" sldId="275"/>
            <ac:picMk id="14" creationId="{4E5E1476-729E-00F2-15E6-A7D5C807662B}"/>
          </ac:picMkLst>
        </pc:picChg>
        <pc:picChg chg="add mod">
          <ac:chgData name="PATRUNO ANDREA" userId="434c2d3d-d760-4baf-8981-191d7218719d" providerId="ADAL" clId="{D49931E2-CE7A-4E79-93FA-3282CEFD0145}" dt="2026-04-13T10:13:34.735" v="994" actId="14100"/>
          <ac:picMkLst>
            <pc:docMk/>
            <pc:sldMk cId="2442030081" sldId="275"/>
            <ac:picMk id="16" creationId="{405CD7BC-8716-F125-85F9-91912C7292E1}"/>
          </ac:picMkLst>
        </pc:picChg>
      </pc:sldChg>
      <pc:sldChg chg="addSp delSp modSp new mod">
        <pc:chgData name="PATRUNO ANDREA" userId="434c2d3d-d760-4baf-8981-191d7218719d" providerId="ADAL" clId="{D49931E2-CE7A-4E79-93FA-3282CEFD0145}" dt="2026-04-13T10:20:17.515" v="1183" actId="1076"/>
        <pc:sldMkLst>
          <pc:docMk/>
          <pc:sldMk cId="66720825" sldId="276"/>
        </pc:sldMkLst>
        <pc:spChg chg="add mod">
          <ac:chgData name="PATRUNO ANDREA" userId="434c2d3d-d760-4baf-8981-191d7218719d" providerId="ADAL" clId="{D49931E2-CE7A-4E79-93FA-3282CEFD0145}" dt="2026-04-13T10:19:57.323" v="1168"/>
          <ac:spMkLst>
            <pc:docMk/>
            <pc:sldMk cId="66720825" sldId="276"/>
            <ac:spMk id="6" creationId="{6FD784E2-A211-5652-C274-367E0226CD45}"/>
          </ac:spMkLst>
        </pc:spChg>
        <pc:spChg chg="add mod">
          <ac:chgData name="PATRUNO ANDREA" userId="434c2d3d-d760-4baf-8981-191d7218719d" providerId="ADAL" clId="{D49931E2-CE7A-4E79-93FA-3282CEFD0145}" dt="2026-04-13T10:20:01.212" v="1169"/>
          <ac:spMkLst>
            <pc:docMk/>
            <pc:sldMk cId="66720825" sldId="276"/>
            <ac:spMk id="7" creationId="{CEE65D10-29A2-8DE0-1DB1-E16D8808EA39}"/>
          </ac:spMkLst>
        </pc:spChg>
        <pc:spChg chg="add mod">
          <ac:chgData name="PATRUNO ANDREA" userId="434c2d3d-d760-4baf-8981-191d7218719d" providerId="ADAL" clId="{D49931E2-CE7A-4E79-93FA-3282CEFD0145}" dt="2026-04-13T10:20:14.310" v="1181" actId="1076"/>
          <ac:spMkLst>
            <pc:docMk/>
            <pc:sldMk cId="66720825" sldId="276"/>
            <ac:spMk id="8" creationId="{0DD15F3A-0947-B8B4-64C5-D538E62F48E6}"/>
          </ac:spMkLst>
        </pc:spChg>
        <pc:picChg chg="add mod">
          <ac:chgData name="PATRUNO ANDREA" userId="434c2d3d-d760-4baf-8981-191d7218719d" providerId="ADAL" clId="{D49931E2-CE7A-4E79-93FA-3282CEFD0145}" dt="2026-04-13T10:20:17.515" v="1183" actId="1076"/>
          <ac:picMkLst>
            <pc:docMk/>
            <pc:sldMk cId="66720825" sldId="276"/>
            <ac:picMk id="3" creationId="{798568E0-305B-F362-1066-46D79D1DC56C}"/>
          </ac:picMkLst>
        </pc:picChg>
        <pc:picChg chg="add del mod">
          <ac:chgData name="PATRUNO ANDREA" userId="434c2d3d-d760-4baf-8981-191d7218719d" providerId="ADAL" clId="{D49931E2-CE7A-4E79-93FA-3282CEFD0145}" dt="2026-04-13T10:19:53.270" v="1166" actId="478"/>
          <ac:picMkLst>
            <pc:docMk/>
            <pc:sldMk cId="66720825" sldId="276"/>
            <ac:picMk id="5" creationId="{3AA440E7-4653-D067-53BB-9510C305A6B8}"/>
          </ac:picMkLst>
        </pc:picChg>
      </pc:sldChg>
      <pc:sldChg chg="addSp modSp new mod">
        <pc:chgData name="PATRUNO ANDREA" userId="434c2d3d-d760-4baf-8981-191d7218719d" providerId="ADAL" clId="{D49931E2-CE7A-4E79-93FA-3282CEFD0145}" dt="2026-04-13T10:15:27.994" v="1021" actId="14100"/>
        <pc:sldMkLst>
          <pc:docMk/>
          <pc:sldMk cId="3600176547" sldId="277"/>
        </pc:sldMkLst>
        <pc:picChg chg="add mod">
          <ac:chgData name="PATRUNO ANDREA" userId="434c2d3d-d760-4baf-8981-191d7218719d" providerId="ADAL" clId="{D49931E2-CE7A-4E79-93FA-3282CEFD0145}" dt="2026-04-13T10:15:27.994" v="1021" actId="14100"/>
          <ac:picMkLst>
            <pc:docMk/>
            <pc:sldMk cId="3600176547" sldId="277"/>
            <ac:picMk id="3" creationId="{AB8B7ED1-8B1C-9245-EC71-13CFC6550BE2}"/>
          </ac:picMkLst>
        </pc:picChg>
      </pc:sldChg>
      <pc:sldChg chg="addSp delSp modSp new mod ord">
        <pc:chgData name="PATRUNO ANDREA" userId="434c2d3d-d760-4baf-8981-191d7218719d" providerId="ADAL" clId="{D49931E2-CE7A-4E79-93FA-3282CEFD0145}" dt="2026-04-13T10:19:40.106" v="1165" actId="14100"/>
        <pc:sldMkLst>
          <pc:docMk/>
          <pc:sldMk cId="2128440343" sldId="278"/>
        </pc:sldMkLst>
        <pc:spChg chg="add mod">
          <ac:chgData name="PATRUNO ANDREA" userId="434c2d3d-d760-4baf-8981-191d7218719d" providerId="ADAL" clId="{D49931E2-CE7A-4E79-93FA-3282CEFD0145}" dt="2026-04-13T10:17:17.184" v="1025"/>
          <ac:spMkLst>
            <pc:docMk/>
            <pc:sldMk cId="2128440343" sldId="278"/>
            <ac:spMk id="2" creationId="{B2496309-F813-1DCE-31D0-BC00DABA3791}"/>
          </ac:spMkLst>
        </pc:spChg>
        <pc:spChg chg="add mod">
          <ac:chgData name="PATRUNO ANDREA" userId="434c2d3d-d760-4baf-8981-191d7218719d" providerId="ADAL" clId="{D49931E2-CE7A-4E79-93FA-3282CEFD0145}" dt="2026-04-13T10:17:20.365" v="1026"/>
          <ac:spMkLst>
            <pc:docMk/>
            <pc:sldMk cId="2128440343" sldId="278"/>
            <ac:spMk id="3" creationId="{872DF36D-3B7F-EA81-52D4-C529E4A9683F}"/>
          </ac:spMkLst>
        </pc:spChg>
        <pc:spChg chg="add mod">
          <ac:chgData name="PATRUNO ANDREA" userId="434c2d3d-d760-4baf-8981-191d7218719d" providerId="ADAL" clId="{D49931E2-CE7A-4E79-93FA-3282CEFD0145}" dt="2026-04-13T10:17:43.872" v="1126" actId="20577"/>
          <ac:spMkLst>
            <pc:docMk/>
            <pc:sldMk cId="2128440343" sldId="278"/>
            <ac:spMk id="4" creationId="{E1634BB2-007E-3458-B755-F7795B48C508}"/>
          </ac:spMkLst>
        </pc:spChg>
        <pc:spChg chg="add del">
          <ac:chgData name="PATRUNO ANDREA" userId="434c2d3d-d760-4baf-8981-191d7218719d" providerId="ADAL" clId="{D49931E2-CE7A-4E79-93FA-3282CEFD0145}" dt="2026-04-13T10:17:51.271" v="1128" actId="22"/>
          <ac:spMkLst>
            <pc:docMk/>
            <pc:sldMk cId="2128440343" sldId="278"/>
            <ac:spMk id="6" creationId="{6F6B97CD-9CE3-B68E-A07B-01A32398E4F5}"/>
          </ac:spMkLst>
        </pc:spChg>
        <pc:spChg chg="add mod">
          <ac:chgData name="PATRUNO ANDREA" userId="434c2d3d-d760-4baf-8981-191d7218719d" providerId="ADAL" clId="{D49931E2-CE7A-4E79-93FA-3282CEFD0145}" dt="2026-04-13T10:19:36.435" v="1164" actId="113"/>
          <ac:spMkLst>
            <pc:docMk/>
            <pc:sldMk cId="2128440343" sldId="278"/>
            <ac:spMk id="8" creationId="{7455F129-85E0-1F73-19F4-561234045984}"/>
          </ac:spMkLst>
        </pc:spChg>
        <pc:picChg chg="add mod">
          <ac:chgData name="PATRUNO ANDREA" userId="434c2d3d-d760-4baf-8981-191d7218719d" providerId="ADAL" clId="{D49931E2-CE7A-4E79-93FA-3282CEFD0145}" dt="2026-04-13T10:19:40.106" v="1165" actId="14100"/>
          <ac:picMkLst>
            <pc:docMk/>
            <pc:sldMk cId="2128440343" sldId="278"/>
            <ac:picMk id="9" creationId="{E1544B9D-C376-EBB8-6809-EA6CD8647981}"/>
          </ac:picMkLst>
        </pc:picChg>
      </pc:sldChg>
    </pc:docChg>
  </pc:docChgLst>
  <pc:docChgLst>
    <pc:chgData name="PATRUNO ANDREA" userId="434c2d3d-d760-4baf-8981-191d7218719d" providerId="ADAL" clId="{16F693D4-62C4-4BA3-8943-81787A08A71E}"/>
    <pc:docChg chg="undo redo custSel addSld modSld sldOrd">
      <pc:chgData name="PATRUNO ANDREA" userId="434c2d3d-d760-4baf-8981-191d7218719d" providerId="ADAL" clId="{16F693D4-62C4-4BA3-8943-81787A08A71E}" dt="2026-04-10T12:09:05.589" v="746" actId="14100"/>
      <pc:docMkLst>
        <pc:docMk/>
      </pc:docMkLst>
      <pc:sldChg chg="modSp mod">
        <pc:chgData name="PATRUNO ANDREA" userId="434c2d3d-d760-4baf-8981-191d7218719d" providerId="ADAL" clId="{16F693D4-62C4-4BA3-8943-81787A08A71E}" dt="2026-04-10T12:09:05.589" v="746" actId="14100"/>
        <pc:sldMkLst>
          <pc:docMk/>
          <pc:sldMk cId="0" sldId="256"/>
        </pc:sldMkLst>
        <pc:spChg chg="mod">
          <ac:chgData name="PATRUNO ANDREA" userId="434c2d3d-d760-4baf-8981-191d7218719d" providerId="ADAL" clId="{16F693D4-62C4-4BA3-8943-81787A08A71E}" dt="2026-04-10T10:51:32.306" v="10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0:51:31.950" v="9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2:09:05.589" v="746" actId="14100"/>
          <ac:spMkLst>
            <pc:docMk/>
            <pc:sldMk cId="0" sldId="256"/>
            <ac:spMk id="1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0:51:31.950" v="9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0:51:31.523" v="8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0:51:31.950" v="9" actId="1076"/>
          <ac:spMkLst>
            <pc:docMk/>
            <pc:sldMk cId="0" sldId="256"/>
            <ac:spMk id="20" creationId="{83CEB99B-3364-D833-8FAF-E8879F08BE80}"/>
          </ac:spMkLst>
        </pc:spChg>
        <pc:spChg chg="mod">
          <ac:chgData name="PATRUNO ANDREA" userId="434c2d3d-d760-4baf-8981-191d7218719d" providerId="ADAL" clId="{16F693D4-62C4-4BA3-8943-81787A08A71E}" dt="2026-04-10T10:51:31.950" v="9" actId="1076"/>
          <ac:spMkLst>
            <pc:docMk/>
            <pc:sldMk cId="0" sldId="256"/>
            <ac:spMk id="21" creationId="{42C903A0-549B-41CD-68A2-BCD537033D52}"/>
          </ac:spMkLst>
        </pc:spChg>
        <pc:picChg chg="mod">
          <ac:chgData name="PATRUNO ANDREA" userId="434c2d3d-d760-4baf-8981-191d7218719d" providerId="ADAL" clId="{16F693D4-62C4-4BA3-8943-81787A08A71E}" dt="2026-04-10T10:51:32.763" v="11" actId="1076"/>
          <ac:picMkLst>
            <pc:docMk/>
            <pc:sldMk cId="0" sldId="256"/>
            <ac:picMk id="23" creationId="{09EE11DC-D367-F713-553E-3FD7D36CFAAB}"/>
          </ac:picMkLst>
        </pc:picChg>
        <pc:picChg chg="mod">
          <ac:chgData name="PATRUNO ANDREA" userId="434c2d3d-d760-4baf-8981-191d7218719d" providerId="ADAL" clId="{16F693D4-62C4-4BA3-8943-81787A08A71E}" dt="2026-04-10T10:51:33.843" v="12" actId="1076"/>
          <ac:picMkLst>
            <pc:docMk/>
            <pc:sldMk cId="0" sldId="256"/>
            <ac:picMk id="25" creationId="{3A04ECB1-7679-695D-F40A-F00131D65DA1}"/>
          </ac:picMkLst>
        </pc:picChg>
      </pc:sldChg>
      <pc:sldChg chg="addSp delSp modSp mod">
        <pc:chgData name="PATRUNO ANDREA" userId="434c2d3d-d760-4baf-8981-191d7218719d" providerId="ADAL" clId="{16F693D4-62C4-4BA3-8943-81787A08A71E}" dt="2026-04-10T11:38:05.842" v="676" actId="113"/>
        <pc:sldMkLst>
          <pc:docMk/>
          <pc:sldMk cId="0" sldId="258"/>
        </pc:sldMkLst>
        <pc:spChg chg="add del">
          <ac:chgData name="PATRUNO ANDREA" userId="434c2d3d-d760-4baf-8981-191d7218719d" providerId="ADAL" clId="{16F693D4-62C4-4BA3-8943-81787A08A71E}" dt="2026-04-10T11:17:03.120" v="454" actId="478"/>
          <ac:spMkLst>
            <pc:docMk/>
            <pc:sldMk cId="0" sldId="258"/>
            <ac:spMk id="2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03.426" v="662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6:46.157" v="658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6:46.157" v="658" actId="1076"/>
          <ac:spMkLst>
            <pc:docMk/>
            <pc:sldMk cId="0" sldId="258"/>
            <ac:spMk id="7" creationId="{00000000-0000-0000-0000-000000000000}"/>
          </ac:spMkLst>
        </pc:spChg>
        <pc:spChg chg="add del mod">
          <ac:chgData name="PATRUNO ANDREA" userId="434c2d3d-d760-4baf-8981-191d7218719d" providerId="ADAL" clId="{16F693D4-62C4-4BA3-8943-81787A08A71E}" dt="2026-04-10T11:36:53.259" v="659" actId="14100"/>
          <ac:spMkLst>
            <pc:docMk/>
            <pc:sldMk cId="0" sldId="258"/>
            <ac:spMk id="8" creationId="{00000000-0000-0000-0000-000000000000}"/>
          </ac:spMkLst>
        </pc:spChg>
        <pc:spChg chg="add del mod">
          <ac:chgData name="PATRUNO ANDREA" userId="434c2d3d-d760-4baf-8981-191d7218719d" providerId="ADAL" clId="{16F693D4-62C4-4BA3-8943-81787A08A71E}" dt="2026-04-10T11:36:53.259" v="659" actId="14100"/>
          <ac:spMkLst>
            <pc:docMk/>
            <pc:sldMk cId="0" sldId="258"/>
            <ac:spMk id="9" creationId="{00000000-0000-0000-0000-000000000000}"/>
          </ac:spMkLst>
        </pc:spChg>
        <pc:spChg chg="add del mod">
          <ac:chgData name="PATRUNO ANDREA" userId="434c2d3d-d760-4baf-8981-191d7218719d" providerId="ADAL" clId="{16F693D4-62C4-4BA3-8943-81787A08A71E}" dt="2026-04-10T11:37:57.038" v="674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52.025" v="673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28.922" v="664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28.922" v="664" actId="1076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PATRUNO ANDREA" userId="434c2d3d-d760-4baf-8981-191d7218719d" providerId="ADAL" clId="{16F693D4-62C4-4BA3-8943-81787A08A71E}" dt="2026-04-10T11:37:28.922" v="664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40.827" v="669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37.484" v="668" actId="1076"/>
          <ac:spMkLst>
            <pc:docMk/>
            <pc:sldMk cId="0" sldId="258"/>
            <ac:spMk id="18" creationId="{00000000-0000-0000-0000-000000000000}"/>
          </ac:spMkLst>
        </pc:spChg>
        <pc:spChg chg="add del mod">
          <ac:chgData name="PATRUNO ANDREA" userId="434c2d3d-d760-4baf-8981-191d7218719d" providerId="ADAL" clId="{16F693D4-62C4-4BA3-8943-81787A08A71E}" dt="2026-04-10T11:37:15.731" v="663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15.731" v="663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15.731" v="663" actId="1076"/>
          <ac:spMkLst>
            <pc:docMk/>
            <pc:sldMk cId="0" sldId="258"/>
            <ac:spMk id="21" creationId="{00000000-0000-0000-0000-000000000000}"/>
          </ac:spMkLst>
        </pc:spChg>
        <pc:spChg chg="add del mod">
          <ac:chgData name="PATRUNO ANDREA" userId="434c2d3d-d760-4baf-8981-191d7218719d" providerId="ADAL" clId="{16F693D4-62C4-4BA3-8943-81787A08A71E}" dt="2026-04-10T11:37:15.731" v="663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15.731" v="663" actId="1076"/>
          <ac:spMkLst>
            <pc:docMk/>
            <pc:sldMk cId="0" sldId="258"/>
            <ac:spMk id="28" creationId="{00000000-0000-0000-0000-000000000000}"/>
          </ac:spMkLst>
        </pc:spChg>
        <pc:spChg chg="add mod">
          <ac:chgData name="PATRUNO ANDREA" userId="434c2d3d-d760-4baf-8981-191d7218719d" providerId="ADAL" clId="{16F693D4-62C4-4BA3-8943-81787A08A71E}" dt="2026-04-10T11:38:05.842" v="676" actId="113"/>
          <ac:spMkLst>
            <pc:docMk/>
            <pc:sldMk cId="0" sldId="258"/>
            <ac:spMk id="34" creationId="{A356B9A7-E817-A205-774E-1BBCE37F12A5}"/>
          </ac:spMkLst>
        </pc:spChg>
        <pc:spChg chg="add mod">
          <ac:chgData name="PATRUNO ANDREA" userId="434c2d3d-d760-4baf-8981-191d7218719d" providerId="ADAL" clId="{16F693D4-62C4-4BA3-8943-81787A08A71E}" dt="2026-04-10T11:37:28.922" v="664" actId="1076"/>
          <ac:spMkLst>
            <pc:docMk/>
            <pc:sldMk cId="0" sldId="258"/>
            <ac:spMk id="36" creationId="{60961725-D9AD-3387-4C49-2894430F26A9}"/>
          </ac:spMkLst>
        </pc:spChg>
        <pc:spChg chg="add mod">
          <ac:chgData name="PATRUNO ANDREA" userId="434c2d3d-d760-4baf-8981-191d7218719d" providerId="ADAL" clId="{16F693D4-62C4-4BA3-8943-81787A08A71E}" dt="2026-04-10T11:37:28.922" v="664" actId="1076"/>
          <ac:spMkLst>
            <pc:docMk/>
            <pc:sldMk cId="0" sldId="258"/>
            <ac:spMk id="38" creationId="{A16E7144-B6A9-C7F4-B894-81441A97DAF5}"/>
          </ac:spMkLst>
        </pc:spChg>
      </pc:sldChg>
      <pc:sldChg chg="modSp mod">
        <pc:chgData name="PATRUNO ANDREA" userId="434c2d3d-d760-4baf-8981-191d7218719d" providerId="ADAL" clId="{16F693D4-62C4-4BA3-8943-81787A08A71E}" dt="2026-04-10T11:51:27.557" v="707" actId="1076"/>
        <pc:sldMkLst>
          <pc:docMk/>
          <pc:sldMk cId="0" sldId="259"/>
        </pc:sldMkLst>
        <pc:spChg chg="mod">
          <ac:chgData name="PATRUNO ANDREA" userId="434c2d3d-d760-4baf-8981-191d7218719d" providerId="ADAL" clId="{16F693D4-62C4-4BA3-8943-81787A08A71E}" dt="2026-04-10T11:46:54.301" v="698" actId="255"/>
          <ac:spMkLst>
            <pc:docMk/>
            <pc:sldMk cId="0" sldId="259"/>
            <ac:spMk id="1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6:01.551" v="691" actId="40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6:49.860" v="697" actId="255"/>
          <ac:spMkLst>
            <pc:docMk/>
            <pc:sldMk cId="0" sldId="259"/>
            <ac:spMk id="18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6:31.923" v="694" actId="25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6:45.267" v="696" actId="255"/>
          <ac:spMkLst>
            <pc:docMk/>
            <pc:sldMk cId="0" sldId="259"/>
            <ac:spMk id="2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6:39.384" v="695" actId="255"/>
          <ac:spMkLst>
            <pc:docMk/>
            <pc:sldMk cId="0" sldId="259"/>
            <ac:spMk id="24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7:25.846" v="704" actId="255"/>
          <ac:spMkLst>
            <pc:docMk/>
            <pc:sldMk cId="0" sldId="259"/>
            <ac:spMk id="27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5:56.352" v="684" actId="403"/>
          <ac:spMkLst>
            <pc:docMk/>
            <pc:sldMk cId="0" sldId="259"/>
            <ac:spMk id="28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51:27.557" v="707" actId="107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7:29.563" v="705" actId="255"/>
          <ac:spMkLst>
            <pc:docMk/>
            <pc:sldMk cId="0" sldId="259"/>
            <ac:spMk id="31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5:48.680" v="680" actId="255"/>
          <ac:spMkLst>
            <pc:docMk/>
            <pc:sldMk cId="0" sldId="259"/>
            <ac:spMk id="32" creationId="{00000000-0000-0000-0000-000000000000}"/>
          </ac:spMkLst>
        </pc:spChg>
      </pc:sldChg>
      <pc:sldChg chg="ord">
        <pc:chgData name="PATRUNO ANDREA" userId="434c2d3d-d760-4baf-8981-191d7218719d" providerId="ADAL" clId="{16F693D4-62C4-4BA3-8943-81787A08A71E}" dt="2026-04-10T11:53:34.545" v="709"/>
        <pc:sldMkLst>
          <pc:docMk/>
          <pc:sldMk cId="0" sldId="261"/>
        </pc:sldMkLst>
      </pc:sldChg>
      <pc:sldChg chg="modSp mod">
        <pc:chgData name="PATRUNO ANDREA" userId="434c2d3d-d760-4baf-8981-191d7218719d" providerId="ADAL" clId="{16F693D4-62C4-4BA3-8943-81787A08A71E}" dt="2026-04-10T11:58:16.532" v="715" actId="1076"/>
        <pc:sldMkLst>
          <pc:docMk/>
          <pc:sldMk cId="0" sldId="262"/>
        </pc:sldMkLst>
        <pc:spChg chg="mod">
          <ac:chgData name="PATRUNO ANDREA" userId="434c2d3d-d760-4baf-8981-191d7218719d" providerId="ADAL" clId="{16F693D4-62C4-4BA3-8943-81787A08A71E}" dt="2026-04-10T11:58:16.532" v="715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55:46.169" v="713" actId="1076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PATRUNO ANDREA" userId="434c2d3d-d760-4baf-8981-191d7218719d" providerId="ADAL" clId="{16F693D4-62C4-4BA3-8943-81787A08A71E}" dt="2026-04-10T12:04:51.161" v="724" actId="20577"/>
        <pc:sldMkLst>
          <pc:docMk/>
          <pc:sldMk cId="0" sldId="263"/>
        </pc:sldMkLst>
        <pc:spChg chg="mod">
          <ac:chgData name="PATRUNO ANDREA" userId="434c2d3d-d760-4baf-8981-191d7218719d" providerId="ADAL" clId="{16F693D4-62C4-4BA3-8943-81787A08A71E}" dt="2026-04-10T12:04:38.608" v="716" actId="20577"/>
          <ac:spMkLst>
            <pc:docMk/>
            <pc:sldMk cId="0" sldId="263"/>
            <ac:spMk id="27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2:04:42.002" v="719" actId="20577"/>
          <ac:spMkLst>
            <pc:docMk/>
            <pc:sldMk cId="0" sldId="263"/>
            <ac:spMk id="29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2:04:44.847" v="722" actId="20577"/>
          <ac:spMkLst>
            <pc:docMk/>
            <pc:sldMk cId="0" sldId="263"/>
            <ac:spMk id="31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2:04:48.847" v="723" actId="20577"/>
          <ac:spMkLst>
            <pc:docMk/>
            <pc:sldMk cId="0" sldId="263"/>
            <ac:spMk id="3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2:04:51.161" v="724" actId="20577"/>
          <ac:spMkLst>
            <pc:docMk/>
            <pc:sldMk cId="0" sldId="263"/>
            <ac:spMk id="35" creationId="{00000000-0000-0000-0000-000000000000}"/>
          </ac:spMkLst>
        </pc:spChg>
      </pc:sldChg>
      <pc:sldChg chg="addSp delSp modSp new mod">
        <pc:chgData name="PATRUNO ANDREA" userId="434c2d3d-d760-4baf-8981-191d7218719d" providerId="ADAL" clId="{16F693D4-62C4-4BA3-8943-81787A08A71E}" dt="2026-04-10T11:09:21.218" v="383" actId="207"/>
        <pc:sldMkLst>
          <pc:docMk/>
          <pc:sldMk cId="2814612309" sldId="267"/>
        </pc:sldMkLst>
        <pc:spChg chg="add mod">
          <ac:chgData name="PATRUNO ANDREA" userId="434c2d3d-d760-4baf-8981-191d7218719d" providerId="ADAL" clId="{16F693D4-62C4-4BA3-8943-81787A08A71E}" dt="2026-04-10T10:52:07.435" v="21" actId="20577"/>
          <ac:spMkLst>
            <pc:docMk/>
            <pc:sldMk cId="2814612309" sldId="267"/>
            <ac:spMk id="2" creationId="{EECF17F0-E193-7F72-05C6-23F7DF416B1D}"/>
          </ac:spMkLst>
        </pc:spChg>
        <pc:spChg chg="add mod">
          <ac:chgData name="PATRUNO ANDREA" userId="434c2d3d-d760-4baf-8981-191d7218719d" providerId="ADAL" clId="{16F693D4-62C4-4BA3-8943-81787A08A71E}" dt="2026-04-10T10:56:34.407" v="112" actId="14100"/>
          <ac:spMkLst>
            <pc:docMk/>
            <pc:sldMk cId="2814612309" sldId="267"/>
            <ac:spMk id="3" creationId="{B4856C3E-95A8-8FBB-BF61-42A33B3C7FA2}"/>
          </ac:spMkLst>
        </pc:spChg>
        <pc:spChg chg="add mod">
          <ac:chgData name="PATRUNO ANDREA" userId="434c2d3d-d760-4baf-8981-191d7218719d" providerId="ADAL" clId="{16F693D4-62C4-4BA3-8943-81787A08A71E}" dt="2026-04-10T10:55:20.211" v="102" actId="14100"/>
          <ac:spMkLst>
            <pc:docMk/>
            <pc:sldMk cId="2814612309" sldId="267"/>
            <ac:spMk id="4" creationId="{62B66494-BFC9-C502-95D6-0D93B9C4E241}"/>
          </ac:spMkLst>
        </pc:spChg>
        <pc:spChg chg="add 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12" creationId="{1B05F9B3-10B3-A3E3-EC3D-4FA0CB9B7892}"/>
          </ac:spMkLst>
        </pc:spChg>
        <pc:spChg chg="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13" creationId="{56070D00-0291-9D85-2A52-9D92F4CECE9D}"/>
          </ac:spMkLst>
        </pc:spChg>
        <pc:spChg chg="add 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14" creationId="{5FCE51B8-8F77-6AE8-D16E-DC115EED7138}"/>
          </ac:spMkLst>
        </pc:spChg>
        <pc:spChg chg="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22" creationId="{E4A50B6E-C841-B9C9-F420-D4E056B77277}"/>
          </ac:spMkLst>
        </pc:spChg>
        <pc:spChg chg="add mod">
          <ac:chgData name="PATRUNO ANDREA" userId="434c2d3d-d760-4baf-8981-191d7218719d" providerId="ADAL" clId="{16F693D4-62C4-4BA3-8943-81787A08A71E}" dt="2026-04-10T11:08:52.611" v="375" actId="1076"/>
          <ac:spMkLst>
            <pc:docMk/>
            <pc:sldMk cId="2814612309" sldId="267"/>
            <ac:spMk id="23" creationId="{748A0C6C-4A76-9726-C47E-868FB6B0EF0A}"/>
          </ac:spMkLst>
        </pc:spChg>
        <pc:spChg chg="add mod">
          <ac:chgData name="PATRUNO ANDREA" userId="434c2d3d-d760-4baf-8981-191d7218719d" providerId="ADAL" clId="{16F693D4-62C4-4BA3-8943-81787A08A71E}" dt="2026-04-10T11:08:52.611" v="375" actId="1076"/>
          <ac:spMkLst>
            <pc:docMk/>
            <pc:sldMk cId="2814612309" sldId="267"/>
            <ac:spMk id="24" creationId="{FE6430F2-A9C4-9A33-12EA-53B7F8133CD0}"/>
          </ac:spMkLst>
        </pc:spChg>
        <pc:spChg chg="mod">
          <ac:chgData name="PATRUNO ANDREA" userId="434c2d3d-d760-4baf-8981-191d7218719d" providerId="ADAL" clId="{16F693D4-62C4-4BA3-8943-81787A08A71E}" dt="2026-04-10T11:08:52.611" v="375" actId="1076"/>
          <ac:spMkLst>
            <pc:docMk/>
            <pc:sldMk cId="2814612309" sldId="267"/>
            <ac:spMk id="25" creationId="{B137F305-C7DC-3D8C-F2DB-34DA219C98C9}"/>
          </ac:spMkLst>
        </pc:spChg>
        <pc:spChg chg="mod">
          <ac:chgData name="PATRUNO ANDREA" userId="434c2d3d-d760-4baf-8981-191d7218719d" providerId="ADAL" clId="{16F693D4-62C4-4BA3-8943-81787A08A71E}" dt="2026-04-10T11:08:52.611" v="375" actId="1076"/>
          <ac:spMkLst>
            <pc:docMk/>
            <pc:sldMk cId="2814612309" sldId="267"/>
            <ac:spMk id="26" creationId="{B609A615-04DA-125D-7648-437909D69EA7}"/>
          </ac:spMkLst>
        </pc:spChg>
        <pc:spChg chg="add del 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35" creationId="{D6E0CC0D-7D94-AA1B-07AF-257B80682547}"/>
          </ac:spMkLst>
        </pc:spChg>
        <pc:spChg chg="add 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36" creationId="{981C6F95-42A6-9117-4153-7A82AD31A77B}"/>
          </ac:spMkLst>
        </pc:spChg>
        <pc:spChg chg="add mod">
          <ac:chgData name="PATRUNO ANDREA" userId="434c2d3d-d760-4baf-8981-191d7218719d" providerId="ADAL" clId="{16F693D4-62C4-4BA3-8943-81787A08A71E}" dt="2026-04-10T11:08:52.611" v="375" actId="1076"/>
          <ac:spMkLst>
            <pc:docMk/>
            <pc:sldMk cId="2814612309" sldId="267"/>
            <ac:spMk id="39" creationId="{65724F8C-93D1-45DB-CCEF-B69D4C41B516}"/>
          </ac:spMkLst>
        </pc:spChg>
        <pc:picChg chg="add mod">
          <ac:chgData name="PATRUNO ANDREA" userId="434c2d3d-d760-4baf-8981-191d7218719d" providerId="ADAL" clId="{16F693D4-62C4-4BA3-8943-81787A08A71E}" dt="2026-04-10T11:08:44.904" v="374" actId="1076"/>
          <ac:picMkLst>
            <pc:docMk/>
            <pc:sldMk cId="2814612309" sldId="267"/>
            <ac:picMk id="41" creationId="{B96C1320-1210-606B-B69D-BC99BF88B19D}"/>
          </ac:picMkLst>
        </pc:picChg>
        <pc:picChg chg="add mod">
          <ac:chgData name="PATRUNO ANDREA" userId="434c2d3d-d760-4baf-8981-191d7218719d" providerId="ADAL" clId="{16F693D4-62C4-4BA3-8943-81787A08A71E}" dt="2026-04-10T11:09:21.218" v="383" actId="207"/>
          <ac:picMkLst>
            <pc:docMk/>
            <pc:sldMk cId="2814612309" sldId="267"/>
            <ac:picMk id="43" creationId="{739869E6-C976-917C-1D03-B1C78779506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940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Shape 2"/>
          <p:cNvSpPr/>
          <p:nvPr/>
        </p:nvSpPr>
        <p:spPr>
          <a:xfrm>
            <a:off x="3492304" y="609922"/>
            <a:ext cx="2399045" cy="4181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5" name="Text 3"/>
          <p:cNvSpPr/>
          <p:nvPr/>
        </p:nvSpPr>
        <p:spPr>
          <a:xfrm>
            <a:off x="3293976" y="536155"/>
            <a:ext cx="2665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00067" y="1077761"/>
            <a:ext cx="505030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&amp; PCA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l'Analisi di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Immagini Mediche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6456" y="3576975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Compressione e analisi esplorativa su radiografie polmonari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276456" y="4065739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1465175" y="4084027"/>
            <a:ext cx="2698861" cy="130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Patruno, Ivan Giacomo Colella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276456" y="4264445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A.A.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465176" y="4264445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2025/2026</a:t>
            </a:r>
            <a:endParaRPr lang="en-US" sz="12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3CEB99B-3364-D833-8FAF-E8879F08BE80}"/>
              </a:ext>
            </a:extLst>
          </p:cNvPr>
          <p:cNvSpPr/>
          <p:nvPr/>
        </p:nvSpPr>
        <p:spPr>
          <a:xfrm>
            <a:off x="276456" y="4426927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</a:t>
            </a:r>
            <a:endParaRPr 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42C903A0-549B-41CD-68A2-BCD537033D52}"/>
              </a:ext>
            </a:extLst>
          </p:cNvPr>
          <p:cNvSpPr/>
          <p:nvPr/>
        </p:nvSpPr>
        <p:spPr>
          <a:xfrm>
            <a:off x="1465176" y="4373587"/>
            <a:ext cx="317929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Statisitcal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Methods for AI</a:t>
            </a:r>
            <a:endParaRPr lang="en-US" sz="1200" dirty="0"/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09EE11DC-D367-F713-553E-3FD7D36CF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341" y="536155"/>
            <a:ext cx="1736203" cy="1713781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3A04ECB1-7679-695D-F40A-F00131D65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56" y="557784"/>
            <a:ext cx="2199190" cy="8798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CF17F0-E193-7F72-05C6-23F7DF416B1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4856C3E-95A8-8FBB-BF61-42A33B3C7FA2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B66494-BFC9-C502-95D6-0D93B9C4E241}"/>
              </a:ext>
            </a:extLst>
          </p:cNvPr>
          <p:cNvSpPr/>
          <p:nvPr/>
        </p:nvSpPr>
        <p:spPr>
          <a:xfrm>
            <a:off x="365760" y="18077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>
                <a:solidFill>
                  <a:schemeClr val="bg1"/>
                </a:solidFill>
              </a:rPr>
              <a:t>Le Motivazioni e gli Obiettivi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1B05F9B3-10B3-A3E3-EC3D-4FA0CB9B7892}"/>
              </a:ext>
            </a:extLst>
          </p:cNvPr>
          <p:cNvSpPr/>
          <p:nvPr/>
        </p:nvSpPr>
        <p:spPr>
          <a:xfrm>
            <a:off x="102322" y="1200839"/>
            <a:ext cx="3968931" cy="209978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it-IT" dirty="0"/>
              <a:t> </a:t>
            </a: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56070D00-0291-9D85-2A52-9D92F4CECE9D}"/>
              </a:ext>
            </a:extLst>
          </p:cNvPr>
          <p:cNvSpPr/>
          <p:nvPr/>
        </p:nvSpPr>
        <p:spPr>
          <a:xfrm>
            <a:off x="102322" y="1117678"/>
            <a:ext cx="3968931" cy="416372"/>
          </a:xfrm>
          <a:prstGeom prst="rect">
            <a:avLst/>
          </a:prstGeom>
          <a:solidFill>
            <a:srgbClr val="505E82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>
              <a:solidFill>
                <a:srgbClr val="0D1B4B"/>
              </a:solidFill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5FCE51B8-8F77-6AE8-D16E-DC115EED7138}"/>
              </a:ext>
            </a:extLst>
          </p:cNvPr>
          <p:cNvSpPr/>
          <p:nvPr/>
        </p:nvSpPr>
        <p:spPr>
          <a:xfrm>
            <a:off x="102322" y="1117678"/>
            <a:ext cx="3988522" cy="41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16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E4A50B6E-C841-B9C9-F420-D4E056B77277}"/>
              </a:ext>
            </a:extLst>
          </p:cNvPr>
          <p:cNvSpPr/>
          <p:nvPr/>
        </p:nvSpPr>
        <p:spPr>
          <a:xfrm>
            <a:off x="304071" y="1687901"/>
            <a:ext cx="2117177" cy="303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748A0C6C-4A76-9726-C47E-868FB6B0EF0A}"/>
              </a:ext>
            </a:extLst>
          </p:cNvPr>
          <p:cNvSpPr/>
          <p:nvPr/>
        </p:nvSpPr>
        <p:spPr>
          <a:xfrm>
            <a:off x="4855031" y="1567541"/>
            <a:ext cx="4206240" cy="173308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FE6430F2-A9C4-9A33-12EA-53B7F8133CD0}"/>
              </a:ext>
            </a:extLst>
          </p:cNvPr>
          <p:cNvSpPr/>
          <p:nvPr/>
        </p:nvSpPr>
        <p:spPr>
          <a:xfrm>
            <a:off x="4846320" y="1117678"/>
            <a:ext cx="420624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B137F305-C7DC-3D8C-F2DB-34DA219C98C9}"/>
              </a:ext>
            </a:extLst>
          </p:cNvPr>
          <p:cNvSpPr/>
          <p:nvPr/>
        </p:nvSpPr>
        <p:spPr>
          <a:xfrm>
            <a:off x="4937760" y="111767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</a:t>
            </a:r>
            <a:endParaRPr lang="en-US" sz="16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B609A615-04DA-125D-7648-437909D69EA7}"/>
              </a:ext>
            </a:extLst>
          </p:cNvPr>
          <p:cNvSpPr/>
          <p:nvPr/>
        </p:nvSpPr>
        <p:spPr>
          <a:xfrm>
            <a:off x="5050244" y="1625652"/>
            <a:ext cx="3773716" cy="841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it-IT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Compressione (SVD): </a:t>
            </a:r>
            <a:r>
              <a:rPr lang="it-IT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it-IT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</a:t>
            </a:r>
            <a:r>
              <a:rPr lang="it-IT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può comprimere le radiografie toraciche preservando le informazioni clinicamente rilevanti?</a:t>
            </a:r>
            <a:endParaRPr lang="en-US" sz="1200" dirty="0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D6E0CC0D-7D94-AA1B-07AF-257B80682547}"/>
              </a:ext>
            </a:extLst>
          </p:cNvPr>
          <p:cNvSpPr txBox="1"/>
          <p:nvPr/>
        </p:nvSpPr>
        <p:spPr>
          <a:xfrm>
            <a:off x="148042" y="1654336"/>
            <a:ext cx="34173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>
                <a:solidFill>
                  <a:srgbClr val="0D1B4B"/>
                </a:solidFill>
              </a:rPr>
              <a:t>Le radiografie ad alta risoluzione generano enormi moli di dati </a:t>
            </a:r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981C6F95-42A6-9117-4153-7A82AD31A77B}"/>
              </a:ext>
            </a:extLst>
          </p:cNvPr>
          <p:cNvSpPr/>
          <p:nvPr/>
        </p:nvSpPr>
        <p:spPr>
          <a:xfrm>
            <a:off x="193762" y="2355450"/>
            <a:ext cx="3417389" cy="52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Conseguenza</a:t>
            </a: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it-IT" sz="1200" dirty="0">
                <a:solidFill>
                  <a:srgbClr val="64748B"/>
                </a:solidFill>
              </a:rPr>
              <a:t>Alta ridondanza spaziale e necessità di ottimizzazione</a:t>
            </a:r>
            <a:endParaRPr lang="en-US" sz="1200" dirty="0">
              <a:solidFill>
                <a:srgbClr val="64748B"/>
              </a:solidFill>
            </a:endParaRPr>
          </a:p>
          <a:p>
            <a:pPr marL="0" indent="0">
              <a:buNone/>
            </a:pPr>
            <a:endParaRPr lang="en-US" sz="1200" b="1" dirty="0">
              <a:solidFill>
                <a:srgbClr val="0D1B4B"/>
              </a:solidFill>
            </a:endParaRPr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65724F8C-93D1-45DB-CCEF-B69D4C41B516}"/>
              </a:ext>
            </a:extLst>
          </p:cNvPr>
          <p:cNvSpPr/>
          <p:nvPr/>
        </p:nvSpPr>
        <p:spPr>
          <a:xfrm>
            <a:off x="5050244" y="2182435"/>
            <a:ext cx="3773716" cy="841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200" b="1" dirty="0">
                <a:solidFill>
                  <a:srgbClr val="028090"/>
                </a:solidFill>
              </a:rPr>
              <a:t>Classificazione (PCA):</a:t>
            </a:r>
            <a:r>
              <a:rPr lang="it-IT" sz="1200" dirty="0">
                <a:solidFill>
                  <a:srgbClr val="028090"/>
                </a:solidFill>
              </a:rPr>
              <a:t> La </a:t>
            </a:r>
            <a:r>
              <a:rPr lang="it-IT" sz="1200" b="1" dirty="0">
                <a:solidFill>
                  <a:srgbClr val="028090"/>
                </a:solidFill>
              </a:rPr>
              <a:t>PCA</a:t>
            </a:r>
            <a:r>
              <a:rPr lang="it-IT" sz="1200" dirty="0">
                <a:solidFill>
                  <a:srgbClr val="028090"/>
                </a:solidFill>
              </a:rPr>
              <a:t> può rivelare strutture latenti nel dataset in grado di distinguere le diverse patologie polmonari?</a:t>
            </a:r>
          </a:p>
        </p:txBody>
      </p:sp>
      <p:pic>
        <p:nvPicPr>
          <p:cNvPr id="41" name="Elemento grafico 40" descr="Database con riempimento a tinta unita">
            <a:extLst>
              <a:ext uri="{FF2B5EF4-FFF2-40B4-BE49-F238E27FC236}">
                <a16:creationId xmlns:a16="http://schemas.microsoft.com/office/drawing/2014/main" id="{B96C1320-1210-606B-B69D-BC99BF88B1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0444" y="1556590"/>
            <a:ext cx="660400" cy="660400"/>
          </a:xfrm>
          <a:prstGeom prst="rect">
            <a:avLst/>
          </a:prstGeom>
        </p:spPr>
      </p:pic>
      <p:pic>
        <p:nvPicPr>
          <p:cNvPr id="43" name="Elemento grafico 42" descr="Freccia: diritta con riempimento a tinta unita">
            <a:extLst>
              <a:ext uri="{FF2B5EF4-FFF2-40B4-BE49-F238E27FC236}">
                <a16:creationId xmlns:a16="http://schemas.microsoft.com/office/drawing/2014/main" id="{739869E6-C976-917C-1D03-B1C787795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056615" y="2008271"/>
            <a:ext cx="818133" cy="81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2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Lung X-Rays Grayscale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 diagnostiche — max 120 immagini per classe — 256×256 </a:t>
            </a:r>
            <a:r>
              <a:rPr lang="en-US" sz="1100" i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di Bari — A. Patruno — 2025/2026</a:t>
            </a:r>
            <a:endParaRPr lang="en-US" sz="750" dirty="0"/>
          </a:p>
        </p:txBody>
      </p:sp>
      <p:pic>
        <p:nvPicPr>
          <p:cNvPr id="37" name="Immagine 36">
            <a:extLst>
              <a:ext uri="{FF2B5EF4-FFF2-40B4-BE49-F238E27FC236}">
                <a16:creationId xmlns:a16="http://schemas.microsoft.com/office/drawing/2014/main" id="{83BE93DF-1235-1ED3-2F1B-7DD9C61EC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51" y="1078992"/>
            <a:ext cx="7610421" cy="3491489"/>
          </a:xfrm>
          <a:prstGeom prst="rect">
            <a:avLst/>
          </a:prstGeom>
        </p:spPr>
      </p:pic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73C7781D-04BA-29A7-10E8-BA5A51A13BC2}"/>
              </a:ext>
            </a:extLst>
          </p:cNvPr>
          <p:cNvSpPr txBox="1"/>
          <p:nvPr/>
        </p:nvSpPr>
        <p:spPr>
          <a:xfrm>
            <a:off x="717151" y="4680209"/>
            <a:ext cx="55680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i="0" dirty="0">
                <a:solidFill>
                  <a:srgbClr val="0D1B4B"/>
                </a:solidFill>
                <a:effectLst/>
              </a:rPr>
              <a:t>COVID ha toni medio-alti (opacità), la polmonite concentra toni scuri (addensamenti visibili).</a:t>
            </a:r>
            <a:endParaRPr lang="it-IT" sz="1100" b="1" dirty="0">
              <a:solidFill>
                <a:srgbClr val="0D1B4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93494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di Bari — A. Patruno — 2025/2026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32103" y="1479218"/>
            <a:ext cx="2334535" cy="284589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7" name="Shape 5"/>
          <p:cNvSpPr/>
          <p:nvPr/>
        </p:nvSpPr>
        <p:spPr>
          <a:xfrm>
            <a:off x="832103" y="1444751"/>
            <a:ext cx="2334535" cy="61661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8" name="Text 6"/>
          <p:cNvSpPr/>
          <p:nvPr/>
        </p:nvSpPr>
        <p:spPr>
          <a:xfrm>
            <a:off x="832103" y="1444751"/>
            <a:ext cx="2334535" cy="616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" y="1993391"/>
            <a:ext cx="2120358" cy="533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Standardizzazione</a:t>
            </a: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spaziale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56893" y="2308932"/>
            <a:ext cx="160633" cy="415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62060" y="1444752"/>
            <a:ext cx="2334535" cy="284589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3" name="Shape 11"/>
          <p:cNvSpPr/>
          <p:nvPr/>
        </p:nvSpPr>
        <p:spPr>
          <a:xfrm>
            <a:off x="3484920" y="1444751"/>
            <a:ext cx="2334535" cy="61661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4" name="Text 12"/>
          <p:cNvSpPr/>
          <p:nvPr/>
        </p:nvSpPr>
        <p:spPr>
          <a:xfrm>
            <a:off x="3484920" y="1444751"/>
            <a:ext cx="2334535" cy="616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76361" y="1993391"/>
            <a:ext cx="2120358" cy="533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19332" y="2317650"/>
            <a:ext cx="160633" cy="415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37738" y="1444752"/>
            <a:ext cx="2334535" cy="284589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9" name="Shape 17"/>
          <p:cNvSpPr/>
          <p:nvPr/>
        </p:nvSpPr>
        <p:spPr>
          <a:xfrm>
            <a:off x="6137738" y="1444751"/>
            <a:ext cx="2334535" cy="61661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0" name="Text 18"/>
          <p:cNvSpPr/>
          <p:nvPr/>
        </p:nvSpPr>
        <p:spPr>
          <a:xfrm>
            <a:off x="6137738" y="1444751"/>
            <a:ext cx="2334535" cy="616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29179" y="1993391"/>
            <a:ext cx="2120358" cy="533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200" b="1" dirty="0">
                <a:solidFill>
                  <a:srgbClr val="0D1B4B"/>
                </a:solidFill>
              </a:rPr>
              <a:t>Normalizzazione e Centratura</a:t>
            </a:r>
            <a:endParaRPr lang="en-US" sz="1200" b="1" dirty="0">
              <a:solidFill>
                <a:srgbClr val="0D1B4B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8131131" y="2304287"/>
            <a:ext cx="160633" cy="415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74899" y="2421753"/>
            <a:ext cx="2120358" cy="1555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100" b="1" i="1" dirty="0" err="1">
                <a:solidFill>
                  <a:srgbClr val="0D1B4B"/>
                </a:solidFill>
              </a:rPr>
              <a:t>Flattening</a:t>
            </a:r>
            <a:r>
              <a:rPr lang="it-IT" sz="1100" dirty="0">
                <a:solidFill>
                  <a:srgbClr val="0D1B4B"/>
                </a:solidFill>
              </a:rPr>
              <a:t> (Vettore da 65.536 elementi) e sottrazione della media.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100" b="1" i="1" dirty="0">
                <a:solidFill>
                  <a:srgbClr val="0D1B4B"/>
                </a:solidFill>
                <a:latin typeface="Google Sans Text"/>
              </a:rPr>
              <a:t>Perché</a:t>
            </a:r>
            <a:r>
              <a:rPr lang="it-IT" altLang="it-IT" sz="1100" i="1" dirty="0">
                <a:solidFill>
                  <a:srgbClr val="0D1B4B"/>
                </a:solidFill>
                <a:latin typeface="Google Sans Text"/>
              </a:rPr>
              <a:t>:</a:t>
            </a:r>
            <a:r>
              <a:rPr lang="it-IT" altLang="it-IT" sz="1100" dirty="0">
                <a:solidFill>
                  <a:srgbClr val="0D1B4B"/>
                </a:solidFill>
              </a:rPr>
              <a:t> Preparare la matrice </a:t>
            </a:r>
            <a:r>
              <a:rPr lang="it-IT" altLang="it-IT" sz="1100" dirty="0">
                <a:solidFill>
                  <a:srgbClr val="0D1B4B"/>
                </a:solidFill>
                <a:latin typeface="Google Sans Text"/>
              </a:rPr>
              <a:t>X</a:t>
            </a:r>
            <a:r>
              <a:rPr lang="it-IT" altLang="it-IT" sz="1100" dirty="0">
                <a:solidFill>
                  <a:srgbClr val="0D1B4B"/>
                </a:solidFill>
              </a:rPr>
              <a:t> per l'estrazione delle componenti principali.</a:t>
            </a:r>
            <a:endParaRPr lang="it-IT" altLang="it-IT" sz="1100" dirty="0">
              <a:solidFill>
                <a:srgbClr val="0D1B4B"/>
              </a:solidFill>
              <a:latin typeface="Arial" panose="020B0604020202020204" pitchFamily="34" charset="0"/>
            </a:endParaRPr>
          </a:p>
          <a:p>
            <a:endParaRPr lang="en-US" sz="1100" dirty="0">
              <a:solidFill>
                <a:srgbClr val="0D1B4B"/>
              </a:solidFill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A356B9A7-E817-A205-774E-1BBCE37F12A5}"/>
              </a:ext>
            </a:extLst>
          </p:cNvPr>
          <p:cNvSpPr/>
          <p:nvPr/>
        </p:nvSpPr>
        <p:spPr>
          <a:xfrm>
            <a:off x="969264" y="2397837"/>
            <a:ext cx="2120358" cy="1586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100" dirty="0">
                <a:solidFill>
                  <a:srgbClr val="0D1B4B"/>
                </a:solidFill>
              </a:rPr>
              <a:t>Conversione in </a:t>
            </a:r>
            <a:r>
              <a:rPr lang="it-IT" sz="1100" b="1" i="1" dirty="0" err="1">
                <a:solidFill>
                  <a:srgbClr val="0D1B4B"/>
                </a:solidFill>
              </a:rPr>
              <a:t>Grayscale</a:t>
            </a:r>
            <a:r>
              <a:rPr lang="it-IT" sz="1100" dirty="0">
                <a:solidFill>
                  <a:srgbClr val="0D1B4B"/>
                </a:solidFill>
              </a:rPr>
              <a:t> e </a:t>
            </a:r>
            <a:r>
              <a:rPr lang="it-IT" sz="1100" b="1" i="1" dirty="0" err="1">
                <a:solidFill>
                  <a:srgbClr val="0D1B4B"/>
                </a:solidFill>
              </a:rPr>
              <a:t>Resize</a:t>
            </a:r>
            <a:r>
              <a:rPr lang="it-IT" sz="1100" dirty="0">
                <a:solidFill>
                  <a:srgbClr val="0D1B4B"/>
                </a:solidFill>
              </a:rPr>
              <a:t> (256x256).</a:t>
            </a:r>
          </a:p>
          <a:p>
            <a:endParaRPr lang="it-IT" sz="1100" dirty="0">
              <a:solidFill>
                <a:srgbClr val="0D1B4B"/>
              </a:solidFill>
            </a:endParaRPr>
          </a:p>
          <a:p>
            <a:r>
              <a:rPr lang="it-IT" sz="1100" b="1" i="1" dirty="0">
                <a:solidFill>
                  <a:srgbClr val="0D1B4B"/>
                </a:solidFill>
              </a:rPr>
              <a:t>Perché</a:t>
            </a:r>
            <a:r>
              <a:rPr lang="it-IT" sz="1100" i="1" dirty="0">
                <a:solidFill>
                  <a:srgbClr val="0D1B4B"/>
                </a:solidFill>
              </a:rPr>
              <a:t>:</a:t>
            </a:r>
            <a:r>
              <a:rPr lang="it-IT" sz="1100" dirty="0">
                <a:solidFill>
                  <a:srgbClr val="0D1B4B"/>
                </a:solidFill>
              </a:rPr>
              <a:t> Ridurre la complessità computazionale e uniformare i campioni.</a:t>
            </a:r>
            <a:endParaRPr lang="en-US" sz="1100" dirty="0">
              <a:solidFill>
                <a:srgbClr val="0D1B4B"/>
              </a:solidFill>
            </a:endParaRPr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60961725-D9AD-3387-4C49-2894430F26A9}"/>
              </a:ext>
            </a:extLst>
          </p:cNvPr>
          <p:cNvSpPr/>
          <p:nvPr/>
        </p:nvSpPr>
        <p:spPr>
          <a:xfrm>
            <a:off x="3484921" y="1982840"/>
            <a:ext cx="2254218" cy="533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200" b="1" dirty="0">
                <a:solidFill>
                  <a:srgbClr val="0D1B4B"/>
                </a:solidFill>
              </a:rPr>
              <a:t>Correzione del Tilt</a:t>
            </a:r>
            <a:endParaRPr lang="en-US" sz="1200" b="1" dirty="0">
              <a:solidFill>
                <a:srgbClr val="0D1B4B"/>
              </a:solidFill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A16E7144-B6A9-C7F4-B894-81441A97DAF5}"/>
              </a:ext>
            </a:extLst>
          </p:cNvPr>
          <p:cNvSpPr/>
          <p:nvPr/>
        </p:nvSpPr>
        <p:spPr>
          <a:xfrm>
            <a:off x="3599221" y="2304287"/>
            <a:ext cx="2120358" cy="1826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it-IT" sz="1100" dirty="0">
                <a:solidFill>
                  <a:srgbClr val="0D1B4B"/>
                </a:solidFill>
              </a:rPr>
              <a:t>Rilevamento e rotazione automatica dell'inclinazione. </a:t>
            </a:r>
            <a:r>
              <a:rPr lang="it-IT" sz="1100" b="0" i="0" dirty="0">
                <a:solidFill>
                  <a:srgbClr val="0D1B4B"/>
                </a:solidFill>
                <a:effectLst/>
              </a:rPr>
              <a:t>Scarto immagini laterali o pesantemente ruotate (&gt;10 gradi).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1100" dirty="0">
              <a:solidFill>
                <a:srgbClr val="0D1B4B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100" b="1" i="1" dirty="0">
                <a:solidFill>
                  <a:srgbClr val="0D1B4B"/>
                </a:solidFill>
              </a:rPr>
              <a:t>Perché</a:t>
            </a:r>
            <a:r>
              <a:rPr lang="it-IT" sz="1100" i="1" dirty="0">
                <a:solidFill>
                  <a:srgbClr val="0D1B4B"/>
                </a:solidFill>
              </a:rPr>
              <a:t>:</a:t>
            </a:r>
            <a:r>
              <a:rPr lang="it-IT" sz="1100" dirty="0">
                <a:solidFill>
                  <a:srgbClr val="0D1B4B"/>
                </a:solidFill>
              </a:rPr>
              <a:t> La PCA è sensibile all'allineamento; radiografie storte creerebbero "falsa varianza".</a:t>
            </a:r>
            <a:endParaRPr lang="it-IT" altLang="it-IT" sz="1100" dirty="0">
              <a:solidFill>
                <a:srgbClr val="0D1B4B"/>
              </a:solidFill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DF6454D3-D0F3-FB4E-E0AA-4D0529EBBBE4}"/>
              </a:ext>
            </a:extLst>
          </p:cNvPr>
          <p:cNvSpPr txBox="1"/>
          <p:nvPr/>
        </p:nvSpPr>
        <p:spPr>
          <a:xfrm>
            <a:off x="1712868" y="1057588"/>
            <a:ext cx="57182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dirty="0">
                <a:solidFill>
                  <a:srgbClr val="0D1B4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 iniziale: Le immagini mediche grezze contenevano inclinazione e bordi incorretti</a:t>
            </a:r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CE1F1071-A53E-FDD3-DBE6-BB965429E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26" y="4341139"/>
            <a:ext cx="4850259" cy="6744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Value Decomposition — Teoria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di Bari — A. Patruno — 2025/2026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 =  U · Σ · Vᵀ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97680" y="118872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Approssimazione rango k:   Aₖ = Σᵢ₌₁ᵏ σᵢ uᵢ vᵢᵀ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" y="2359152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1" name="Shape 9"/>
          <p:cNvSpPr/>
          <p:nvPr/>
        </p:nvSpPr>
        <p:spPr>
          <a:xfrm>
            <a:off x="320040" y="2359152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21208" y="2423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∈ ℝᵐˣᵐ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singular vectors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" y="30632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spaziali delle righe (struttura verticale)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359152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3200400" y="2359152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401568" y="2423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(diagonale)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1568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singolari σ₁≥σ₂≥…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1568" y="30632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σ₁≈130 cattura la luminosità globale. Decadimento rapido.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2359152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080760" y="2359152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281928" y="2423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Vᵀ ∈ ℝⁿˣⁿ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81928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singular vectors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81928" y="30632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spaziali delle colonne (struttura orizzontale)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977640"/>
            <a:ext cx="41605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26" name="Shape 24"/>
          <p:cNvSpPr/>
          <p:nvPr/>
        </p:nvSpPr>
        <p:spPr>
          <a:xfrm>
            <a:off x="320040" y="3977640"/>
            <a:ext cx="64008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0292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</a:t>
            </a: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Eckart-Young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Teorema prova che l'approssimazione SVD troncata (ai primi k valori) è la migliore approssimazione normata possibile.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977640"/>
            <a:ext cx="41605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30" name="Shape 28"/>
          <p:cNvSpPr/>
          <p:nvPr/>
        </p:nvSpPr>
        <p:spPr>
          <a:xfrm>
            <a:off x="4663440" y="3977640"/>
            <a:ext cx="64008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84632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Ratio &amp; PSNR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k(m+n+1)/(mn)    |    </a:t>
            </a: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30 dB = qualità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accettabile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— Implementazione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svd_engine.py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di Bari — A. Patruno — 2025/2026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3584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8503920" cy="38404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20040" y="10972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svd_engine.py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481328"/>
            <a:ext cx="850392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48640" y="1554480"/>
            <a:ext cx="8138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apply_svd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(image_matrix):
</a:t>
            </a: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"""Economy SVD of a 2D image array."""
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U, S, Vt </a:t>
            </a: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np.linalg.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svd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(image_matrix, full_matrices</a:t>
            </a: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False)
    </a:t>
            </a: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U, S, Vt
</a:t>
            </a: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reconstruct_svd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(U, S, Vt, k):
</a:t>
            </a: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"""Rank-k reconstruction: Aₖ = Uₖ · diag(Sₖ) · Vtₖ"""
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(U[:, :k] </a:t>
            </a: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S[:k]) </a:t>
            </a: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Vt[:k, :]
</a:t>
            </a: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compression_ratio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(m, n, k):
</a:t>
            </a: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"""Fraction of values stored vs full image."""
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min(</a:t>
            </a: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 </a:t>
            </a: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(m+n+</a:t>
            </a: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(m</a:t>
            </a: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1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n))
</a:t>
            </a: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MSE efficiente (Eckart-Young) — evita 200 ricostruzioni:
# MSE(k) = Σᵢ₌ₖ₊₁ʳ σᵢ² / (m·n)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— Risultati di Compressione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— al variare di k su immagine 256×256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di Bari — A. Patruno — 2025/2026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202996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93192" y="1152144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93192" y="179222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archiviati (k=20)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96312" y="1078992"/>
            <a:ext cx="202996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569464" y="1152144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 dB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9464" y="179222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a k=20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72584" y="1078992"/>
            <a:ext cx="202996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745736" y="1152144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&gt;30 dB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45736" y="179222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Soglia diagnostica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48856" y="1078992"/>
            <a:ext cx="202996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922008" y="1152144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k=1–3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22008" y="179222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varianza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359152"/>
            <a:ext cx="85039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441448"/>
          <a:ext cx="8321040" cy="216713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5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(dB)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Qualità Visiva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luminosità 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toracica appena visibile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Coste e mediastino emergono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Qualità diagnostica (PSNR &gt; 30 dB)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Dettaglio diagnostico completamente preservato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Indistinguibile dall'originale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457200" y="475488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Tutte e 4 le classi raggiungono PSNR &gt; 30 dB a k=20. Pneumonia e TBC risultano più comprimibili (struttura a rango inferiore).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169DB11-254A-5F38-FD13-712E592E6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94" y="1040565"/>
            <a:ext cx="7756435" cy="2859696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2F6950A1-2461-8C57-D792-8FC5AB12D32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E9ABC95C-AAC6-DE2A-2F6B-FBE1C4FD23E6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014233A-7D98-8AB1-31B8-CCBFA89505DD}"/>
              </a:ext>
            </a:extLst>
          </p:cNvPr>
          <p:cNvSpPr/>
          <p:nvPr/>
        </p:nvSpPr>
        <p:spPr>
          <a:xfrm>
            <a:off x="249646" y="19202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spiegata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ricostruzione</a:t>
            </a:r>
            <a:endParaRPr lang="en-US" sz="22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F97EF74-18C3-F594-0C3D-766477E1E262}"/>
              </a:ext>
            </a:extLst>
          </p:cNvPr>
          <p:cNvSpPr txBox="1"/>
          <p:nvPr/>
        </p:nvSpPr>
        <p:spPr>
          <a:xfrm>
            <a:off x="249646" y="3979479"/>
            <a:ext cx="43223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dirty="0">
                <a:solidFill>
                  <a:srgbClr val="0D1B4B"/>
                </a:solidFill>
              </a:rPr>
              <a:t>Struttura a basso rango</a:t>
            </a:r>
            <a:r>
              <a:rPr lang="it-IT" sz="1100" dirty="0">
                <a:solidFill>
                  <a:srgbClr val="0D1B4B"/>
                </a:solidFill>
              </a:rPr>
              <a:t>: Il 90% dell'energia è contenuto in una media di </a:t>
            </a:r>
            <a:r>
              <a:rPr lang="it-IT" sz="1100" b="1" dirty="0">
                <a:solidFill>
                  <a:srgbClr val="0D1B4B"/>
                </a:solidFill>
              </a:rPr>
              <a:t>1 sola componente </a:t>
            </a:r>
            <a:r>
              <a:rPr lang="it-IT" sz="1100" dirty="0">
                <a:solidFill>
                  <a:srgbClr val="0D1B4B"/>
                </a:solidFill>
              </a:rPr>
              <a:t>in tutte le classi.</a:t>
            </a:r>
          </a:p>
          <a:p>
            <a:r>
              <a:rPr lang="it-IT" sz="1100" dirty="0">
                <a:solidFill>
                  <a:srgbClr val="0D1B4B"/>
                </a:solidFill>
              </a:rPr>
              <a:t>Il </a:t>
            </a:r>
            <a:r>
              <a:rPr lang="it-IT" sz="1100" b="1" dirty="0">
                <a:solidFill>
                  <a:srgbClr val="0D1B4B"/>
                </a:solidFill>
              </a:rPr>
              <a:t>99% della varianza </a:t>
            </a:r>
            <a:r>
              <a:rPr lang="it-IT" sz="1100" dirty="0">
                <a:solidFill>
                  <a:srgbClr val="0D1B4B"/>
                </a:solidFill>
              </a:rPr>
              <a:t>richiede appena </a:t>
            </a:r>
            <a:r>
              <a:rPr lang="it-IT" sz="1100" b="1" dirty="0">
                <a:solidFill>
                  <a:srgbClr val="0D1B4B"/>
                </a:solidFill>
              </a:rPr>
              <a:t>5–20</a:t>
            </a:r>
            <a:r>
              <a:rPr lang="it-IT" sz="1100" dirty="0">
                <a:solidFill>
                  <a:srgbClr val="0D1B4B"/>
                </a:solidFill>
              </a:rPr>
              <a:t> componenti a seconda della patologia.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B522ADF-ADD5-4DAF-0507-454BF48F3E50}"/>
              </a:ext>
            </a:extLst>
          </p:cNvPr>
          <p:cNvSpPr txBox="1"/>
          <p:nvPr/>
        </p:nvSpPr>
        <p:spPr>
          <a:xfrm>
            <a:off x="4679769" y="4000999"/>
            <a:ext cx="446423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dirty="0">
                <a:solidFill>
                  <a:srgbClr val="0D1B4B"/>
                </a:solidFill>
              </a:rPr>
              <a:t>L'MSE</a:t>
            </a:r>
            <a:r>
              <a:rPr lang="it-IT" sz="1100" dirty="0">
                <a:solidFill>
                  <a:srgbClr val="0D1B4B"/>
                </a:solidFill>
              </a:rPr>
              <a:t> logico scende fino al gomito intorno a </a:t>
            </a:r>
            <a:r>
              <a:rPr lang="it-IT" sz="1100" b="1" dirty="0">
                <a:solidFill>
                  <a:srgbClr val="0D1B4B"/>
                </a:solidFill>
              </a:rPr>
              <a:t>k=20-30</a:t>
            </a:r>
            <a:r>
              <a:rPr lang="it-IT" sz="1100" dirty="0">
                <a:solidFill>
                  <a:srgbClr val="0D1B4B"/>
                </a:solidFill>
              </a:rPr>
              <a:t>.</a:t>
            </a:r>
          </a:p>
          <a:p>
            <a:r>
              <a:rPr lang="it-IT" sz="1100" dirty="0">
                <a:solidFill>
                  <a:srgbClr val="0D1B4B"/>
                </a:solidFill>
              </a:rPr>
              <a:t>Punto Ottimale SVD: </a:t>
            </a:r>
            <a:r>
              <a:rPr lang="it-IT" sz="1100" b="1" dirty="0">
                <a:solidFill>
                  <a:srgbClr val="0D1B4B"/>
                </a:solidFill>
              </a:rPr>
              <a:t>k=20 </a:t>
            </a:r>
            <a:r>
              <a:rPr lang="it-IT" sz="1100" dirty="0">
                <a:solidFill>
                  <a:srgbClr val="0D1B4B"/>
                </a:solidFill>
                <a:sym typeface="Wingdings" panose="05000000000000000000" pitchFamily="2" charset="2"/>
              </a:rPr>
              <a:t> </a:t>
            </a:r>
            <a:r>
              <a:rPr lang="it-IT" sz="1100" b="1" dirty="0">
                <a:solidFill>
                  <a:srgbClr val="0D1B4B"/>
                </a:solidFill>
              </a:rPr>
              <a:t>15,7% dei dati totali</a:t>
            </a:r>
            <a:r>
              <a:rPr lang="it-IT" sz="1100" dirty="0">
                <a:solidFill>
                  <a:srgbClr val="0D1B4B"/>
                </a:solidFill>
              </a:rPr>
              <a:t>, mantenendo un PSNR accettabile in diagnostica di &gt; </a:t>
            </a:r>
            <a:r>
              <a:rPr lang="it-IT" sz="1100" b="1" dirty="0">
                <a:solidFill>
                  <a:srgbClr val="0D1B4B"/>
                </a:solidFill>
              </a:rPr>
              <a:t>32</a:t>
            </a:r>
            <a:r>
              <a:rPr lang="it-IT" sz="1100" dirty="0">
                <a:solidFill>
                  <a:srgbClr val="0D1B4B"/>
                </a:solidFill>
              </a:rPr>
              <a:t> dB.</a:t>
            </a:r>
          </a:p>
        </p:txBody>
      </p:sp>
    </p:spTree>
    <p:extLst>
      <p:ext uri="{BB962C8B-B14F-4D97-AF65-F5344CB8AC3E}">
        <p14:creationId xmlns:p14="http://schemas.microsoft.com/office/powerpoint/2010/main" val="1696233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75C0AFD7-EDA2-FC51-F325-28101AE44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35" y="165472"/>
            <a:ext cx="6688182" cy="48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952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Teoria &amp; Relazione con SVD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206240" cy="20208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206240" cy="4389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— per Compressione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Singola immagine A ∈ ℝᵐˣⁿ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20299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Approssimazione Aₖ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41401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24140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Ridurre storage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7980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Garanzia: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27980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Eckart-Young ottimalità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4206240" cy="20208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420624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846320" y="10972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per Analisi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1645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X ∈ ℝᴺˣᵈ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0299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20299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Proiezione X_PCA ∈ ℝᴺˣᵏ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41401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24140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latente condivisa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7980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Garanzia: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27980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Direzioni a varianza max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584448"/>
            <a:ext cx="8503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320040" y="3584448"/>
            <a:ext cx="64008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50292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≡ PCA su dati centrati: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3931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X̃ = UΣVᵀ  </a:t>
            </a: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 </a:t>
            </a: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(1/(N−1)) VΣ²Vᵀ   </a:t>
            </a: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le colonne di V sono simultaneamente right singular vectors di X̃ e autovettori di C  con  </a:t>
            </a: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λᵢ = σᵢ²/(N−1)</a:t>
            </a:r>
            <a:endParaRPr lang="en-US" sz="950" b="1" dirty="0">
              <a:solidFill>
                <a:srgbClr val="0D1B4B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8604" y="4455142"/>
            <a:ext cx="1116874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323306" y="4436854"/>
            <a:ext cx="11168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256²→65536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44250" y="4518007"/>
            <a:ext cx="229465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877786" y="4451985"/>
            <a:ext cx="1116874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1877786" y="4436854"/>
            <a:ext cx="11168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∈ ℝᴺˣᵈ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04326" y="4499011"/>
            <a:ext cx="98548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461369" y="4446215"/>
            <a:ext cx="1116874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3461369" y="4421178"/>
            <a:ext cx="11168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X̃ = X − X̄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87104" y="4507992"/>
            <a:ext cx="98548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055326" y="4420144"/>
            <a:ext cx="111687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5055326" y="4406265"/>
            <a:ext cx="11168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86584" y="4492562"/>
            <a:ext cx="98548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610382" y="4440827"/>
            <a:ext cx="1116874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6610382" y="4434840"/>
            <a:ext cx="11168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X·Vₖ</a:t>
            </a:r>
            <a:endParaRPr lang="en-US" sz="900" dirty="0"/>
          </a:p>
        </p:txBody>
      </p:sp>
      <p:sp>
        <p:nvSpPr>
          <p:cNvPr id="46" name="Shape 42">
            <a:extLst>
              <a:ext uri="{FF2B5EF4-FFF2-40B4-BE49-F238E27FC236}">
                <a16:creationId xmlns:a16="http://schemas.microsoft.com/office/drawing/2014/main" id="{ED13426B-0841-3BA3-18AA-9CA144E85492}"/>
              </a:ext>
            </a:extLst>
          </p:cNvPr>
          <p:cNvSpPr/>
          <p:nvPr/>
        </p:nvSpPr>
        <p:spPr>
          <a:xfrm>
            <a:off x="7969944" y="4452202"/>
            <a:ext cx="1116874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86CBBE57-7A49-9818-C190-9CB3D48397C2}"/>
              </a:ext>
            </a:extLst>
          </p:cNvPr>
          <p:cNvSpPr/>
          <p:nvPr/>
        </p:nvSpPr>
        <p:spPr>
          <a:xfrm>
            <a:off x="7924800" y="4446215"/>
            <a:ext cx="11168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Classfication</a:t>
            </a:r>
            <a:b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48" name="Text 41">
            <a:extLst>
              <a:ext uri="{FF2B5EF4-FFF2-40B4-BE49-F238E27FC236}">
                <a16:creationId xmlns:a16="http://schemas.microsoft.com/office/drawing/2014/main" id="{1E4252B3-FE8F-681D-B3D3-084842C18162}"/>
              </a:ext>
            </a:extLst>
          </p:cNvPr>
          <p:cNvSpPr/>
          <p:nvPr/>
        </p:nvSpPr>
        <p:spPr>
          <a:xfrm>
            <a:off x="7794619" y="4518605"/>
            <a:ext cx="98548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Spiegata &amp; Qualità di Ricostruzione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di Bari — A. Patruno — 2025/2026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690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64008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 — Varianza Cumulativa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3703320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varianza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938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1–2 componenti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350008"/>
            <a:ext cx="3703320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502920" y="2350008"/>
            <a:ext cx="64008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85800" y="2395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varianza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2596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2-3 componenti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008376"/>
            <a:ext cx="3703320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502920" y="3008376"/>
            <a:ext cx="64008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85800" y="30540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varianza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2552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5-20 componenti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776472"/>
            <a:ext cx="3703320" cy="685800"/>
          </a:xfrm>
          <a:prstGeom prst="rect">
            <a:avLst/>
          </a:prstGeom>
          <a:solidFill>
            <a:srgbClr val="EFF9F6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94360" y="38313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a basso rango universale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0965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dell'energia è in 1–3 componenti in tutte le classi. Alta correlazione spaziale nelle radiografie.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1097280"/>
            <a:ext cx="42519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572000" y="1097280"/>
            <a:ext cx="64008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MSE &amp; PSNR vs 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17190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decade rapidamente fino a k≈20–30, poi stabilizza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176272"/>
            <a:ext cx="37947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754880" y="22494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cresce logaritmicamente — elbow a k≈20–50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706624"/>
            <a:ext cx="37947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754880" y="277977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&amp; Normal: MSE più alto a basso k (struttura complessa)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236976"/>
            <a:ext cx="37947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754880" y="33101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Pneumonia &amp; TBC: più comprimibili (rango inferiore)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767328"/>
            <a:ext cx="37947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754880" y="38404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ottimale: k=20 → 15.7% dati, PSNR &gt; 32 dB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Proiezione 2D &amp; Eigen-X-rays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di Bari — A. Patruno — 2025/2026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206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64008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Proiezione 2D — Risultati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709928"/>
            <a:ext cx="3840480" cy="658368"/>
          </a:xfrm>
          <a:prstGeom prst="rect">
            <a:avLst/>
          </a:prstGeom>
          <a:solidFill>
            <a:srgbClr val="F5F8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21792" y="17556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— 25.6%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0116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Contrasto globale. Separa chiaro da scuro.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487168"/>
            <a:ext cx="3840480" cy="658368"/>
          </a:xfrm>
          <a:prstGeom prst="rect">
            <a:avLst/>
          </a:prstGeom>
          <a:solidFill>
            <a:srgbClr val="F5F8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21792" y="25328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— 17.4%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27889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Simmetria toracica laterale sin. vs destra.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264408"/>
            <a:ext cx="3840480" cy="658368"/>
          </a:xfrm>
          <a:prstGeom prst="rect">
            <a:avLst/>
          </a:prstGeom>
          <a:solidFill>
            <a:srgbClr val="F5F8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21792" y="33101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PC1+PC2 = 43%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5661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 metà della varianza totale.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114800"/>
            <a:ext cx="3840480" cy="4572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&amp; Pneumonia → PC1 &lt;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&amp; TBC → PC1 &gt; 0  |  Overlap significativo residuo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097280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709160" y="1097280"/>
            <a:ext cx="64008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8920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Eigen-X-rays — Interpretazione Clinica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405639"/>
              </p:ext>
            </p:extLst>
          </p:nvPr>
        </p:nvGraphicFramePr>
        <p:xfrm>
          <a:off x="4800600" y="1719072"/>
          <a:ext cx="3931920" cy="288036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Interpretazione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Contrasto globale — chiaro vs scuro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Simmetria laterale — sin. vs destra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mediastinico — zona centrale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Strutture costali — griglia costale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Dettagli campi polmonari e apici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PC6–10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1.6–3.8%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Diaframma, dettagli fini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7BA302D1-EAB0-0783-6396-9004A945ECF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6FD2E733-D136-3921-6560-1757E5B897B9}"/>
              </a:ext>
            </a:extLst>
          </p:cNvPr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1A08071-47CE-278A-95A1-FD751F139B38}"/>
              </a:ext>
            </a:extLst>
          </p:cNvPr>
          <p:cNvSpPr/>
          <p:nvPr/>
        </p:nvSpPr>
        <p:spPr>
          <a:xfrm>
            <a:off x="365760" y="148257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visivi</a:t>
            </a:r>
            <a:endParaRPr lang="en-US" sz="22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7F6EA59-22CF-6AC0-0374-88427E3180B2}"/>
              </a:ext>
            </a:extLst>
          </p:cNvPr>
          <p:cNvSpPr txBox="1"/>
          <p:nvPr/>
        </p:nvSpPr>
        <p:spPr>
          <a:xfrm>
            <a:off x="6162404" y="1062657"/>
            <a:ext cx="27399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50" dirty="0">
                <a:solidFill>
                  <a:srgbClr val="0D1B4B"/>
                </a:solidFill>
              </a:rPr>
              <a:t>La </a:t>
            </a:r>
            <a:r>
              <a:rPr lang="it-IT" sz="1050" b="1" dirty="0">
                <a:solidFill>
                  <a:srgbClr val="0D1B4B"/>
                </a:solidFill>
              </a:rPr>
              <a:t>PCA</a:t>
            </a:r>
            <a:r>
              <a:rPr lang="it-IT" sz="1050" dirty="0">
                <a:solidFill>
                  <a:srgbClr val="0D1B4B"/>
                </a:solidFill>
              </a:rPr>
              <a:t> proietta i </a:t>
            </a:r>
            <a:r>
              <a:rPr lang="it-IT" sz="1050" b="1" dirty="0">
                <a:solidFill>
                  <a:srgbClr val="0D1B4B"/>
                </a:solidFill>
              </a:rPr>
              <a:t>65.536</a:t>
            </a:r>
            <a:r>
              <a:rPr lang="it-IT" sz="1050" dirty="0">
                <a:solidFill>
                  <a:srgbClr val="0D1B4B"/>
                </a:solidFill>
              </a:rPr>
              <a:t> pixel in sole 2 dimensioni (PC1, PC2) coprendo già il </a:t>
            </a:r>
            <a:r>
              <a:rPr lang="it-IT" sz="1050" b="1" dirty="0">
                <a:solidFill>
                  <a:srgbClr val="0D1B4B"/>
                </a:solidFill>
              </a:rPr>
              <a:t>41% </a:t>
            </a:r>
            <a:r>
              <a:rPr lang="it-IT" sz="1050" dirty="0">
                <a:solidFill>
                  <a:srgbClr val="0D1B4B"/>
                </a:solidFill>
              </a:rPr>
              <a:t>dell'informazione totale del dataset.</a:t>
            </a:r>
            <a:br>
              <a:rPr lang="it-IT" sz="1050" dirty="0">
                <a:solidFill>
                  <a:srgbClr val="0D1B4B"/>
                </a:solidFill>
              </a:rPr>
            </a:br>
            <a:br>
              <a:rPr lang="it-IT" sz="1050" dirty="0">
                <a:solidFill>
                  <a:srgbClr val="0D1B4B"/>
                </a:solidFill>
              </a:rPr>
            </a:br>
            <a:endParaRPr lang="it-IT" sz="1050" dirty="0">
              <a:solidFill>
                <a:srgbClr val="0D1B4B"/>
              </a:solidFill>
            </a:endParaRPr>
          </a:p>
          <a:p>
            <a:r>
              <a:rPr lang="it-IT" sz="1050" b="1" dirty="0">
                <a:solidFill>
                  <a:srgbClr val="0D1B4B"/>
                </a:solidFill>
              </a:rPr>
              <a:t>Separabilità Naturale: </a:t>
            </a:r>
            <a:r>
              <a:rPr lang="it-IT" sz="1050" dirty="0">
                <a:solidFill>
                  <a:srgbClr val="0D1B4B"/>
                </a:solidFill>
              </a:rPr>
              <a:t>Senza supervisione, </a:t>
            </a:r>
          </a:p>
          <a:p>
            <a:r>
              <a:rPr lang="it-IT" sz="1050" dirty="0">
                <a:solidFill>
                  <a:srgbClr val="0D1B4B"/>
                </a:solidFill>
              </a:rPr>
              <a:t>l'algoritmo separa parzialmente le patologie: </a:t>
            </a:r>
            <a:r>
              <a:rPr lang="it-IT" sz="1050" b="1" dirty="0">
                <a:solidFill>
                  <a:srgbClr val="0D1B4B"/>
                </a:solidFill>
              </a:rPr>
              <a:t>Pneumonia</a:t>
            </a:r>
            <a:r>
              <a:rPr lang="it-IT" sz="1050" dirty="0">
                <a:solidFill>
                  <a:srgbClr val="0D1B4B"/>
                </a:solidFill>
              </a:rPr>
              <a:t> e </a:t>
            </a:r>
            <a:r>
              <a:rPr lang="it-IT" sz="1050" b="1" dirty="0" err="1">
                <a:solidFill>
                  <a:srgbClr val="0D1B4B"/>
                </a:solidFill>
              </a:rPr>
              <a:t>Normal</a:t>
            </a:r>
            <a:r>
              <a:rPr lang="it-IT" sz="1050" dirty="0">
                <a:solidFill>
                  <a:srgbClr val="0D1B4B"/>
                </a:solidFill>
              </a:rPr>
              <a:t> tendono a raggrupparsi a sinistra (PC1 &lt; 0), mentre </a:t>
            </a:r>
            <a:r>
              <a:rPr lang="it-IT" sz="1050" b="1" dirty="0">
                <a:solidFill>
                  <a:srgbClr val="0D1B4B"/>
                </a:solidFill>
              </a:rPr>
              <a:t>COVID-19</a:t>
            </a:r>
            <a:r>
              <a:rPr lang="it-IT" sz="1050" dirty="0">
                <a:solidFill>
                  <a:srgbClr val="0D1B4B"/>
                </a:solidFill>
              </a:rPr>
              <a:t> e </a:t>
            </a:r>
            <a:r>
              <a:rPr lang="it-IT" sz="1050" b="1" dirty="0" err="1">
                <a:solidFill>
                  <a:srgbClr val="0D1B4B"/>
                </a:solidFill>
              </a:rPr>
              <a:t>Tuberculosis</a:t>
            </a:r>
            <a:r>
              <a:rPr lang="it-IT" sz="1050" dirty="0">
                <a:solidFill>
                  <a:srgbClr val="0D1B4B"/>
                </a:solidFill>
              </a:rPr>
              <a:t> a destra (PC1 &gt; 0).</a:t>
            </a:r>
          </a:p>
          <a:p>
            <a:endParaRPr lang="it-IT" sz="1050" dirty="0">
              <a:solidFill>
                <a:srgbClr val="0D1B4B"/>
              </a:solidFill>
            </a:endParaRPr>
          </a:p>
          <a:p>
            <a:br>
              <a:rPr lang="it-IT" sz="1050" dirty="0">
                <a:solidFill>
                  <a:srgbClr val="0D1B4B"/>
                </a:solidFill>
              </a:rPr>
            </a:br>
            <a:r>
              <a:rPr lang="it-IT" sz="1050" b="1" dirty="0">
                <a:solidFill>
                  <a:srgbClr val="0D1B4B"/>
                </a:solidFill>
              </a:rPr>
              <a:t>SVD/PCA </a:t>
            </a:r>
            <a:r>
              <a:rPr lang="it-IT" sz="1050" dirty="0">
                <a:solidFill>
                  <a:srgbClr val="0D1B4B"/>
                </a:solidFill>
              </a:rPr>
              <a:t>raggruppano le patologie, ma la sovrapposizione residua dimostra la necessità di usare un </a:t>
            </a:r>
            <a:r>
              <a:rPr lang="it-IT" sz="1050" b="1" dirty="0">
                <a:solidFill>
                  <a:srgbClr val="0D1B4B"/>
                </a:solidFill>
              </a:rPr>
              <a:t>classificatore</a:t>
            </a:r>
            <a:r>
              <a:rPr lang="it-IT" sz="1050" dirty="0">
                <a:solidFill>
                  <a:srgbClr val="0D1B4B"/>
                </a:solidFill>
              </a:rPr>
              <a:t> strutturato sui dati PCA.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8F6409AC-F0C2-C5C6-8FDD-CE9FFB9E4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" y="987157"/>
            <a:ext cx="5326872" cy="1928966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9A831717-8C00-E1E9-92CB-F70C276AA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" y="2911760"/>
            <a:ext cx="5646420" cy="223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843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17ECDCB7-4D90-9FC7-8E17-28744785D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5" y="1345843"/>
            <a:ext cx="4582962" cy="2881464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B8AEB774-802C-A39E-D307-BE3E72FDF92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0866B2-AF90-1CA4-525F-41E4BC736746}"/>
              </a:ext>
            </a:extLst>
          </p:cNvPr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D3005E5F-9B50-FEC6-5361-86C6D3C27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359" y="2253583"/>
            <a:ext cx="4294355" cy="1162601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A40446BE-04B7-C200-8C8C-EAF87D0D2DB4}"/>
              </a:ext>
            </a:extLst>
          </p:cNvPr>
          <p:cNvSpPr/>
          <p:nvPr/>
        </p:nvSpPr>
        <p:spPr>
          <a:xfrm>
            <a:off x="365760" y="148257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b="1" dirty="0">
                <a:solidFill>
                  <a:schemeClr val="bg1"/>
                </a:solidFill>
              </a:rPr>
              <a:t>PCA -- Riduzione Dimensionale sul Dataset: Implementazione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FEF0797-2446-1161-4116-E64572D951EE}"/>
              </a:ext>
            </a:extLst>
          </p:cNvPr>
          <p:cNvSpPr txBox="1"/>
          <p:nvPr/>
        </p:nvSpPr>
        <p:spPr>
          <a:xfrm>
            <a:off x="4712428" y="1932753"/>
            <a:ext cx="15381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50" dirty="0">
                <a:solidFill>
                  <a:srgbClr val="0D1B4B"/>
                </a:solidFill>
              </a:rPr>
              <a:t>Nel </a:t>
            </a:r>
            <a:r>
              <a:rPr lang="it-IT" sz="1050" dirty="0" err="1">
                <a:solidFill>
                  <a:srgbClr val="0D1B4B"/>
                </a:solidFill>
              </a:rPr>
              <a:t>jupyter</a:t>
            </a:r>
            <a:r>
              <a:rPr lang="it-IT" sz="1050" dirty="0">
                <a:solidFill>
                  <a:srgbClr val="0D1B4B"/>
                </a:solidFill>
              </a:rPr>
              <a:t> notebook:</a:t>
            </a:r>
          </a:p>
        </p:txBody>
      </p:sp>
    </p:spTree>
    <p:extLst>
      <p:ext uri="{BB962C8B-B14F-4D97-AF65-F5344CB8AC3E}">
        <p14:creationId xmlns:p14="http://schemas.microsoft.com/office/powerpoint/2010/main" val="2682488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036F95-9DC7-1B21-00CA-6439795710D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D79FB2E-6F06-D8A9-93C6-D4FD62960CB3}"/>
              </a:ext>
            </a:extLst>
          </p:cNvPr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D2CAC9E-B56E-F7B3-69EB-29ADA9BF203E}"/>
              </a:ext>
            </a:extLst>
          </p:cNvPr>
          <p:cNvSpPr txBox="1"/>
          <p:nvPr/>
        </p:nvSpPr>
        <p:spPr>
          <a:xfrm>
            <a:off x="277585" y="271163"/>
            <a:ext cx="6064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b="1" i="0" dirty="0">
                <a:solidFill>
                  <a:schemeClr val="bg1"/>
                </a:solidFill>
                <a:effectLst/>
              </a:rPr>
              <a:t>Il Test Diagnostico — Machine Learning &amp; Pipeline Statistica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7DEAE06-D777-F62E-A8B3-167CAB4AAE2B}"/>
              </a:ext>
            </a:extLst>
          </p:cNvPr>
          <p:cNvSpPr txBox="1"/>
          <p:nvPr/>
        </p:nvSpPr>
        <p:spPr>
          <a:xfrm>
            <a:off x="190717" y="1899328"/>
            <a:ext cx="4159214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b="1" dirty="0">
                <a:solidFill>
                  <a:srgbClr val="0D1B4B"/>
                </a:solidFill>
              </a:rPr>
              <a:t>Obiettivo</a:t>
            </a:r>
            <a:r>
              <a:rPr lang="it-IT" sz="1100" dirty="0">
                <a:solidFill>
                  <a:srgbClr val="0D1B4B"/>
                </a:solidFill>
              </a:rPr>
              <a:t>: Testare se i pixel compressi (SVD) o estratti (PCA) mantengono la capacità di allertare e diagnosticare la patologia rispetto alle pesanti immagini vergini.</a:t>
            </a:r>
          </a:p>
          <a:p>
            <a:endParaRPr lang="it-IT" sz="1100" dirty="0">
              <a:solidFill>
                <a:srgbClr val="0D1B4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b="1" dirty="0">
                <a:solidFill>
                  <a:srgbClr val="0D1B4B"/>
                </a:solidFill>
              </a:rPr>
              <a:t>Classificatori a confronto:</a:t>
            </a:r>
            <a:r>
              <a:rPr lang="it-IT" sz="1100" dirty="0">
                <a:solidFill>
                  <a:srgbClr val="0D1B4B"/>
                </a:solidFill>
              </a:rPr>
              <a:t> Adottata </a:t>
            </a:r>
            <a:r>
              <a:rPr lang="it-IT" sz="1100" b="1" dirty="0" err="1">
                <a:solidFill>
                  <a:srgbClr val="0D1B4B"/>
                </a:solidFill>
              </a:rPr>
              <a:t>Logistic</a:t>
            </a:r>
            <a:r>
              <a:rPr lang="it-IT" sz="1100" b="1" dirty="0">
                <a:solidFill>
                  <a:srgbClr val="0D1B4B"/>
                </a:solidFill>
              </a:rPr>
              <a:t> </a:t>
            </a:r>
            <a:r>
              <a:rPr lang="it-IT" sz="1100" b="1" dirty="0" err="1">
                <a:solidFill>
                  <a:srgbClr val="0D1B4B"/>
                </a:solidFill>
              </a:rPr>
              <a:t>Regression</a:t>
            </a:r>
            <a:r>
              <a:rPr lang="it-IT" sz="1100" dirty="0">
                <a:solidFill>
                  <a:srgbClr val="0D1B4B"/>
                </a:solidFill>
              </a:rPr>
              <a:t> (lineare globale) in competizione con il </a:t>
            </a:r>
            <a:r>
              <a:rPr lang="it-IT" sz="1100" b="1" dirty="0">
                <a:solidFill>
                  <a:srgbClr val="0D1B4B"/>
                </a:solidFill>
              </a:rPr>
              <a:t>KNN</a:t>
            </a:r>
            <a:r>
              <a:rPr lang="it-IT" sz="1100" dirty="0">
                <a:solidFill>
                  <a:srgbClr val="0D1B4B"/>
                </a:solidFill>
              </a:rPr>
              <a:t> (basato puramente sulla distanza inter-pixel locale).</a:t>
            </a:r>
          </a:p>
          <a:p>
            <a:endParaRPr lang="it-IT" sz="1100" dirty="0">
              <a:solidFill>
                <a:srgbClr val="0D1B4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b="1" dirty="0">
                <a:solidFill>
                  <a:srgbClr val="0D1B4B"/>
                </a:solidFill>
              </a:rPr>
              <a:t>Prevenzione del Data Leakage:</a:t>
            </a:r>
            <a:r>
              <a:rPr lang="it-IT" sz="1100" dirty="0">
                <a:solidFill>
                  <a:srgbClr val="0D1B4B"/>
                </a:solidFill>
              </a:rPr>
              <a:t> Per proteggere i dati futuri, la standardizzazione e l'estrazione PCA passano per una Pipeline, incrociata con una </a:t>
            </a:r>
            <a:r>
              <a:rPr lang="it-IT" sz="1100" i="1" dirty="0" err="1">
                <a:solidFill>
                  <a:srgbClr val="0D1B4B"/>
                </a:solidFill>
              </a:rPr>
              <a:t>Stratified</a:t>
            </a:r>
            <a:r>
              <a:rPr lang="it-IT" sz="1100" i="1" dirty="0">
                <a:solidFill>
                  <a:srgbClr val="0D1B4B"/>
                </a:solidFill>
              </a:rPr>
              <a:t> 5-Fold Cross-</a:t>
            </a:r>
            <a:r>
              <a:rPr lang="it-IT" sz="1100" i="1" dirty="0" err="1">
                <a:solidFill>
                  <a:srgbClr val="0D1B4B"/>
                </a:solidFill>
              </a:rPr>
              <a:t>Validation</a:t>
            </a:r>
            <a:r>
              <a:rPr lang="it-IT" sz="1100" dirty="0">
                <a:solidFill>
                  <a:srgbClr val="0D1B4B"/>
                </a:solidFill>
              </a:rPr>
              <a:t>, isolando il test dai </a:t>
            </a:r>
            <a:r>
              <a:rPr lang="it-IT" sz="1100" dirty="0" err="1">
                <a:solidFill>
                  <a:srgbClr val="0D1B4B"/>
                </a:solidFill>
              </a:rPr>
              <a:t>pre</a:t>
            </a:r>
            <a:r>
              <a:rPr lang="it-IT" sz="1100" dirty="0">
                <a:solidFill>
                  <a:srgbClr val="0D1B4B"/>
                </a:solidFill>
              </a:rPr>
              <a:t>-calcoli.</a:t>
            </a:r>
          </a:p>
          <a:p>
            <a:endParaRPr lang="it-IT" sz="1100" dirty="0">
              <a:solidFill>
                <a:srgbClr val="0D1B4B"/>
              </a:solidFill>
            </a:endParaRP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342F60CC-600D-32FA-CA49-4BC664D04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786" y="1113311"/>
            <a:ext cx="4159214" cy="1540705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2C5A04A4-08EE-7AE2-8FB4-A4EC79F63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785" y="2795320"/>
            <a:ext cx="3814483" cy="228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994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2240BD-CB6D-BFC3-D33E-6B23BCEF5904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470FCA0-7625-EFDD-E1EC-D56A02B734F7}"/>
              </a:ext>
            </a:extLst>
          </p:cNvPr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F4725FF-2718-823C-3616-65E57C7D3BF1}"/>
              </a:ext>
            </a:extLst>
          </p:cNvPr>
          <p:cNvSpPr txBox="1"/>
          <p:nvPr/>
        </p:nvSpPr>
        <p:spPr>
          <a:xfrm>
            <a:off x="277585" y="271163"/>
            <a:ext cx="7155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b="1" i="0" dirty="0">
                <a:solidFill>
                  <a:schemeClr val="bg1"/>
                </a:solidFill>
                <a:effectLst/>
              </a:rPr>
              <a:t>Risultati classificazione - </a:t>
            </a:r>
            <a:r>
              <a:rPr lang="it-IT" b="1" i="0" dirty="0" err="1">
                <a:solidFill>
                  <a:schemeClr val="bg1"/>
                </a:solidFill>
                <a:effectLst/>
              </a:rPr>
              <a:t>Confusion</a:t>
            </a:r>
            <a:r>
              <a:rPr lang="it-IT" b="1" i="0" dirty="0">
                <a:solidFill>
                  <a:schemeClr val="bg1"/>
                </a:solidFill>
                <a:effectLst/>
              </a:rPr>
              <a:t> Matrix: KNN vs </a:t>
            </a:r>
            <a:r>
              <a:rPr lang="it-IT" b="1" i="0" dirty="0" err="1">
                <a:solidFill>
                  <a:schemeClr val="bg1"/>
                </a:solidFill>
                <a:effectLst/>
              </a:rPr>
              <a:t>Logistic</a:t>
            </a:r>
            <a:r>
              <a:rPr lang="it-IT" b="1" i="0" dirty="0">
                <a:solidFill>
                  <a:schemeClr val="bg1"/>
                </a:solidFill>
                <a:effectLst/>
              </a:rPr>
              <a:t> </a:t>
            </a:r>
            <a:r>
              <a:rPr lang="it-IT" b="1" i="0" dirty="0" err="1">
                <a:solidFill>
                  <a:schemeClr val="bg1"/>
                </a:solidFill>
                <a:effectLst/>
              </a:rPr>
              <a:t>Regression</a:t>
            </a:r>
            <a:endParaRPr lang="it-IT" b="1" i="0" dirty="0">
              <a:solidFill>
                <a:schemeClr val="bg1"/>
              </a:solidFill>
              <a:effectLst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74DA4006-0CA5-F4D8-B655-4C12FA0E6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9" y="1029129"/>
            <a:ext cx="9107581" cy="173953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1DE5ECC-9B70-5E5E-CD04-DF94D0954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10" y="2943840"/>
            <a:ext cx="9125790" cy="17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39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5B8DEE-6E16-D128-1D28-9EF3EC4737C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411314-0ECB-A56B-F8D6-99A0B908CD5C}"/>
              </a:ext>
            </a:extLst>
          </p:cNvPr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E29DC0C-70C5-51D8-D0BC-0BF7352ED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2007"/>
            <a:ext cx="9144000" cy="171366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E37535A-F721-D07A-8A97-FFF8DF745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3232"/>
            <a:ext cx="9144000" cy="1713663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A6786BDA-464A-0E46-3500-F3DDEC5EB2E3}"/>
              </a:ext>
            </a:extLst>
          </p:cNvPr>
          <p:cNvSpPr txBox="1"/>
          <p:nvPr/>
        </p:nvSpPr>
        <p:spPr>
          <a:xfrm>
            <a:off x="277585" y="271163"/>
            <a:ext cx="6064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b="1" i="0" dirty="0">
                <a:solidFill>
                  <a:schemeClr val="bg1"/>
                </a:solidFill>
                <a:effectLst/>
              </a:rPr>
              <a:t>Curve ROC Multiclasse</a:t>
            </a:r>
          </a:p>
        </p:txBody>
      </p:sp>
    </p:spTree>
    <p:extLst>
      <p:ext uri="{BB962C8B-B14F-4D97-AF65-F5344CB8AC3E}">
        <p14:creationId xmlns:p14="http://schemas.microsoft.com/office/powerpoint/2010/main" val="1078392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1C6D7C3B-20B6-7E93-BD29-859BAFF6DB2F}"/>
              </a:ext>
            </a:extLst>
          </p:cNvPr>
          <p:cNvSpPr txBox="1"/>
          <p:nvPr/>
        </p:nvSpPr>
        <p:spPr>
          <a:xfrm>
            <a:off x="277585" y="271163"/>
            <a:ext cx="6064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b="1" i="0" dirty="0">
                <a:solidFill>
                  <a:schemeClr val="bg1"/>
                </a:solidFill>
                <a:effectLst/>
              </a:rPr>
              <a:t>Confronto metriche interno agli scenari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4E5E1476-729E-00F2-15E6-A7D5C8076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32" y="0"/>
            <a:ext cx="7220610" cy="2571749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405CD7BC-8716-F125-85F9-91912C729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32" y="2571751"/>
            <a:ext cx="7220617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030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496309-F813-1DCE-31D0-BC00DABA379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72DF36D-3B7F-EA81-52D4-C529E4A9683F}"/>
              </a:ext>
            </a:extLst>
          </p:cNvPr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1634BB2-007E-3458-B755-F7795B48C508}"/>
              </a:ext>
            </a:extLst>
          </p:cNvPr>
          <p:cNvSpPr txBox="1"/>
          <p:nvPr/>
        </p:nvSpPr>
        <p:spPr>
          <a:xfrm>
            <a:off x="277585" y="271163"/>
            <a:ext cx="6064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b="1" i="0" dirty="0">
                <a:solidFill>
                  <a:schemeClr val="bg1"/>
                </a:solidFill>
                <a:effectLst/>
              </a:rPr>
              <a:t>Risultati classificazione – Sorpasso della </a:t>
            </a:r>
            <a:r>
              <a:rPr lang="it-IT" b="1" i="0" dirty="0" err="1">
                <a:solidFill>
                  <a:schemeClr val="bg1"/>
                </a:solidFill>
                <a:effectLst/>
              </a:rPr>
              <a:t>logistic</a:t>
            </a:r>
            <a:r>
              <a:rPr lang="it-IT" b="1" i="0" dirty="0">
                <a:solidFill>
                  <a:schemeClr val="bg1"/>
                </a:solidFill>
                <a:effectLst/>
              </a:rPr>
              <a:t> </a:t>
            </a:r>
            <a:r>
              <a:rPr lang="it-IT" b="1" i="0" dirty="0" err="1">
                <a:solidFill>
                  <a:schemeClr val="bg1"/>
                </a:solidFill>
                <a:effectLst/>
              </a:rPr>
              <a:t>regression</a:t>
            </a:r>
            <a:endParaRPr lang="it-IT" b="1" i="0" dirty="0">
              <a:solidFill>
                <a:schemeClr val="bg1"/>
              </a:solidFill>
              <a:effectLst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455F129-85E0-1F73-19F4-561234045984}"/>
              </a:ext>
            </a:extLst>
          </p:cNvPr>
          <p:cNvSpPr txBox="1"/>
          <p:nvPr/>
        </p:nvSpPr>
        <p:spPr>
          <a:xfrm>
            <a:off x="0" y="1022564"/>
            <a:ext cx="895459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b="1" dirty="0">
                <a:solidFill>
                  <a:srgbClr val="0D1B4B"/>
                </a:solidFill>
              </a:rPr>
              <a:t>Sconfitta della Maledizione della Dimensionalità</a:t>
            </a:r>
            <a:r>
              <a:rPr lang="it-IT" sz="1100" dirty="0">
                <a:solidFill>
                  <a:srgbClr val="0D1B4B"/>
                </a:solidFill>
              </a:rPr>
              <a:t>: Il KNN collassa all'80% sui pixel grezzi a causa del rumore euclideo. La </a:t>
            </a:r>
            <a:r>
              <a:rPr lang="it-IT" sz="1100" dirty="0" err="1">
                <a:solidFill>
                  <a:srgbClr val="0D1B4B"/>
                </a:solidFill>
              </a:rPr>
              <a:t>Logistic</a:t>
            </a:r>
            <a:r>
              <a:rPr lang="it-IT" sz="1100" dirty="0">
                <a:solidFill>
                  <a:srgbClr val="0D1B4B"/>
                </a:solidFill>
              </a:rPr>
              <a:t> </a:t>
            </a:r>
            <a:r>
              <a:rPr lang="it-IT" sz="1100" dirty="0" err="1">
                <a:solidFill>
                  <a:srgbClr val="0D1B4B"/>
                </a:solidFill>
              </a:rPr>
              <a:t>Regression</a:t>
            </a:r>
            <a:r>
              <a:rPr lang="it-IT" sz="1100" dirty="0">
                <a:solidFill>
                  <a:srgbClr val="0D1B4B"/>
                </a:solidFill>
              </a:rPr>
              <a:t> ottiene invece una base </a:t>
            </a:r>
            <a:r>
              <a:rPr lang="it-IT" sz="1100" b="1" dirty="0">
                <a:solidFill>
                  <a:srgbClr val="0D1B4B"/>
                </a:solidFill>
              </a:rPr>
              <a:t>dell'85.1%, </a:t>
            </a:r>
            <a:r>
              <a:rPr lang="it-IT" sz="1100" dirty="0">
                <a:solidFill>
                  <a:srgbClr val="0D1B4B"/>
                </a:solidFill>
              </a:rPr>
              <a:t>azzerando il peso dei pixel irrilevanti.</a:t>
            </a:r>
          </a:p>
          <a:p>
            <a:endParaRPr lang="it-IT" sz="1100" dirty="0">
              <a:solidFill>
                <a:srgbClr val="0D1B4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b="1" dirty="0">
                <a:solidFill>
                  <a:srgbClr val="0D1B4B"/>
                </a:solidFill>
              </a:rPr>
              <a:t>SVD come </a:t>
            </a:r>
            <a:r>
              <a:rPr lang="it-IT" sz="1100" b="1" dirty="0" err="1">
                <a:solidFill>
                  <a:srgbClr val="0D1B4B"/>
                </a:solidFill>
              </a:rPr>
              <a:t>Denoiser</a:t>
            </a:r>
            <a:r>
              <a:rPr lang="it-IT" sz="1100" b="1" dirty="0">
                <a:solidFill>
                  <a:srgbClr val="0D1B4B"/>
                </a:solidFill>
              </a:rPr>
              <a:t> </a:t>
            </a:r>
            <a:r>
              <a:rPr lang="it-IT" sz="1100" dirty="0">
                <a:solidFill>
                  <a:srgbClr val="0D1B4B"/>
                </a:solidFill>
              </a:rPr>
              <a:t>(Grafico Sinistra): All'estrema compressione (k=10), l'accuratezza sale </a:t>
            </a:r>
            <a:r>
              <a:rPr lang="it-IT" sz="1100" b="1" dirty="0">
                <a:solidFill>
                  <a:srgbClr val="0D1B4B"/>
                </a:solidFill>
              </a:rPr>
              <a:t>all'85.7%</a:t>
            </a:r>
            <a:r>
              <a:rPr lang="it-IT" sz="1100" dirty="0">
                <a:solidFill>
                  <a:srgbClr val="0D1B4B"/>
                </a:solidFill>
              </a:rPr>
              <a:t>. Togliere l'informazione di bordo migliora in realtà il rilevamento malati.</a:t>
            </a:r>
          </a:p>
          <a:p>
            <a:endParaRPr lang="it-IT" sz="1100" dirty="0">
              <a:solidFill>
                <a:srgbClr val="0D1B4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b="1" dirty="0">
                <a:solidFill>
                  <a:srgbClr val="0D1B4B"/>
                </a:solidFill>
              </a:rPr>
              <a:t> PCA come Super-Estrattore </a:t>
            </a:r>
            <a:r>
              <a:rPr lang="it-IT" sz="1100" dirty="0">
                <a:solidFill>
                  <a:srgbClr val="0D1B4B"/>
                </a:solidFill>
              </a:rPr>
              <a:t>(Grafico Destra): Fornendo solo 150 feature PCA, la Regressione Logistica sfonda </a:t>
            </a:r>
            <a:r>
              <a:rPr lang="it-IT" sz="1100" b="1" dirty="0">
                <a:solidFill>
                  <a:srgbClr val="0D1B4B"/>
                </a:solidFill>
              </a:rPr>
              <a:t>l'86.1%</a:t>
            </a:r>
            <a:r>
              <a:rPr lang="it-IT" sz="1100" dirty="0">
                <a:solidFill>
                  <a:srgbClr val="0D1B4B"/>
                </a:solidFill>
              </a:rPr>
              <a:t> validando che quasi tutta la patologia risiede nella massima varianza.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1544B9D-C376-EBB8-6809-EA6CD8647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542" y="2469114"/>
            <a:ext cx="6727867" cy="267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440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98568E0-305B-F362-1066-46D79D1DC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84" y="1405452"/>
            <a:ext cx="6613897" cy="2735474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6FD784E2-A211-5652-C274-367E0226CD4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EE65D10-29A2-8DE0-1DB1-E16D8808EA39}"/>
              </a:ext>
            </a:extLst>
          </p:cNvPr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DD15F3A-0947-B8B4-64C5-D538E62F48E6}"/>
              </a:ext>
            </a:extLst>
          </p:cNvPr>
          <p:cNvSpPr txBox="1"/>
          <p:nvPr/>
        </p:nvSpPr>
        <p:spPr>
          <a:xfrm>
            <a:off x="353592" y="272534"/>
            <a:ext cx="40854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b="1" dirty="0">
                <a:solidFill>
                  <a:schemeClr val="bg1"/>
                </a:solidFill>
              </a:rPr>
              <a:t>KNN</a:t>
            </a:r>
            <a:endParaRPr lang="it-IT" b="1" i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6720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B8B7ED1-8B1C-9245-EC71-13CFC6550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53" y="0"/>
            <a:ext cx="7796094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176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considerazioni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pratiche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1170432"/>
          </a:xfrm>
          <a:prstGeom prst="rect">
            <a:avLst/>
          </a:prstGeom>
          <a:solidFill>
            <a:srgbClr val="11204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85953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85953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Informatico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radiografie toraciche presentano una struttura universale a Rango Estremamente Basso.</a:t>
            </a:r>
          </a:p>
          <a:p>
            <a:pPr marL="0" indent="0">
              <a:buNone/>
            </a:pPr>
            <a:r>
              <a:rPr lang="it-IT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Meno del 15% dello spazio di memoria allocato, il Teorema di Eckart-Young garantisce l'usabilità qualitativa costante (PSNR &gt; 30 dB).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130552"/>
            <a:ext cx="8503920" cy="1170432"/>
          </a:xfrm>
          <a:prstGeom prst="rect">
            <a:avLst/>
          </a:prstGeom>
          <a:solidFill>
            <a:srgbClr val="11204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57200" y="218541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21854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scomposizione dello spazio (</a:t>
            </a:r>
            <a:r>
              <a:rPr lang="it-IT" sz="1050" dirty="0" err="1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eigenfaces</a:t>
            </a:r>
            <a:r>
              <a:rPr lang="it-IT" sz="10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modella geologicamente l'anatomia polmonare senza alcuna preistruzione neurale/biologica.</a:t>
            </a:r>
          </a:p>
          <a:p>
            <a:pPr marL="0" indent="0">
              <a:buNone/>
            </a:pPr>
            <a:r>
              <a:rPr lang="it-IT" sz="10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livello computazionale, il mapping delle patologie polmonari si conferma linearmente separabile, sfavorendo approcci inerziali euclidei (come il KNN) in favore di iperpiani parametrici (</a:t>
            </a:r>
            <a:r>
              <a:rPr lang="it-IT" sz="1050" dirty="0" err="1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r>
              <a:rPr lang="it-IT" sz="10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t-IT" sz="1050" dirty="0" err="1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r>
              <a:rPr lang="it-IT" sz="10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L'informazione "malata", in sintesi, risiede nel pattern espanso.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675888"/>
          <a:ext cx="8503920" cy="11887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Risultato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Evidenza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SVD comprime efficacemente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k=20 → 15.7% dati, PSNR&gt;32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Struttura a basso rango universale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 varianza in k=1–3 per tutte le classi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Eigen-X-rays clinicamente interpretabili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PC1=contrasto, PC2=simmetria, PC3=mediastino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PCA: separabilità parziale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COVID-19/TBC vs Normal/Pneumonia su PC1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 &amp; Possibili Estensioni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di Bari — A. Patruno — 2025/2026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6052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6400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02920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sbilanciato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9568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ha 4× più campioni di COVID-19 → possibile bias PCA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432304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20040" y="2432304"/>
            <a:ext cx="6400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0292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Downscaling aggressivo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614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1678→256 px: dettagli fini diagnosticamente rilevanti persi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236976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20040" y="3236976"/>
            <a:ext cx="6400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0292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Metriche pixel-wise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MSE/PSNR non misurano qualità percettiva/clinica diretta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041648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320040" y="4041648"/>
            <a:ext cx="6400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02920" y="4096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non supervisionata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370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Massimizza varianza globale, non separabilità inter-classe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1097280"/>
            <a:ext cx="41605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93776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 Estensioni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00600" y="162763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4800600" y="1627632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983480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vs SVD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19568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a parità di compression ratio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2432304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4800600" y="2432304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98348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errore spaziale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27614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si concentra l'errore anatomicamente?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3236976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4800600" y="3236976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98348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/ UMAP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Riduzione non lineare per confini più netti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4041648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4800600" y="4041648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4983480" y="4096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supervisionata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4370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Massimizza separabilità diagnostica direttamente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219</TotalTime>
  <Words>1809</Words>
  <Application>Microsoft Office PowerPoint</Application>
  <PresentationFormat>Presentazione su schermo (16:9)</PresentationFormat>
  <Paragraphs>270</Paragraphs>
  <Slides>23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</vt:lpstr>
      <vt:lpstr>Consolas</vt:lpstr>
      <vt:lpstr>Google Sans Text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SVD e PCA per l'Analisi di Immagini Mediche</dc:title>
  <dc:subject>PptxGenJS Presentation</dc:subject>
  <dc:creator>Andrea Patruno</dc:creator>
  <cp:lastModifiedBy>PATRUNO ANDREA</cp:lastModifiedBy>
  <cp:revision>2</cp:revision>
  <dcterms:created xsi:type="dcterms:W3CDTF">2026-04-10T10:38:47Z</dcterms:created>
  <dcterms:modified xsi:type="dcterms:W3CDTF">2026-04-13T10:22:37Z</dcterms:modified>
</cp:coreProperties>
</file>