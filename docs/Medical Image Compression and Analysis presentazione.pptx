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67" r:id="rId3"/>
    <p:sldId id="257" r:id="rId4"/>
    <p:sldId id="258" r:id="rId5"/>
    <p:sldId id="259" r:id="rId6"/>
    <p:sldId id="261" r:id="rId7"/>
    <p:sldId id="260" r:id="rId8"/>
    <p:sldId id="262" r:id="rId9"/>
    <p:sldId id="263" r:id="rId10"/>
    <p:sldId id="264" r:id="rId11"/>
    <p:sldId id="265" r:id="rId12"/>
    <p:sldId id="266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1B4B"/>
    <a:srgbClr val="028090"/>
    <a:srgbClr val="505E82"/>
    <a:srgbClr val="64748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TRUNO ANDREA" userId="434c2d3d-d760-4baf-8981-191d7218719d" providerId="ADAL" clId="{D49931E2-CE7A-4E79-93FA-3282CEFD0145}"/>
    <pc:docChg chg="modSld">
      <pc:chgData name="PATRUNO ANDREA" userId="434c2d3d-d760-4baf-8981-191d7218719d" providerId="ADAL" clId="{D49931E2-CE7A-4E79-93FA-3282CEFD0145}" dt="2026-04-12T10:22:37.564" v="1" actId="20577"/>
      <pc:docMkLst>
        <pc:docMk/>
      </pc:docMkLst>
      <pc:sldChg chg="modSp mod">
        <pc:chgData name="PATRUNO ANDREA" userId="434c2d3d-d760-4baf-8981-191d7218719d" providerId="ADAL" clId="{D49931E2-CE7A-4E79-93FA-3282CEFD0145}" dt="2026-04-12T10:22:37.564" v="1" actId="20577"/>
        <pc:sldMkLst>
          <pc:docMk/>
          <pc:sldMk cId="0" sldId="256"/>
        </pc:sldMkLst>
        <pc:spChg chg="mod">
          <ac:chgData name="PATRUNO ANDREA" userId="434c2d3d-d760-4baf-8981-191d7218719d" providerId="ADAL" clId="{D49931E2-CE7A-4E79-93FA-3282CEFD0145}" dt="2026-04-12T10:22:35.332" v="0" actId="14100"/>
          <ac:spMkLst>
            <pc:docMk/>
            <pc:sldMk cId="0" sldId="256"/>
            <ac:spMk id="4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2T10:22:37.564" v="1" actId="20577"/>
          <ac:spMkLst>
            <pc:docMk/>
            <pc:sldMk cId="0" sldId="256"/>
            <ac:spMk id="13" creationId="{00000000-0000-0000-0000-000000000000}"/>
          </ac:spMkLst>
        </pc:spChg>
      </pc:sldChg>
    </pc:docChg>
  </pc:docChgLst>
  <pc:docChgLst>
    <pc:chgData name="PATRUNO ANDREA" userId="434c2d3d-d760-4baf-8981-191d7218719d" providerId="ADAL" clId="{16F693D4-62C4-4BA3-8943-81787A08A71E}"/>
    <pc:docChg chg="undo redo custSel addSld modSld sldOrd">
      <pc:chgData name="PATRUNO ANDREA" userId="434c2d3d-d760-4baf-8981-191d7218719d" providerId="ADAL" clId="{16F693D4-62C4-4BA3-8943-81787A08A71E}" dt="2026-04-10T12:09:05.589" v="746" actId="14100"/>
      <pc:docMkLst>
        <pc:docMk/>
      </pc:docMkLst>
      <pc:sldChg chg="modSp mod">
        <pc:chgData name="PATRUNO ANDREA" userId="434c2d3d-d760-4baf-8981-191d7218719d" providerId="ADAL" clId="{16F693D4-62C4-4BA3-8943-81787A08A71E}" dt="2026-04-10T12:09:05.589" v="746" actId="14100"/>
        <pc:sldMkLst>
          <pc:docMk/>
          <pc:sldMk cId="0" sldId="256"/>
        </pc:sldMkLst>
        <pc:spChg chg="mod">
          <ac:chgData name="PATRUNO ANDREA" userId="434c2d3d-d760-4baf-8981-191d7218719d" providerId="ADAL" clId="{16F693D4-62C4-4BA3-8943-81787A08A71E}" dt="2026-04-10T10:51:32.306" v="10" actId="1076"/>
          <ac:spMkLst>
            <pc:docMk/>
            <pc:sldMk cId="0" sldId="256"/>
            <ac:spMk id="7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0:51:31.950" v="9" actId="1076"/>
          <ac:spMkLst>
            <pc:docMk/>
            <pc:sldMk cId="0" sldId="256"/>
            <ac:spMk id="12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2:09:05.589" v="746" actId="14100"/>
          <ac:spMkLst>
            <pc:docMk/>
            <pc:sldMk cId="0" sldId="256"/>
            <ac:spMk id="13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0:51:31.950" v="9" actId="1076"/>
          <ac:spMkLst>
            <pc:docMk/>
            <pc:sldMk cId="0" sldId="256"/>
            <ac:spMk id="14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0:51:31.523" v="8" actId="1076"/>
          <ac:spMkLst>
            <pc:docMk/>
            <pc:sldMk cId="0" sldId="256"/>
            <ac:spMk id="15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0:51:31.950" v="9" actId="1076"/>
          <ac:spMkLst>
            <pc:docMk/>
            <pc:sldMk cId="0" sldId="256"/>
            <ac:spMk id="20" creationId="{83CEB99B-3364-D833-8FAF-E8879F08BE80}"/>
          </ac:spMkLst>
        </pc:spChg>
        <pc:spChg chg="mod">
          <ac:chgData name="PATRUNO ANDREA" userId="434c2d3d-d760-4baf-8981-191d7218719d" providerId="ADAL" clId="{16F693D4-62C4-4BA3-8943-81787A08A71E}" dt="2026-04-10T10:51:31.950" v="9" actId="1076"/>
          <ac:spMkLst>
            <pc:docMk/>
            <pc:sldMk cId="0" sldId="256"/>
            <ac:spMk id="21" creationId="{42C903A0-549B-41CD-68A2-BCD537033D52}"/>
          </ac:spMkLst>
        </pc:spChg>
        <pc:picChg chg="mod">
          <ac:chgData name="PATRUNO ANDREA" userId="434c2d3d-d760-4baf-8981-191d7218719d" providerId="ADAL" clId="{16F693D4-62C4-4BA3-8943-81787A08A71E}" dt="2026-04-10T10:51:32.763" v="11" actId="1076"/>
          <ac:picMkLst>
            <pc:docMk/>
            <pc:sldMk cId="0" sldId="256"/>
            <ac:picMk id="23" creationId="{09EE11DC-D367-F713-553E-3FD7D36CFAAB}"/>
          </ac:picMkLst>
        </pc:picChg>
        <pc:picChg chg="mod">
          <ac:chgData name="PATRUNO ANDREA" userId="434c2d3d-d760-4baf-8981-191d7218719d" providerId="ADAL" clId="{16F693D4-62C4-4BA3-8943-81787A08A71E}" dt="2026-04-10T10:51:33.843" v="12" actId="1076"/>
          <ac:picMkLst>
            <pc:docMk/>
            <pc:sldMk cId="0" sldId="256"/>
            <ac:picMk id="25" creationId="{3A04ECB1-7679-695D-F40A-F00131D65DA1}"/>
          </ac:picMkLst>
        </pc:picChg>
      </pc:sldChg>
      <pc:sldChg chg="addSp delSp modSp mod">
        <pc:chgData name="PATRUNO ANDREA" userId="434c2d3d-d760-4baf-8981-191d7218719d" providerId="ADAL" clId="{16F693D4-62C4-4BA3-8943-81787A08A71E}" dt="2026-04-10T11:38:05.842" v="676" actId="113"/>
        <pc:sldMkLst>
          <pc:docMk/>
          <pc:sldMk cId="0" sldId="258"/>
        </pc:sldMkLst>
        <pc:spChg chg="add del">
          <ac:chgData name="PATRUNO ANDREA" userId="434c2d3d-d760-4baf-8981-191d7218719d" providerId="ADAL" clId="{16F693D4-62C4-4BA3-8943-81787A08A71E}" dt="2026-04-10T11:17:03.120" v="454" actId="478"/>
          <ac:spMkLst>
            <pc:docMk/>
            <pc:sldMk cId="0" sldId="258"/>
            <ac:spMk id="2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7:03.426" v="662" actId="1076"/>
          <ac:spMkLst>
            <pc:docMk/>
            <pc:sldMk cId="0" sldId="258"/>
            <ac:spMk id="5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6:46.157" v="658" actId="1076"/>
          <ac:spMkLst>
            <pc:docMk/>
            <pc:sldMk cId="0" sldId="258"/>
            <ac:spMk id="6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6:46.157" v="658" actId="1076"/>
          <ac:spMkLst>
            <pc:docMk/>
            <pc:sldMk cId="0" sldId="258"/>
            <ac:spMk id="7" creationId="{00000000-0000-0000-0000-000000000000}"/>
          </ac:spMkLst>
        </pc:spChg>
        <pc:spChg chg="add del mod">
          <ac:chgData name="PATRUNO ANDREA" userId="434c2d3d-d760-4baf-8981-191d7218719d" providerId="ADAL" clId="{16F693D4-62C4-4BA3-8943-81787A08A71E}" dt="2026-04-10T11:36:53.259" v="659" actId="14100"/>
          <ac:spMkLst>
            <pc:docMk/>
            <pc:sldMk cId="0" sldId="258"/>
            <ac:spMk id="8" creationId="{00000000-0000-0000-0000-000000000000}"/>
          </ac:spMkLst>
        </pc:spChg>
        <pc:spChg chg="add del mod">
          <ac:chgData name="PATRUNO ANDREA" userId="434c2d3d-d760-4baf-8981-191d7218719d" providerId="ADAL" clId="{16F693D4-62C4-4BA3-8943-81787A08A71E}" dt="2026-04-10T11:36:53.259" v="659" actId="14100"/>
          <ac:spMkLst>
            <pc:docMk/>
            <pc:sldMk cId="0" sldId="258"/>
            <ac:spMk id="9" creationId="{00000000-0000-0000-0000-000000000000}"/>
          </ac:spMkLst>
        </pc:spChg>
        <pc:spChg chg="add del mod">
          <ac:chgData name="PATRUNO ANDREA" userId="434c2d3d-d760-4baf-8981-191d7218719d" providerId="ADAL" clId="{16F693D4-62C4-4BA3-8943-81787A08A71E}" dt="2026-04-10T11:37:57.038" v="674" actId="1076"/>
          <ac:spMkLst>
            <pc:docMk/>
            <pc:sldMk cId="0" sldId="258"/>
            <ac:spMk id="11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7:52.025" v="673" actId="1076"/>
          <ac:spMkLst>
            <pc:docMk/>
            <pc:sldMk cId="0" sldId="258"/>
            <ac:spMk id="12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7:28.922" v="664" actId="1076"/>
          <ac:spMkLst>
            <pc:docMk/>
            <pc:sldMk cId="0" sldId="258"/>
            <ac:spMk id="13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7:28.922" v="664" actId="1076"/>
          <ac:spMkLst>
            <pc:docMk/>
            <pc:sldMk cId="0" sldId="258"/>
            <ac:spMk id="14" creationId="{00000000-0000-0000-0000-000000000000}"/>
          </ac:spMkLst>
        </pc:spChg>
        <pc:spChg chg="del mod">
          <ac:chgData name="PATRUNO ANDREA" userId="434c2d3d-d760-4baf-8981-191d7218719d" providerId="ADAL" clId="{16F693D4-62C4-4BA3-8943-81787A08A71E}" dt="2026-04-10T11:37:28.922" v="664" actId="1076"/>
          <ac:spMkLst>
            <pc:docMk/>
            <pc:sldMk cId="0" sldId="258"/>
            <ac:spMk id="15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7:40.827" v="669" actId="1076"/>
          <ac:spMkLst>
            <pc:docMk/>
            <pc:sldMk cId="0" sldId="258"/>
            <ac:spMk id="17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7:37.484" v="668" actId="1076"/>
          <ac:spMkLst>
            <pc:docMk/>
            <pc:sldMk cId="0" sldId="258"/>
            <ac:spMk id="18" creationId="{00000000-0000-0000-0000-000000000000}"/>
          </ac:spMkLst>
        </pc:spChg>
        <pc:spChg chg="add del mod">
          <ac:chgData name="PATRUNO ANDREA" userId="434c2d3d-d760-4baf-8981-191d7218719d" providerId="ADAL" clId="{16F693D4-62C4-4BA3-8943-81787A08A71E}" dt="2026-04-10T11:37:15.731" v="663" actId="1076"/>
          <ac:spMkLst>
            <pc:docMk/>
            <pc:sldMk cId="0" sldId="258"/>
            <ac:spMk id="19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7:15.731" v="663" actId="1076"/>
          <ac:spMkLst>
            <pc:docMk/>
            <pc:sldMk cId="0" sldId="258"/>
            <ac:spMk id="20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7:15.731" v="663" actId="1076"/>
          <ac:spMkLst>
            <pc:docMk/>
            <pc:sldMk cId="0" sldId="258"/>
            <ac:spMk id="21" creationId="{00000000-0000-0000-0000-000000000000}"/>
          </ac:spMkLst>
        </pc:spChg>
        <pc:spChg chg="add del mod">
          <ac:chgData name="PATRUNO ANDREA" userId="434c2d3d-d760-4baf-8981-191d7218719d" providerId="ADAL" clId="{16F693D4-62C4-4BA3-8943-81787A08A71E}" dt="2026-04-10T11:37:15.731" v="663" actId="1076"/>
          <ac:spMkLst>
            <pc:docMk/>
            <pc:sldMk cId="0" sldId="258"/>
            <ac:spMk id="23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7:15.731" v="663" actId="1076"/>
          <ac:spMkLst>
            <pc:docMk/>
            <pc:sldMk cId="0" sldId="258"/>
            <ac:spMk id="28" creationId="{00000000-0000-0000-0000-000000000000}"/>
          </ac:spMkLst>
        </pc:spChg>
        <pc:spChg chg="add mod">
          <ac:chgData name="PATRUNO ANDREA" userId="434c2d3d-d760-4baf-8981-191d7218719d" providerId="ADAL" clId="{16F693D4-62C4-4BA3-8943-81787A08A71E}" dt="2026-04-10T11:38:05.842" v="676" actId="113"/>
          <ac:spMkLst>
            <pc:docMk/>
            <pc:sldMk cId="0" sldId="258"/>
            <ac:spMk id="34" creationId="{A356B9A7-E817-A205-774E-1BBCE37F12A5}"/>
          </ac:spMkLst>
        </pc:spChg>
        <pc:spChg chg="add mod">
          <ac:chgData name="PATRUNO ANDREA" userId="434c2d3d-d760-4baf-8981-191d7218719d" providerId="ADAL" clId="{16F693D4-62C4-4BA3-8943-81787A08A71E}" dt="2026-04-10T11:37:28.922" v="664" actId="1076"/>
          <ac:spMkLst>
            <pc:docMk/>
            <pc:sldMk cId="0" sldId="258"/>
            <ac:spMk id="36" creationId="{60961725-D9AD-3387-4C49-2894430F26A9}"/>
          </ac:spMkLst>
        </pc:spChg>
        <pc:spChg chg="add mod">
          <ac:chgData name="PATRUNO ANDREA" userId="434c2d3d-d760-4baf-8981-191d7218719d" providerId="ADAL" clId="{16F693D4-62C4-4BA3-8943-81787A08A71E}" dt="2026-04-10T11:37:28.922" v="664" actId="1076"/>
          <ac:spMkLst>
            <pc:docMk/>
            <pc:sldMk cId="0" sldId="258"/>
            <ac:spMk id="38" creationId="{A16E7144-B6A9-C7F4-B894-81441A97DAF5}"/>
          </ac:spMkLst>
        </pc:spChg>
      </pc:sldChg>
      <pc:sldChg chg="modSp mod">
        <pc:chgData name="PATRUNO ANDREA" userId="434c2d3d-d760-4baf-8981-191d7218719d" providerId="ADAL" clId="{16F693D4-62C4-4BA3-8943-81787A08A71E}" dt="2026-04-10T11:51:27.557" v="707" actId="1076"/>
        <pc:sldMkLst>
          <pc:docMk/>
          <pc:sldMk cId="0" sldId="259"/>
        </pc:sldMkLst>
        <pc:spChg chg="mod">
          <ac:chgData name="PATRUNO ANDREA" userId="434c2d3d-d760-4baf-8981-191d7218719d" providerId="ADAL" clId="{16F693D4-62C4-4BA3-8943-81787A08A71E}" dt="2026-04-10T11:46:54.301" v="698" actId="255"/>
          <ac:spMkLst>
            <pc:docMk/>
            <pc:sldMk cId="0" sldId="259"/>
            <ac:spMk id="13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46:01.551" v="691" actId="404"/>
          <ac:spMkLst>
            <pc:docMk/>
            <pc:sldMk cId="0" sldId="259"/>
            <ac:spMk id="14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46:49.860" v="697" actId="255"/>
          <ac:spMkLst>
            <pc:docMk/>
            <pc:sldMk cId="0" sldId="259"/>
            <ac:spMk id="18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46:31.923" v="694" actId="255"/>
          <ac:spMkLst>
            <pc:docMk/>
            <pc:sldMk cId="0" sldId="259"/>
            <ac:spMk id="19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46:45.267" v="696" actId="255"/>
          <ac:spMkLst>
            <pc:docMk/>
            <pc:sldMk cId="0" sldId="259"/>
            <ac:spMk id="23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46:39.384" v="695" actId="255"/>
          <ac:spMkLst>
            <pc:docMk/>
            <pc:sldMk cId="0" sldId="259"/>
            <ac:spMk id="24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47:25.846" v="704" actId="255"/>
          <ac:spMkLst>
            <pc:docMk/>
            <pc:sldMk cId="0" sldId="259"/>
            <ac:spMk id="27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45:56.352" v="684" actId="403"/>
          <ac:spMkLst>
            <pc:docMk/>
            <pc:sldMk cId="0" sldId="259"/>
            <ac:spMk id="28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51:27.557" v="707" actId="1076"/>
          <ac:spMkLst>
            <pc:docMk/>
            <pc:sldMk cId="0" sldId="259"/>
            <ac:spMk id="29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47:29.563" v="705" actId="255"/>
          <ac:spMkLst>
            <pc:docMk/>
            <pc:sldMk cId="0" sldId="259"/>
            <ac:spMk id="31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45:48.680" v="680" actId="255"/>
          <ac:spMkLst>
            <pc:docMk/>
            <pc:sldMk cId="0" sldId="259"/>
            <ac:spMk id="32" creationId="{00000000-0000-0000-0000-000000000000}"/>
          </ac:spMkLst>
        </pc:spChg>
      </pc:sldChg>
      <pc:sldChg chg="ord">
        <pc:chgData name="PATRUNO ANDREA" userId="434c2d3d-d760-4baf-8981-191d7218719d" providerId="ADAL" clId="{16F693D4-62C4-4BA3-8943-81787A08A71E}" dt="2026-04-10T11:53:34.545" v="709"/>
        <pc:sldMkLst>
          <pc:docMk/>
          <pc:sldMk cId="0" sldId="261"/>
        </pc:sldMkLst>
      </pc:sldChg>
      <pc:sldChg chg="modSp mod">
        <pc:chgData name="PATRUNO ANDREA" userId="434c2d3d-d760-4baf-8981-191d7218719d" providerId="ADAL" clId="{16F693D4-62C4-4BA3-8943-81787A08A71E}" dt="2026-04-10T11:58:16.532" v="715" actId="1076"/>
        <pc:sldMkLst>
          <pc:docMk/>
          <pc:sldMk cId="0" sldId="262"/>
        </pc:sldMkLst>
        <pc:spChg chg="mod">
          <ac:chgData name="PATRUNO ANDREA" userId="434c2d3d-d760-4baf-8981-191d7218719d" providerId="ADAL" clId="{16F693D4-62C4-4BA3-8943-81787A08A71E}" dt="2026-04-10T11:58:16.532" v="715" actId="1076"/>
          <ac:spMkLst>
            <pc:docMk/>
            <pc:sldMk cId="0" sldId="262"/>
            <ac:spMk id="3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55:46.169" v="713" actId="1076"/>
          <ac:spMkLst>
            <pc:docMk/>
            <pc:sldMk cId="0" sldId="262"/>
            <ac:spMk id="6" creationId="{00000000-0000-0000-0000-000000000000}"/>
          </ac:spMkLst>
        </pc:spChg>
      </pc:sldChg>
      <pc:sldChg chg="modSp mod">
        <pc:chgData name="PATRUNO ANDREA" userId="434c2d3d-d760-4baf-8981-191d7218719d" providerId="ADAL" clId="{16F693D4-62C4-4BA3-8943-81787A08A71E}" dt="2026-04-10T12:04:51.161" v="724" actId="20577"/>
        <pc:sldMkLst>
          <pc:docMk/>
          <pc:sldMk cId="0" sldId="263"/>
        </pc:sldMkLst>
        <pc:spChg chg="mod">
          <ac:chgData name="PATRUNO ANDREA" userId="434c2d3d-d760-4baf-8981-191d7218719d" providerId="ADAL" clId="{16F693D4-62C4-4BA3-8943-81787A08A71E}" dt="2026-04-10T12:04:38.608" v="716" actId="20577"/>
          <ac:spMkLst>
            <pc:docMk/>
            <pc:sldMk cId="0" sldId="263"/>
            <ac:spMk id="27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2:04:42.002" v="719" actId="20577"/>
          <ac:spMkLst>
            <pc:docMk/>
            <pc:sldMk cId="0" sldId="263"/>
            <ac:spMk id="29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2:04:44.847" v="722" actId="20577"/>
          <ac:spMkLst>
            <pc:docMk/>
            <pc:sldMk cId="0" sldId="263"/>
            <ac:spMk id="31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2:04:48.847" v="723" actId="20577"/>
          <ac:spMkLst>
            <pc:docMk/>
            <pc:sldMk cId="0" sldId="263"/>
            <ac:spMk id="33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2:04:51.161" v="724" actId="20577"/>
          <ac:spMkLst>
            <pc:docMk/>
            <pc:sldMk cId="0" sldId="263"/>
            <ac:spMk id="35" creationId="{00000000-0000-0000-0000-000000000000}"/>
          </ac:spMkLst>
        </pc:spChg>
      </pc:sldChg>
      <pc:sldChg chg="addSp delSp modSp new mod">
        <pc:chgData name="PATRUNO ANDREA" userId="434c2d3d-d760-4baf-8981-191d7218719d" providerId="ADAL" clId="{16F693D4-62C4-4BA3-8943-81787A08A71E}" dt="2026-04-10T11:09:21.218" v="383" actId="207"/>
        <pc:sldMkLst>
          <pc:docMk/>
          <pc:sldMk cId="2814612309" sldId="267"/>
        </pc:sldMkLst>
        <pc:spChg chg="add mod">
          <ac:chgData name="PATRUNO ANDREA" userId="434c2d3d-d760-4baf-8981-191d7218719d" providerId="ADAL" clId="{16F693D4-62C4-4BA3-8943-81787A08A71E}" dt="2026-04-10T10:52:07.435" v="21" actId="20577"/>
          <ac:spMkLst>
            <pc:docMk/>
            <pc:sldMk cId="2814612309" sldId="267"/>
            <ac:spMk id="2" creationId="{EECF17F0-E193-7F72-05C6-23F7DF416B1D}"/>
          </ac:spMkLst>
        </pc:spChg>
        <pc:spChg chg="add mod">
          <ac:chgData name="PATRUNO ANDREA" userId="434c2d3d-d760-4baf-8981-191d7218719d" providerId="ADAL" clId="{16F693D4-62C4-4BA3-8943-81787A08A71E}" dt="2026-04-10T10:56:34.407" v="112" actId="14100"/>
          <ac:spMkLst>
            <pc:docMk/>
            <pc:sldMk cId="2814612309" sldId="267"/>
            <ac:spMk id="3" creationId="{B4856C3E-95A8-8FBB-BF61-42A33B3C7FA2}"/>
          </ac:spMkLst>
        </pc:spChg>
        <pc:spChg chg="add mod">
          <ac:chgData name="PATRUNO ANDREA" userId="434c2d3d-d760-4baf-8981-191d7218719d" providerId="ADAL" clId="{16F693D4-62C4-4BA3-8943-81787A08A71E}" dt="2026-04-10T10:55:20.211" v="102" actId="14100"/>
          <ac:spMkLst>
            <pc:docMk/>
            <pc:sldMk cId="2814612309" sldId="267"/>
            <ac:spMk id="4" creationId="{62B66494-BFC9-C502-95D6-0D93B9C4E241}"/>
          </ac:spMkLst>
        </pc:spChg>
        <pc:spChg chg="add 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12" creationId="{1B05F9B3-10B3-A3E3-EC3D-4FA0CB9B7892}"/>
          </ac:spMkLst>
        </pc:spChg>
        <pc:spChg chg="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13" creationId="{56070D00-0291-9D85-2A52-9D92F4CECE9D}"/>
          </ac:spMkLst>
        </pc:spChg>
        <pc:spChg chg="add 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14" creationId="{5FCE51B8-8F77-6AE8-D16E-DC115EED7138}"/>
          </ac:spMkLst>
        </pc:spChg>
        <pc:spChg chg="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22" creationId="{E4A50B6E-C841-B9C9-F420-D4E056B77277}"/>
          </ac:spMkLst>
        </pc:spChg>
        <pc:spChg chg="add mod">
          <ac:chgData name="PATRUNO ANDREA" userId="434c2d3d-d760-4baf-8981-191d7218719d" providerId="ADAL" clId="{16F693D4-62C4-4BA3-8943-81787A08A71E}" dt="2026-04-10T11:08:52.611" v="375" actId="1076"/>
          <ac:spMkLst>
            <pc:docMk/>
            <pc:sldMk cId="2814612309" sldId="267"/>
            <ac:spMk id="23" creationId="{748A0C6C-4A76-9726-C47E-868FB6B0EF0A}"/>
          </ac:spMkLst>
        </pc:spChg>
        <pc:spChg chg="add mod">
          <ac:chgData name="PATRUNO ANDREA" userId="434c2d3d-d760-4baf-8981-191d7218719d" providerId="ADAL" clId="{16F693D4-62C4-4BA3-8943-81787A08A71E}" dt="2026-04-10T11:08:52.611" v="375" actId="1076"/>
          <ac:spMkLst>
            <pc:docMk/>
            <pc:sldMk cId="2814612309" sldId="267"/>
            <ac:spMk id="24" creationId="{FE6430F2-A9C4-9A33-12EA-53B7F8133CD0}"/>
          </ac:spMkLst>
        </pc:spChg>
        <pc:spChg chg="mod">
          <ac:chgData name="PATRUNO ANDREA" userId="434c2d3d-d760-4baf-8981-191d7218719d" providerId="ADAL" clId="{16F693D4-62C4-4BA3-8943-81787A08A71E}" dt="2026-04-10T11:08:52.611" v="375" actId="1076"/>
          <ac:spMkLst>
            <pc:docMk/>
            <pc:sldMk cId="2814612309" sldId="267"/>
            <ac:spMk id="25" creationId="{B137F305-C7DC-3D8C-F2DB-34DA219C98C9}"/>
          </ac:spMkLst>
        </pc:spChg>
        <pc:spChg chg="mod">
          <ac:chgData name="PATRUNO ANDREA" userId="434c2d3d-d760-4baf-8981-191d7218719d" providerId="ADAL" clId="{16F693D4-62C4-4BA3-8943-81787A08A71E}" dt="2026-04-10T11:08:52.611" v="375" actId="1076"/>
          <ac:spMkLst>
            <pc:docMk/>
            <pc:sldMk cId="2814612309" sldId="267"/>
            <ac:spMk id="26" creationId="{B609A615-04DA-125D-7648-437909D69EA7}"/>
          </ac:spMkLst>
        </pc:spChg>
        <pc:spChg chg="add del 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35" creationId="{D6E0CC0D-7D94-AA1B-07AF-257B80682547}"/>
          </ac:spMkLst>
        </pc:spChg>
        <pc:spChg chg="add 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36" creationId="{981C6F95-42A6-9117-4153-7A82AD31A77B}"/>
          </ac:spMkLst>
        </pc:spChg>
        <pc:spChg chg="add mod">
          <ac:chgData name="PATRUNO ANDREA" userId="434c2d3d-d760-4baf-8981-191d7218719d" providerId="ADAL" clId="{16F693D4-62C4-4BA3-8943-81787A08A71E}" dt="2026-04-10T11:08:52.611" v="375" actId="1076"/>
          <ac:spMkLst>
            <pc:docMk/>
            <pc:sldMk cId="2814612309" sldId="267"/>
            <ac:spMk id="39" creationId="{65724F8C-93D1-45DB-CCEF-B69D4C41B516}"/>
          </ac:spMkLst>
        </pc:spChg>
        <pc:picChg chg="add mod">
          <ac:chgData name="PATRUNO ANDREA" userId="434c2d3d-d760-4baf-8981-191d7218719d" providerId="ADAL" clId="{16F693D4-62C4-4BA3-8943-81787A08A71E}" dt="2026-04-10T11:08:44.904" v="374" actId="1076"/>
          <ac:picMkLst>
            <pc:docMk/>
            <pc:sldMk cId="2814612309" sldId="267"/>
            <ac:picMk id="41" creationId="{B96C1320-1210-606B-B69D-BC99BF88B19D}"/>
          </ac:picMkLst>
        </pc:picChg>
        <pc:picChg chg="add mod">
          <ac:chgData name="PATRUNO ANDREA" userId="434c2d3d-d760-4baf-8981-191d7218719d" providerId="ADAL" clId="{16F693D4-62C4-4BA3-8943-81787A08A71E}" dt="2026-04-10T11:09:21.218" v="383" actId="207"/>
          <ac:picMkLst>
            <pc:docMk/>
            <pc:sldMk cId="2814612309" sldId="267"/>
            <ac:picMk id="43" creationId="{739869E6-C976-917C-1D03-B1C78779506F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59409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Shape 2"/>
          <p:cNvSpPr/>
          <p:nvPr/>
        </p:nvSpPr>
        <p:spPr>
          <a:xfrm>
            <a:off x="3492304" y="609922"/>
            <a:ext cx="2399045" cy="4181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5" name="Text 3"/>
          <p:cNvSpPr/>
          <p:nvPr/>
        </p:nvSpPr>
        <p:spPr>
          <a:xfrm>
            <a:off x="3293976" y="536155"/>
            <a:ext cx="26658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WORK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300067" y="1077761"/>
            <a:ext cx="505030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&amp; PCA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l'Analisi di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Immagini Mediche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276456" y="3576975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Compressione e analisi esplorativa su radiografie polmonari</a:t>
            </a:r>
            <a:endParaRPr lang="en-US" sz="1300" dirty="0"/>
          </a:p>
        </p:txBody>
      </p:sp>
      <p:sp>
        <p:nvSpPr>
          <p:cNvPr id="12" name="Text 6"/>
          <p:cNvSpPr/>
          <p:nvPr/>
        </p:nvSpPr>
        <p:spPr>
          <a:xfrm>
            <a:off x="276456" y="4065739"/>
            <a:ext cx="1371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Studente</a:t>
            </a:r>
            <a:endParaRPr lang="en-US" sz="1200" dirty="0"/>
          </a:p>
        </p:txBody>
      </p:sp>
      <p:sp>
        <p:nvSpPr>
          <p:cNvPr id="13" name="Text 7"/>
          <p:cNvSpPr/>
          <p:nvPr/>
        </p:nvSpPr>
        <p:spPr>
          <a:xfrm>
            <a:off x="1465175" y="4084027"/>
            <a:ext cx="2698861" cy="1307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 Patruno, Ivan Giacomo Colella</a:t>
            </a:r>
            <a:endParaRPr lang="en-US" sz="1200" dirty="0"/>
          </a:p>
        </p:txBody>
      </p:sp>
      <p:sp>
        <p:nvSpPr>
          <p:cNvPr id="14" name="Text 8"/>
          <p:cNvSpPr/>
          <p:nvPr/>
        </p:nvSpPr>
        <p:spPr>
          <a:xfrm>
            <a:off x="276456" y="4264445"/>
            <a:ext cx="1371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A.A.</a:t>
            </a:r>
            <a:endParaRPr lang="en-US" sz="1200" dirty="0"/>
          </a:p>
        </p:txBody>
      </p:sp>
      <p:sp>
        <p:nvSpPr>
          <p:cNvPr id="15" name="Text 9"/>
          <p:cNvSpPr/>
          <p:nvPr/>
        </p:nvSpPr>
        <p:spPr>
          <a:xfrm>
            <a:off x="1465176" y="4264445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2025/2026</a:t>
            </a:r>
            <a:endParaRPr lang="en-US" sz="1200" dirty="0"/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83CEB99B-3364-D833-8FAF-E8879F08BE80}"/>
              </a:ext>
            </a:extLst>
          </p:cNvPr>
          <p:cNvSpPr/>
          <p:nvPr/>
        </p:nvSpPr>
        <p:spPr>
          <a:xfrm>
            <a:off x="276456" y="4426927"/>
            <a:ext cx="1371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Corso</a:t>
            </a:r>
            <a:endParaRPr lang="en-US" sz="1200" dirty="0"/>
          </a:p>
        </p:txBody>
      </p:sp>
      <p:sp>
        <p:nvSpPr>
          <p:cNvPr id="21" name="Text 8">
            <a:extLst>
              <a:ext uri="{FF2B5EF4-FFF2-40B4-BE49-F238E27FC236}">
                <a16:creationId xmlns:a16="http://schemas.microsoft.com/office/drawing/2014/main" id="{42C903A0-549B-41CD-68A2-BCD537033D52}"/>
              </a:ext>
            </a:extLst>
          </p:cNvPr>
          <p:cNvSpPr/>
          <p:nvPr/>
        </p:nvSpPr>
        <p:spPr>
          <a:xfrm>
            <a:off x="1465176" y="4373587"/>
            <a:ext cx="317929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Statisitcal</a:t>
            </a: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Methods for AI</a:t>
            </a:r>
            <a:endParaRPr lang="en-US" sz="1200" dirty="0"/>
          </a:p>
        </p:txBody>
      </p:sp>
      <p:pic>
        <p:nvPicPr>
          <p:cNvPr id="23" name="Immagine 22">
            <a:extLst>
              <a:ext uri="{FF2B5EF4-FFF2-40B4-BE49-F238E27FC236}">
                <a16:creationId xmlns:a16="http://schemas.microsoft.com/office/drawing/2014/main" id="{09EE11DC-D367-F713-553E-3FD7D36CFA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1341" y="536155"/>
            <a:ext cx="1736203" cy="1713781"/>
          </a:xfrm>
          <a:prstGeom prst="rect">
            <a:avLst/>
          </a:prstGeom>
        </p:spPr>
      </p:pic>
      <p:pic>
        <p:nvPicPr>
          <p:cNvPr id="25" name="Immagine 24">
            <a:extLst>
              <a:ext uri="{FF2B5EF4-FFF2-40B4-BE49-F238E27FC236}">
                <a16:creationId xmlns:a16="http://schemas.microsoft.com/office/drawing/2014/main" id="{3A04ECB1-7679-695D-F40A-F00131D65D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456" y="557784"/>
            <a:ext cx="2199190" cy="87989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ECF17F0-E193-7F72-05C6-23F7DF416B1D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4856C3E-95A8-8FBB-BF61-42A33B3C7FA2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2B66494-BFC9-C502-95D6-0D93B9C4E241}"/>
              </a:ext>
            </a:extLst>
          </p:cNvPr>
          <p:cNvSpPr/>
          <p:nvPr/>
        </p:nvSpPr>
        <p:spPr>
          <a:xfrm>
            <a:off x="365760" y="18077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</a:rPr>
              <a:t>Le Motivazioni e gli Obiettivi</a:t>
            </a:r>
            <a:endParaRPr lang="en-US" sz="2200" b="1" dirty="0">
              <a:solidFill>
                <a:schemeClr val="bg1"/>
              </a:solidFill>
            </a:endParaRPr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1B05F9B3-10B3-A3E3-EC3D-4FA0CB9B7892}"/>
              </a:ext>
            </a:extLst>
          </p:cNvPr>
          <p:cNvSpPr/>
          <p:nvPr/>
        </p:nvSpPr>
        <p:spPr>
          <a:xfrm>
            <a:off x="102322" y="1200839"/>
            <a:ext cx="3968931" cy="2099787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r>
              <a:rPr lang="it-IT" dirty="0"/>
              <a:t> </a:t>
            </a:r>
          </a:p>
        </p:txBody>
      </p:sp>
      <p:sp>
        <p:nvSpPr>
          <p:cNvPr id="13" name="Shape 5">
            <a:extLst>
              <a:ext uri="{FF2B5EF4-FFF2-40B4-BE49-F238E27FC236}">
                <a16:creationId xmlns:a16="http://schemas.microsoft.com/office/drawing/2014/main" id="{56070D00-0291-9D85-2A52-9D92F4CECE9D}"/>
              </a:ext>
            </a:extLst>
          </p:cNvPr>
          <p:cNvSpPr/>
          <p:nvPr/>
        </p:nvSpPr>
        <p:spPr>
          <a:xfrm>
            <a:off x="102322" y="1117678"/>
            <a:ext cx="3968931" cy="416372"/>
          </a:xfrm>
          <a:prstGeom prst="rect">
            <a:avLst/>
          </a:prstGeom>
          <a:solidFill>
            <a:srgbClr val="505E82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>
              <a:solidFill>
                <a:srgbClr val="0D1B4B"/>
              </a:solidFill>
            </a:endParaRPr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5FCE51B8-8F77-6AE8-D16E-DC115EED7138}"/>
              </a:ext>
            </a:extLst>
          </p:cNvPr>
          <p:cNvSpPr/>
          <p:nvPr/>
        </p:nvSpPr>
        <p:spPr>
          <a:xfrm>
            <a:off x="102322" y="1117678"/>
            <a:ext cx="3988522" cy="4163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Contesto</a:t>
            </a:r>
            <a:endParaRPr lang="en-US" sz="1600" dirty="0"/>
          </a:p>
        </p:txBody>
      </p:sp>
      <p:sp>
        <p:nvSpPr>
          <p:cNvPr id="22" name="Text 14">
            <a:extLst>
              <a:ext uri="{FF2B5EF4-FFF2-40B4-BE49-F238E27FC236}">
                <a16:creationId xmlns:a16="http://schemas.microsoft.com/office/drawing/2014/main" id="{E4A50B6E-C841-B9C9-F420-D4E056B77277}"/>
              </a:ext>
            </a:extLst>
          </p:cNvPr>
          <p:cNvSpPr/>
          <p:nvPr/>
        </p:nvSpPr>
        <p:spPr>
          <a:xfrm>
            <a:off x="304071" y="1687901"/>
            <a:ext cx="2117177" cy="303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3" name="Shape 15">
            <a:extLst>
              <a:ext uri="{FF2B5EF4-FFF2-40B4-BE49-F238E27FC236}">
                <a16:creationId xmlns:a16="http://schemas.microsoft.com/office/drawing/2014/main" id="{748A0C6C-4A76-9726-C47E-868FB6B0EF0A}"/>
              </a:ext>
            </a:extLst>
          </p:cNvPr>
          <p:cNvSpPr/>
          <p:nvPr/>
        </p:nvSpPr>
        <p:spPr>
          <a:xfrm>
            <a:off x="4855031" y="1567541"/>
            <a:ext cx="4206240" cy="1733085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24" name="Shape 16">
            <a:extLst>
              <a:ext uri="{FF2B5EF4-FFF2-40B4-BE49-F238E27FC236}">
                <a16:creationId xmlns:a16="http://schemas.microsoft.com/office/drawing/2014/main" id="{FE6430F2-A9C4-9A33-12EA-53B7F8133CD0}"/>
              </a:ext>
            </a:extLst>
          </p:cNvPr>
          <p:cNvSpPr/>
          <p:nvPr/>
        </p:nvSpPr>
        <p:spPr>
          <a:xfrm>
            <a:off x="4846320" y="1117678"/>
            <a:ext cx="4206240" cy="43891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25" name="Text 17">
            <a:extLst>
              <a:ext uri="{FF2B5EF4-FFF2-40B4-BE49-F238E27FC236}">
                <a16:creationId xmlns:a16="http://schemas.microsoft.com/office/drawing/2014/main" id="{B137F305-C7DC-3D8C-F2DB-34DA219C98C9}"/>
              </a:ext>
            </a:extLst>
          </p:cNvPr>
          <p:cNvSpPr/>
          <p:nvPr/>
        </p:nvSpPr>
        <p:spPr>
          <a:xfrm>
            <a:off x="4937760" y="1117678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Obiettivi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progetto</a:t>
            </a:r>
            <a:endParaRPr lang="en-US" sz="1600" dirty="0"/>
          </a:p>
        </p:txBody>
      </p:sp>
      <p:sp>
        <p:nvSpPr>
          <p:cNvPr id="26" name="Text 18">
            <a:extLst>
              <a:ext uri="{FF2B5EF4-FFF2-40B4-BE49-F238E27FC236}">
                <a16:creationId xmlns:a16="http://schemas.microsoft.com/office/drawing/2014/main" id="{B609A615-04DA-125D-7648-437909D69EA7}"/>
              </a:ext>
            </a:extLst>
          </p:cNvPr>
          <p:cNvSpPr/>
          <p:nvPr/>
        </p:nvSpPr>
        <p:spPr>
          <a:xfrm>
            <a:off x="5050244" y="1625652"/>
            <a:ext cx="3773716" cy="8419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it-IT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Compressione (SVD): </a:t>
            </a:r>
            <a:r>
              <a:rPr lang="it-IT" sz="1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</a:t>
            </a:r>
            <a:r>
              <a:rPr lang="it-IT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</a:t>
            </a:r>
            <a:r>
              <a:rPr lang="it-IT" sz="1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può comprimere le radiografie toraciche preservando le informazioni clinicamente rilevanti?</a:t>
            </a:r>
            <a:endParaRPr lang="en-US" sz="1200" dirty="0"/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D6E0CC0D-7D94-AA1B-07AF-257B80682547}"/>
              </a:ext>
            </a:extLst>
          </p:cNvPr>
          <p:cNvSpPr txBox="1"/>
          <p:nvPr/>
        </p:nvSpPr>
        <p:spPr>
          <a:xfrm>
            <a:off x="148042" y="1654336"/>
            <a:ext cx="341738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solidFill>
                  <a:srgbClr val="0D1B4B"/>
                </a:solidFill>
              </a:rPr>
              <a:t>Le radiografie ad alta risoluzione generano enormi moli di dati </a:t>
            </a:r>
          </a:p>
        </p:txBody>
      </p:sp>
      <p:sp>
        <p:nvSpPr>
          <p:cNvPr id="36" name="Text 20">
            <a:extLst>
              <a:ext uri="{FF2B5EF4-FFF2-40B4-BE49-F238E27FC236}">
                <a16:creationId xmlns:a16="http://schemas.microsoft.com/office/drawing/2014/main" id="{981C6F95-42A6-9117-4153-7A82AD31A77B}"/>
              </a:ext>
            </a:extLst>
          </p:cNvPr>
          <p:cNvSpPr/>
          <p:nvPr/>
        </p:nvSpPr>
        <p:spPr>
          <a:xfrm>
            <a:off x="193762" y="2355450"/>
            <a:ext cx="3417389" cy="52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 err="1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Conseguenza</a:t>
            </a:r>
            <a:r>
              <a:rPr lang="en-US" sz="12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it-IT" sz="1200" dirty="0">
                <a:solidFill>
                  <a:srgbClr val="64748B"/>
                </a:solidFill>
              </a:rPr>
              <a:t>Alta ridondanza spaziale e necessità di ottimizzazione</a:t>
            </a:r>
            <a:endParaRPr lang="en-US" sz="1200" dirty="0">
              <a:solidFill>
                <a:srgbClr val="64748B"/>
              </a:solidFill>
            </a:endParaRPr>
          </a:p>
          <a:p>
            <a:pPr marL="0" indent="0">
              <a:buNone/>
            </a:pPr>
            <a:endParaRPr lang="en-US" sz="1200" b="1" dirty="0">
              <a:solidFill>
                <a:srgbClr val="0D1B4B"/>
              </a:solidFill>
            </a:endParaRPr>
          </a:p>
        </p:txBody>
      </p:sp>
      <p:sp>
        <p:nvSpPr>
          <p:cNvPr id="39" name="Text 18">
            <a:extLst>
              <a:ext uri="{FF2B5EF4-FFF2-40B4-BE49-F238E27FC236}">
                <a16:creationId xmlns:a16="http://schemas.microsoft.com/office/drawing/2014/main" id="{65724F8C-93D1-45DB-CCEF-B69D4C41B516}"/>
              </a:ext>
            </a:extLst>
          </p:cNvPr>
          <p:cNvSpPr/>
          <p:nvPr/>
        </p:nvSpPr>
        <p:spPr>
          <a:xfrm>
            <a:off x="5050244" y="2182435"/>
            <a:ext cx="3773716" cy="8419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1200" b="1" dirty="0">
                <a:solidFill>
                  <a:srgbClr val="028090"/>
                </a:solidFill>
              </a:rPr>
              <a:t>Classificazione (PCA):</a:t>
            </a:r>
            <a:r>
              <a:rPr lang="it-IT" sz="1200" dirty="0">
                <a:solidFill>
                  <a:srgbClr val="028090"/>
                </a:solidFill>
              </a:rPr>
              <a:t> La </a:t>
            </a:r>
            <a:r>
              <a:rPr lang="it-IT" sz="1200" b="1" dirty="0">
                <a:solidFill>
                  <a:srgbClr val="028090"/>
                </a:solidFill>
              </a:rPr>
              <a:t>PCA</a:t>
            </a:r>
            <a:r>
              <a:rPr lang="it-IT" sz="1200" dirty="0">
                <a:solidFill>
                  <a:srgbClr val="028090"/>
                </a:solidFill>
              </a:rPr>
              <a:t> può rivelare strutture latenti nel dataset in grado di distinguere le diverse patologie polmonari?</a:t>
            </a:r>
          </a:p>
        </p:txBody>
      </p:sp>
      <p:pic>
        <p:nvPicPr>
          <p:cNvPr id="41" name="Elemento grafico 40" descr="Database con riempimento a tinta unita">
            <a:extLst>
              <a:ext uri="{FF2B5EF4-FFF2-40B4-BE49-F238E27FC236}">
                <a16:creationId xmlns:a16="http://schemas.microsoft.com/office/drawing/2014/main" id="{B96C1320-1210-606B-B69D-BC99BF88B1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30444" y="1556590"/>
            <a:ext cx="660400" cy="660400"/>
          </a:xfrm>
          <a:prstGeom prst="rect">
            <a:avLst/>
          </a:prstGeom>
        </p:spPr>
      </p:pic>
      <p:pic>
        <p:nvPicPr>
          <p:cNvPr id="43" name="Elemento grafico 42" descr="Freccia: diritta con riempimento a tinta unita">
            <a:extLst>
              <a:ext uri="{FF2B5EF4-FFF2-40B4-BE49-F238E27FC236}">
                <a16:creationId xmlns:a16="http://schemas.microsoft.com/office/drawing/2014/main" id="{739869E6-C976-917C-1D03-B1C7877950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4056615" y="2008271"/>
            <a:ext cx="818133" cy="818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612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— Lung X-Rays Grayscale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classi diagnostiche — max 80 immagini per classe — 256×256 px (Lanczos)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Politecnico di Bari — A. Patruno — 2025/2026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56032" y="1143000"/>
            <a:ext cx="2029968" cy="35844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Shape 6"/>
          <p:cNvSpPr/>
          <p:nvPr/>
        </p:nvSpPr>
        <p:spPr>
          <a:xfrm>
            <a:off x="256032" y="1143000"/>
            <a:ext cx="2029968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301752" y="1143000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56616" y="1572768"/>
            <a:ext cx="1828800" cy="164592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356616" y="3264408"/>
            <a:ext cx="1828800" cy="3657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301752" y="3337560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540 immagini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329184" y="3584448"/>
            <a:ext cx="1883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Distribuzione uniforme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(buon contrasto tissutale)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2432304" y="1143000"/>
            <a:ext cx="2029968" cy="35844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5" name="Shape 12"/>
          <p:cNvSpPr/>
          <p:nvPr/>
        </p:nvSpPr>
        <p:spPr>
          <a:xfrm>
            <a:off x="2432304" y="1143000"/>
            <a:ext cx="2029968" cy="384048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3"/>
          <p:cNvSpPr/>
          <p:nvPr/>
        </p:nvSpPr>
        <p:spPr>
          <a:xfrm>
            <a:off x="2478024" y="1143000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Pneumonia</a:t>
            </a:r>
            <a:endParaRPr lang="en-US" sz="1300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532888" y="1572768"/>
            <a:ext cx="1828800" cy="164592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2532888" y="3264408"/>
            <a:ext cx="1828800" cy="36576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5"/>
          <p:cNvSpPr/>
          <p:nvPr/>
        </p:nvSpPr>
        <p:spPr>
          <a:xfrm>
            <a:off x="2478024" y="3337560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186 immagini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2505456" y="3584448"/>
            <a:ext cx="1883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Picco toni scuri 30–80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(consolidazioni dense)</a:t>
            </a:r>
            <a:endParaRPr lang="en-US" sz="850" dirty="0"/>
          </a:p>
        </p:txBody>
      </p:sp>
      <p:sp>
        <p:nvSpPr>
          <p:cNvPr id="21" name="Shape 17"/>
          <p:cNvSpPr/>
          <p:nvPr/>
        </p:nvSpPr>
        <p:spPr>
          <a:xfrm>
            <a:off x="4608576" y="1143000"/>
            <a:ext cx="2029968" cy="35844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2" name="Shape 18"/>
          <p:cNvSpPr/>
          <p:nvPr/>
        </p:nvSpPr>
        <p:spPr>
          <a:xfrm>
            <a:off x="4608576" y="1143000"/>
            <a:ext cx="2029968" cy="384048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19"/>
          <p:cNvSpPr/>
          <p:nvPr/>
        </p:nvSpPr>
        <p:spPr>
          <a:xfrm>
            <a:off x="4654296" y="1143000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Tuberculosis</a:t>
            </a:r>
            <a:endParaRPr lang="en-US" sz="1300" dirty="0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09160" y="1572768"/>
            <a:ext cx="1828800" cy="1645920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709160" y="3264408"/>
            <a:ext cx="1828800" cy="36576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Text 21"/>
          <p:cNvSpPr/>
          <p:nvPr/>
        </p:nvSpPr>
        <p:spPr>
          <a:xfrm>
            <a:off x="4654296" y="3337560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immagini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4681728" y="3584448"/>
            <a:ext cx="1883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Bimodale, picco 150–190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(lesioni fibro-calcifiche)</a:t>
            </a:r>
            <a:endParaRPr lang="en-US" sz="850" dirty="0"/>
          </a:p>
        </p:txBody>
      </p:sp>
      <p:sp>
        <p:nvSpPr>
          <p:cNvPr id="28" name="Shape 23"/>
          <p:cNvSpPr/>
          <p:nvPr/>
        </p:nvSpPr>
        <p:spPr>
          <a:xfrm>
            <a:off x="6784848" y="1143000"/>
            <a:ext cx="2029968" cy="35844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9" name="Shape 24"/>
          <p:cNvSpPr/>
          <p:nvPr/>
        </p:nvSpPr>
        <p:spPr>
          <a:xfrm>
            <a:off x="6784848" y="1143000"/>
            <a:ext cx="2029968" cy="384048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Text 25"/>
          <p:cNvSpPr/>
          <p:nvPr/>
        </p:nvSpPr>
        <p:spPr>
          <a:xfrm>
            <a:off x="6830568" y="1143000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COVID-19</a:t>
            </a:r>
            <a:endParaRPr lang="en-US" sz="1300" dirty="0"/>
          </a:p>
        </p:txBody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885432" y="1572768"/>
            <a:ext cx="1828800" cy="1645920"/>
          </a:xfrm>
          <a:prstGeom prst="rect">
            <a:avLst/>
          </a:prstGeom>
        </p:spPr>
      </p:pic>
      <p:sp>
        <p:nvSpPr>
          <p:cNvPr id="32" name="Shape 26"/>
          <p:cNvSpPr/>
          <p:nvPr/>
        </p:nvSpPr>
        <p:spPr>
          <a:xfrm>
            <a:off x="6885432" y="3264408"/>
            <a:ext cx="1828800" cy="36576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27"/>
          <p:cNvSpPr/>
          <p:nvPr/>
        </p:nvSpPr>
        <p:spPr>
          <a:xfrm>
            <a:off x="6830568" y="3337560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122 immagini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6858000" y="3584448"/>
            <a:ext cx="1883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Intensità 100–170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(ground-glass opacities)</a:t>
            </a:r>
            <a:endParaRPr lang="en-US" sz="850" dirty="0"/>
          </a:p>
        </p:txBody>
      </p:sp>
      <p:sp>
        <p:nvSpPr>
          <p:cNvPr id="35" name="Text 29"/>
          <p:cNvSpPr/>
          <p:nvPr/>
        </p:nvSpPr>
        <p:spPr>
          <a:xfrm>
            <a:off x="256032" y="4754880"/>
            <a:ext cx="8631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Dataset sbilanciato: Normal ha ~4× più immagini di COVID-19. Possibile bias nelle componenti PCA.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Pre-processing Pipeline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0" y="4934946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Politecnico di Bari — A. Patruno — 2025/2026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832103" y="1479218"/>
            <a:ext cx="2334535" cy="284589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7" name="Shape 5"/>
          <p:cNvSpPr/>
          <p:nvPr/>
        </p:nvSpPr>
        <p:spPr>
          <a:xfrm>
            <a:off x="832103" y="1444751"/>
            <a:ext cx="2334535" cy="61661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8" name="Text 6"/>
          <p:cNvSpPr/>
          <p:nvPr/>
        </p:nvSpPr>
        <p:spPr>
          <a:xfrm>
            <a:off x="832103" y="1444751"/>
            <a:ext cx="2334535" cy="616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23544" y="1993391"/>
            <a:ext cx="2120358" cy="533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 err="1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Standardizzazione</a:t>
            </a:r>
            <a:r>
              <a:rPr lang="en-US" sz="12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spaziale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56893" y="2308932"/>
            <a:ext cx="160633" cy="415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462060" y="1444752"/>
            <a:ext cx="2334535" cy="284589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13" name="Shape 11"/>
          <p:cNvSpPr/>
          <p:nvPr/>
        </p:nvSpPr>
        <p:spPr>
          <a:xfrm>
            <a:off x="3484920" y="1444751"/>
            <a:ext cx="2334535" cy="61661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14" name="Text 12"/>
          <p:cNvSpPr/>
          <p:nvPr/>
        </p:nvSpPr>
        <p:spPr>
          <a:xfrm>
            <a:off x="3484920" y="1444751"/>
            <a:ext cx="2334535" cy="616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576361" y="1993391"/>
            <a:ext cx="2120358" cy="533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19332" y="2317650"/>
            <a:ext cx="160633" cy="415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137738" y="1444752"/>
            <a:ext cx="2334535" cy="284589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19" name="Shape 17"/>
          <p:cNvSpPr/>
          <p:nvPr/>
        </p:nvSpPr>
        <p:spPr>
          <a:xfrm>
            <a:off x="6137738" y="1444751"/>
            <a:ext cx="2334535" cy="61661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20" name="Text 18"/>
          <p:cNvSpPr/>
          <p:nvPr/>
        </p:nvSpPr>
        <p:spPr>
          <a:xfrm>
            <a:off x="6137738" y="1444751"/>
            <a:ext cx="2334535" cy="616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29179" y="1993391"/>
            <a:ext cx="2120358" cy="533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1200" b="1" dirty="0">
                <a:solidFill>
                  <a:srgbClr val="0D1B4B"/>
                </a:solidFill>
              </a:rPr>
              <a:t>Normalizzazione e Centratura</a:t>
            </a:r>
            <a:endParaRPr lang="en-US" sz="1200" b="1" dirty="0">
              <a:solidFill>
                <a:srgbClr val="0D1B4B"/>
              </a:soli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8131131" y="2304287"/>
            <a:ext cx="160633" cy="415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274899" y="2421753"/>
            <a:ext cx="2120358" cy="1555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1100" b="1" i="1" dirty="0" err="1">
                <a:solidFill>
                  <a:srgbClr val="0D1B4B"/>
                </a:solidFill>
              </a:rPr>
              <a:t>Flattening</a:t>
            </a:r>
            <a:r>
              <a:rPr lang="it-IT" sz="1100" dirty="0">
                <a:solidFill>
                  <a:srgbClr val="0D1B4B"/>
                </a:solidFill>
              </a:rPr>
              <a:t> (Vettore da 65.536 elementi) e sottrazione della media.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altLang="it-IT" sz="1100" b="1" i="1" dirty="0">
                <a:solidFill>
                  <a:srgbClr val="0D1B4B"/>
                </a:solidFill>
                <a:latin typeface="Google Sans Text"/>
              </a:rPr>
              <a:t>Perché</a:t>
            </a:r>
            <a:r>
              <a:rPr lang="it-IT" altLang="it-IT" sz="1100" i="1" dirty="0">
                <a:solidFill>
                  <a:srgbClr val="0D1B4B"/>
                </a:solidFill>
                <a:latin typeface="Google Sans Text"/>
              </a:rPr>
              <a:t>:</a:t>
            </a:r>
            <a:r>
              <a:rPr lang="it-IT" altLang="it-IT" sz="1100" dirty="0">
                <a:solidFill>
                  <a:srgbClr val="0D1B4B"/>
                </a:solidFill>
              </a:rPr>
              <a:t> Preparare la matrice </a:t>
            </a:r>
            <a:r>
              <a:rPr lang="it-IT" altLang="it-IT" sz="1100" dirty="0">
                <a:solidFill>
                  <a:srgbClr val="0D1B4B"/>
                </a:solidFill>
                <a:latin typeface="Google Sans Text"/>
              </a:rPr>
              <a:t>X</a:t>
            </a:r>
            <a:r>
              <a:rPr lang="it-IT" altLang="it-IT" sz="1100" dirty="0">
                <a:solidFill>
                  <a:srgbClr val="0D1B4B"/>
                </a:solidFill>
              </a:rPr>
              <a:t> per l'estrazione delle componenti principali.</a:t>
            </a:r>
            <a:endParaRPr lang="it-IT" altLang="it-IT" sz="1100" dirty="0">
              <a:solidFill>
                <a:srgbClr val="0D1B4B"/>
              </a:solidFill>
              <a:latin typeface="Arial" panose="020B0604020202020204" pitchFamily="34" charset="0"/>
            </a:endParaRPr>
          </a:p>
          <a:p>
            <a:endParaRPr lang="en-US" sz="1100" dirty="0">
              <a:solidFill>
                <a:srgbClr val="0D1B4B"/>
              </a:solidFill>
            </a:endParaRPr>
          </a:p>
        </p:txBody>
      </p:sp>
      <p:sp>
        <p:nvSpPr>
          <p:cNvPr id="34" name="Text 14">
            <a:extLst>
              <a:ext uri="{FF2B5EF4-FFF2-40B4-BE49-F238E27FC236}">
                <a16:creationId xmlns:a16="http://schemas.microsoft.com/office/drawing/2014/main" id="{A356B9A7-E817-A205-774E-1BBCE37F12A5}"/>
              </a:ext>
            </a:extLst>
          </p:cNvPr>
          <p:cNvSpPr/>
          <p:nvPr/>
        </p:nvSpPr>
        <p:spPr>
          <a:xfrm>
            <a:off x="969264" y="2397837"/>
            <a:ext cx="2120358" cy="1586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1100" dirty="0">
                <a:solidFill>
                  <a:srgbClr val="0D1B4B"/>
                </a:solidFill>
              </a:rPr>
              <a:t>Conversione in </a:t>
            </a:r>
            <a:r>
              <a:rPr lang="it-IT" sz="1100" b="1" i="1" dirty="0" err="1">
                <a:solidFill>
                  <a:srgbClr val="0D1B4B"/>
                </a:solidFill>
              </a:rPr>
              <a:t>Grayscale</a:t>
            </a:r>
            <a:r>
              <a:rPr lang="it-IT" sz="1100" dirty="0">
                <a:solidFill>
                  <a:srgbClr val="0D1B4B"/>
                </a:solidFill>
              </a:rPr>
              <a:t> e </a:t>
            </a:r>
            <a:r>
              <a:rPr lang="it-IT" sz="1100" b="1" i="1" dirty="0" err="1">
                <a:solidFill>
                  <a:srgbClr val="0D1B4B"/>
                </a:solidFill>
              </a:rPr>
              <a:t>Resize</a:t>
            </a:r>
            <a:r>
              <a:rPr lang="it-IT" sz="1100" dirty="0">
                <a:solidFill>
                  <a:srgbClr val="0D1B4B"/>
                </a:solidFill>
              </a:rPr>
              <a:t> (256x256).</a:t>
            </a:r>
          </a:p>
          <a:p>
            <a:endParaRPr lang="it-IT" sz="1100" dirty="0">
              <a:solidFill>
                <a:srgbClr val="0D1B4B"/>
              </a:solidFill>
            </a:endParaRPr>
          </a:p>
          <a:p>
            <a:r>
              <a:rPr lang="it-IT" sz="1100" b="1" i="1" dirty="0">
                <a:solidFill>
                  <a:srgbClr val="0D1B4B"/>
                </a:solidFill>
              </a:rPr>
              <a:t>Perché</a:t>
            </a:r>
            <a:r>
              <a:rPr lang="it-IT" sz="1100" i="1" dirty="0">
                <a:solidFill>
                  <a:srgbClr val="0D1B4B"/>
                </a:solidFill>
              </a:rPr>
              <a:t>:</a:t>
            </a:r>
            <a:r>
              <a:rPr lang="it-IT" sz="1100" dirty="0">
                <a:solidFill>
                  <a:srgbClr val="0D1B4B"/>
                </a:solidFill>
              </a:rPr>
              <a:t> Ridurre la complessità computazionale e uniformare i campioni.</a:t>
            </a:r>
            <a:endParaRPr lang="en-US" sz="1100" dirty="0">
              <a:solidFill>
                <a:srgbClr val="0D1B4B"/>
              </a:solidFill>
            </a:endParaRPr>
          </a:p>
        </p:txBody>
      </p:sp>
      <p:sp>
        <p:nvSpPr>
          <p:cNvPr id="36" name="Text 19">
            <a:extLst>
              <a:ext uri="{FF2B5EF4-FFF2-40B4-BE49-F238E27FC236}">
                <a16:creationId xmlns:a16="http://schemas.microsoft.com/office/drawing/2014/main" id="{60961725-D9AD-3387-4C49-2894430F26A9}"/>
              </a:ext>
            </a:extLst>
          </p:cNvPr>
          <p:cNvSpPr/>
          <p:nvPr/>
        </p:nvSpPr>
        <p:spPr>
          <a:xfrm>
            <a:off x="3484921" y="1982840"/>
            <a:ext cx="2254218" cy="533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1200" b="1" dirty="0">
                <a:solidFill>
                  <a:srgbClr val="0D1B4B"/>
                </a:solidFill>
              </a:rPr>
              <a:t>Correzione del Tilt</a:t>
            </a:r>
            <a:endParaRPr lang="en-US" sz="1200" b="1" dirty="0">
              <a:solidFill>
                <a:srgbClr val="0D1B4B"/>
              </a:solidFill>
            </a:endParaRPr>
          </a:p>
        </p:txBody>
      </p:sp>
      <p:sp>
        <p:nvSpPr>
          <p:cNvPr id="38" name="Text 14">
            <a:extLst>
              <a:ext uri="{FF2B5EF4-FFF2-40B4-BE49-F238E27FC236}">
                <a16:creationId xmlns:a16="http://schemas.microsoft.com/office/drawing/2014/main" id="{A16E7144-B6A9-C7F4-B894-81441A97DAF5}"/>
              </a:ext>
            </a:extLst>
          </p:cNvPr>
          <p:cNvSpPr/>
          <p:nvPr/>
        </p:nvSpPr>
        <p:spPr>
          <a:xfrm>
            <a:off x="3599221" y="2304287"/>
            <a:ext cx="2120358" cy="18261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sz="1100" dirty="0">
                <a:solidFill>
                  <a:srgbClr val="0D1B4B"/>
                </a:solidFill>
              </a:rPr>
              <a:t>Rilevamento e rotazione automatica dell'inclinazione.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it-IT" altLang="it-IT" sz="1100" dirty="0">
              <a:solidFill>
                <a:srgbClr val="0D1B4B"/>
              </a:solidFill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sz="1100" b="1" i="1" dirty="0">
                <a:solidFill>
                  <a:srgbClr val="0D1B4B"/>
                </a:solidFill>
              </a:rPr>
              <a:t>Perché</a:t>
            </a:r>
            <a:r>
              <a:rPr lang="it-IT" sz="1100" i="1" dirty="0">
                <a:solidFill>
                  <a:srgbClr val="0D1B4B"/>
                </a:solidFill>
              </a:rPr>
              <a:t>:</a:t>
            </a:r>
            <a:r>
              <a:rPr lang="it-IT" sz="1100" dirty="0">
                <a:solidFill>
                  <a:srgbClr val="0D1B4B"/>
                </a:solidFill>
              </a:rPr>
              <a:t> La PCA è sensibile all'allineamento; radiografie storte creerebbero "falsa varianza".</a:t>
            </a:r>
            <a:endParaRPr lang="it-IT" altLang="it-IT" sz="1100" dirty="0">
              <a:solidFill>
                <a:srgbClr val="0D1B4B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Singular Value Decomposition — Teoria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Politecnico di Bari — A. Patruno — 2025/2026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8503920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320040" y="1097280"/>
            <a:ext cx="850392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320040" y="1188720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D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 =  U · Σ · Vᵀ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297680" y="1188720"/>
            <a:ext cx="4389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Approssimazione rango k:   Aₖ = Σᵢ₌₁ᵏ σᵢ uᵢ vᵢᵀ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20040" y="2359152"/>
            <a:ext cx="274320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11" name="Shape 9"/>
          <p:cNvSpPr/>
          <p:nvPr/>
        </p:nvSpPr>
        <p:spPr>
          <a:xfrm>
            <a:off x="320040" y="2359152"/>
            <a:ext cx="64008" cy="14630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521208" y="24231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 ∈ ℝᵐˣᵐ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21208" y="27614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singular vectors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21208" y="306324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spaziali delle righe (struttura verticale)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0" y="2359152"/>
            <a:ext cx="274320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3200400" y="2359152"/>
            <a:ext cx="64008" cy="14630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3401568" y="24231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(diagonale)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401568" y="27614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Valori singolari σ₁≥σ₂≥…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401568" y="306324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σ₁≈130 cattura la luminosità globale. Decadimento rapido.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80760" y="2359152"/>
            <a:ext cx="274320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1" name="Shape 19"/>
          <p:cNvSpPr/>
          <p:nvPr/>
        </p:nvSpPr>
        <p:spPr>
          <a:xfrm>
            <a:off x="6080760" y="2359152"/>
            <a:ext cx="64008" cy="14630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6281928" y="24231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Vᵀ ∈ ℝⁿˣⁿ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281928" y="27614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singular vectors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81928" y="306324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spaziali delle colonne (struttura orizzontale)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0040" y="3977640"/>
            <a:ext cx="41605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26" name="Shape 24"/>
          <p:cNvSpPr/>
          <p:nvPr/>
        </p:nvSpPr>
        <p:spPr>
          <a:xfrm>
            <a:off x="320040" y="3977640"/>
            <a:ext cx="64008" cy="8412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Text 25"/>
          <p:cNvSpPr/>
          <p:nvPr/>
        </p:nvSpPr>
        <p:spPr>
          <a:xfrm>
            <a:off x="502920" y="40599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Teorema</a:t>
            </a:r>
            <a:r>
              <a:rPr lang="en-US" sz="13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Eckart-Young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02920" y="434340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Aₖ è la migliore approssimazione di rango ≤ k in norma di Frobenius. Nessun'altra decomposizione può fare di meglio.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663440" y="3977640"/>
            <a:ext cx="41605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30" name="Shape 28"/>
          <p:cNvSpPr/>
          <p:nvPr/>
        </p:nvSpPr>
        <p:spPr>
          <a:xfrm>
            <a:off x="4663440" y="3977640"/>
            <a:ext cx="64008" cy="8412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1" name="Text 29"/>
          <p:cNvSpPr/>
          <p:nvPr/>
        </p:nvSpPr>
        <p:spPr>
          <a:xfrm>
            <a:off x="4846320" y="40599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Ratio &amp; PSNR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846320" y="434340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k(m+n+1)/(mn)    |    </a:t>
            </a: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&gt; 30 dB = qualità diagnostica accettabile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— Implementazione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svd_engine.py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Politecnico di Bari — A. Patruno — 2025/2026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320040" y="1097280"/>
            <a:ext cx="8503920" cy="35844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Shape 6"/>
          <p:cNvSpPr/>
          <p:nvPr/>
        </p:nvSpPr>
        <p:spPr>
          <a:xfrm>
            <a:off x="320040" y="1097280"/>
            <a:ext cx="8503920" cy="384048"/>
          </a:xfrm>
          <a:prstGeom prst="rect">
            <a:avLst/>
          </a:prstGeom>
          <a:solidFill>
            <a:srgbClr val="1E2D40"/>
          </a:solidFill>
          <a:ln w="12700">
            <a:solidFill>
              <a:srgbClr val="1E2D4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320040" y="109728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svd_engine.py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" y="1481328"/>
            <a:ext cx="8503920" cy="3200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548640" y="1554480"/>
            <a:ext cx="81381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100" dirty="0">
                <a:solidFill>
                  <a:srgbClr val="82A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apply_svd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(image_matrix):
</a:t>
            </a:r>
            <a:r>
              <a:rPr lang="en-US" sz="1100" dirty="0">
                <a:solidFill>
                  <a:srgbClr val="54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"""Economy SVD of a 2D image array."""
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U, S, Vt </a:t>
            </a: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np.linalg.</a:t>
            </a:r>
            <a:r>
              <a:rPr lang="en-US" sz="1100" dirty="0">
                <a:solidFill>
                  <a:srgbClr val="82A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svd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(image_matrix, full_matrices</a:t>
            </a: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False)
    </a:t>
            </a: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U, S, Vt
</a:t>
            </a: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100" dirty="0">
                <a:solidFill>
                  <a:srgbClr val="82A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reconstruct_svd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(U, S, Vt, k):
</a:t>
            </a:r>
            <a:r>
              <a:rPr lang="en-US" sz="1100" dirty="0">
                <a:solidFill>
                  <a:srgbClr val="54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"""Rank-k reconstruction: Aₖ = Uₖ · diag(Sₖ) · Vtₖ"""
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(U[:, :k] </a:t>
            </a: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S[:k]) </a:t>
            </a: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Vt[:k, :]
</a:t>
            </a: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100" dirty="0">
                <a:solidFill>
                  <a:srgbClr val="82A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compression_ratio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(m, n, k):
</a:t>
            </a:r>
            <a:r>
              <a:rPr lang="en-US" sz="1100" dirty="0">
                <a:solidFill>
                  <a:srgbClr val="54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"""Fraction of values stored vs full image."""
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min(</a:t>
            </a:r>
            <a:r>
              <a:rPr lang="en-US" sz="11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1.0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k </a:t>
            </a: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(m+n+</a:t>
            </a:r>
            <a:r>
              <a:rPr lang="en-US" sz="11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/ (m</a:t>
            </a: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n))
</a:t>
            </a:r>
            <a:r>
              <a:rPr lang="en-US" sz="1100" dirty="0">
                <a:solidFill>
                  <a:srgbClr val="54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MSE efficiente (Eckart-Young) — evita 200 ricostruzioni:
# MSE(k) = Σᵢ₌ₖ₊₁ʳ σᵢ² / (m·n)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— Risultati di Compressione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4 — al variare di k su immagine 256×256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Politecnico di Bari — A. Patruno — 2025/2026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320040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393192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15.7%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93192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archiviati (k=20)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496312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2569464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32.4 dB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569464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a k=20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72584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4745736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&gt;30 dB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745736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Soglia diagnostica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848856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6922008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k=1–3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922008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varianza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20040" y="2359152"/>
            <a:ext cx="85039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441448"/>
          <a:ext cx="8321040" cy="216713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Qualità Visiva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 luminosità media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Silhouette toracica appena visibile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Coste e mediastino emergono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Qualità diagnostica (PSNR &gt; 30 dB)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Dettaglio diagnostico completamente preservato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Indistinguibile dall'originale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320040" y="4754880"/>
            <a:ext cx="8503920" cy="246888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19"/>
          <p:cNvSpPr/>
          <p:nvPr/>
        </p:nvSpPr>
        <p:spPr>
          <a:xfrm>
            <a:off x="457200" y="4754880"/>
            <a:ext cx="8321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Tutte e 4 le classi raggiungono PSNR &gt; 30 dB a k=20. Pneumonia e TBC risultano più comprimibili (struttura a rango inferiore).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— Teoria &amp; Relazione con SVD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Politecnico di Bari — A. Patruno — 2025/2026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420624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7" name="Shape 5"/>
          <p:cNvSpPr/>
          <p:nvPr/>
        </p:nvSpPr>
        <p:spPr>
          <a:xfrm>
            <a:off x="320040" y="1097280"/>
            <a:ext cx="4206240" cy="438912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411480" y="1097280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— per Compressione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508760" y="16459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Singola immagine A ∈ ℝᵐˣⁿ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029968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508760" y="20299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Approssimazione Aₖ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2414016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Obiettivo: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508760" y="2414016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Ridurre storage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" y="2798064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Garanzia: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508760" y="279806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Eckart-Young ottimalità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54880" y="1097280"/>
            <a:ext cx="420624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8" name="Shape 16"/>
          <p:cNvSpPr/>
          <p:nvPr/>
        </p:nvSpPr>
        <p:spPr>
          <a:xfrm>
            <a:off x="4754880" y="1097280"/>
            <a:ext cx="4206240" cy="43891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4846320" y="1097280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— per Analisi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3776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943600" y="16459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X ∈ ℝᴺˣᵈ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937760" y="2029968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943600" y="20299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Proiezione X_PCA ∈ ℝᴺˣᵏ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937760" y="2414016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Obiettivo: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943600" y="2414016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Struttura latente condivisa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937760" y="2798064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Garanzia: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943600" y="279806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Direzioni a varianza max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0040" y="3584448"/>
            <a:ext cx="850392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9" name="Shape 27"/>
          <p:cNvSpPr/>
          <p:nvPr/>
        </p:nvSpPr>
        <p:spPr>
          <a:xfrm>
            <a:off x="320040" y="3584448"/>
            <a:ext cx="64008" cy="621792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Text 28"/>
          <p:cNvSpPr/>
          <p:nvPr/>
        </p:nvSpPr>
        <p:spPr>
          <a:xfrm>
            <a:off x="502920" y="3657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≡ PCA su dati centrati: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02920" y="3931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X̃ = UΣVᵀ  ⟹  C = (1/(N−1)) VΣ²Vᵀ   →   le colonne di V sono simultaneamente right singular vectors di X̃ e autovettori di C  con  λᵢ = σᵢ²/(N−1)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20040" y="4370832"/>
            <a:ext cx="1554480" cy="438912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31"/>
          <p:cNvSpPr/>
          <p:nvPr/>
        </p:nvSpPr>
        <p:spPr>
          <a:xfrm>
            <a:off x="320040" y="437083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Flatten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256²→65536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874520" y="4462272"/>
            <a:ext cx="137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011680" y="4370832"/>
            <a:ext cx="1554480" cy="438912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6" name="Text 34"/>
          <p:cNvSpPr/>
          <p:nvPr/>
        </p:nvSpPr>
        <p:spPr>
          <a:xfrm>
            <a:off x="2011680" y="437083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∈ ℝᴺˣᵈ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566160" y="4462272"/>
            <a:ext cx="137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3703320" y="4370832"/>
            <a:ext cx="1554480" cy="438912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9" name="Text 37"/>
          <p:cNvSpPr/>
          <p:nvPr/>
        </p:nvSpPr>
        <p:spPr>
          <a:xfrm>
            <a:off x="3703320" y="437083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X̃ = X − X̄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257800" y="4462272"/>
            <a:ext cx="137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5394960" y="4370832"/>
            <a:ext cx="1554480" cy="438912"/>
          </a:xfrm>
          <a:prstGeom prst="rect">
            <a:avLst/>
          </a:prstGeom>
          <a:solidFill>
            <a:srgbClr val="028090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2" name="Text 40"/>
          <p:cNvSpPr/>
          <p:nvPr/>
        </p:nvSpPr>
        <p:spPr>
          <a:xfrm>
            <a:off x="5394960" y="437083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fit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sklearn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949440" y="4462272"/>
            <a:ext cx="137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7086600" y="4370832"/>
            <a:ext cx="1554480" cy="438912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5" name="Text 43"/>
          <p:cNvSpPr/>
          <p:nvPr/>
        </p:nvSpPr>
        <p:spPr>
          <a:xfrm>
            <a:off x="7086600" y="437083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X·Vₖ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— Varianza Spiegata &amp; Qualità di Ricostruzione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Politecnico di Bari — A. Patruno — 2025/2026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4069080" cy="35661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320040" y="1097280"/>
            <a:ext cx="64008" cy="35661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02920" y="11887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 Plot — Varianza Cumulativa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691640"/>
            <a:ext cx="3703320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Shape 8"/>
          <p:cNvSpPr/>
          <p:nvPr/>
        </p:nvSpPr>
        <p:spPr>
          <a:xfrm>
            <a:off x="502920" y="1691640"/>
            <a:ext cx="64008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685800" y="173736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varianza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" y="193852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1–3 componenti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350008"/>
            <a:ext cx="3703320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Shape 12"/>
          <p:cNvSpPr/>
          <p:nvPr/>
        </p:nvSpPr>
        <p:spPr>
          <a:xfrm>
            <a:off x="502920" y="2350008"/>
            <a:ext cx="64008" cy="50292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685800" y="239572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varianza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5800" y="259689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5–10 componenti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3008376"/>
            <a:ext cx="3703320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Shape 16"/>
          <p:cNvSpPr/>
          <p:nvPr/>
        </p:nvSpPr>
        <p:spPr>
          <a:xfrm>
            <a:off x="502920" y="3008376"/>
            <a:ext cx="64008" cy="502920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685800" y="305409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99% varianza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5800" y="325526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20–40 componenti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3776472"/>
            <a:ext cx="3703320" cy="685800"/>
          </a:xfrm>
          <a:prstGeom prst="rect">
            <a:avLst/>
          </a:prstGeom>
          <a:solidFill>
            <a:srgbClr val="EFF9F6"/>
          </a:solidFill>
          <a:ln w="635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594360" y="3831336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Struttura a basso rango universale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94360" y="409651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dell'energia è in 1–3 componenti in tutte le classi. Alta correlazione spaziale nelle radiografie.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0" y="1097280"/>
            <a:ext cx="4251960" cy="35661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5" name="Shape 23"/>
          <p:cNvSpPr/>
          <p:nvPr/>
        </p:nvSpPr>
        <p:spPr>
          <a:xfrm>
            <a:off x="4572000" y="1097280"/>
            <a:ext cx="64008" cy="35661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Text 24"/>
          <p:cNvSpPr/>
          <p:nvPr/>
        </p:nvSpPr>
        <p:spPr>
          <a:xfrm>
            <a:off x="4754880" y="11887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Curve MSE &amp; PSNR vs k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754880" y="1719072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 decade rapidamente fino a k≈20–30, poi stabilizza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54880" y="2176272"/>
            <a:ext cx="37947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29" name="Text 27"/>
          <p:cNvSpPr/>
          <p:nvPr/>
        </p:nvSpPr>
        <p:spPr>
          <a:xfrm>
            <a:off x="4754880" y="2249424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cresce logaritmicamente — elbow a k≈20–50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54880" y="2706624"/>
            <a:ext cx="37947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31" name="Text 29"/>
          <p:cNvSpPr/>
          <p:nvPr/>
        </p:nvSpPr>
        <p:spPr>
          <a:xfrm>
            <a:off x="4754880" y="2779776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COVID-19 &amp; Normal: MSE più alto a basso k (struttura complessa)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754880" y="3236976"/>
            <a:ext cx="37947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31"/>
          <p:cNvSpPr/>
          <p:nvPr/>
        </p:nvSpPr>
        <p:spPr>
          <a:xfrm>
            <a:off x="4754880" y="3310128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Pneumonia &amp; TBC: più comprimibili (rango inferiore)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754880" y="3767328"/>
            <a:ext cx="37947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35" name="Text 33"/>
          <p:cNvSpPr/>
          <p:nvPr/>
        </p:nvSpPr>
        <p:spPr>
          <a:xfrm>
            <a:off x="4754880" y="384048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ottimale: k=20 → 15.7% dati, PSNR &gt; 32 dB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— Proiezione 2D &amp; Eigen-X-rays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Politecnico di Bari — A. Patruno — 2025/2026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4206240" cy="35661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320040" y="1097280"/>
            <a:ext cx="64008" cy="35661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02920" y="11887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Proiezione 2D — Risultati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709928"/>
            <a:ext cx="3840480" cy="658368"/>
          </a:xfrm>
          <a:prstGeom prst="rect">
            <a:avLst/>
          </a:prstGeom>
          <a:solidFill>
            <a:srgbClr val="F5F8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621792" y="175564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PC1 — 25.6%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21792" y="201168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Contrasto globale. Separa chiaro da scuro.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02920" y="2487168"/>
            <a:ext cx="3840480" cy="658368"/>
          </a:xfrm>
          <a:prstGeom prst="rect">
            <a:avLst/>
          </a:prstGeom>
          <a:solidFill>
            <a:srgbClr val="F5F8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621792" y="253288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PC2 — 17.4%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1792" y="278892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Simmetria toracica laterale sin. vs destra.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264408"/>
            <a:ext cx="3840480" cy="658368"/>
          </a:xfrm>
          <a:prstGeom prst="rect">
            <a:avLst/>
          </a:prstGeom>
          <a:solidFill>
            <a:srgbClr val="F5F8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621792" y="331012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PC1+PC2 = 43%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1792" y="356616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Quasi metà della varianza totale.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114800"/>
            <a:ext cx="3840480" cy="4572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594360" y="4114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&amp; Pneumonia → PC1 &lt; 0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COVID-19 &amp; TBC → PC1 &gt; 0  |  Overlap significativo residuo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09160" y="1097280"/>
            <a:ext cx="4114800" cy="35661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1" name="Shape 19"/>
          <p:cNvSpPr/>
          <p:nvPr/>
        </p:nvSpPr>
        <p:spPr>
          <a:xfrm>
            <a:off x="4709160" y="1097280"/>
            <a:ext cx="64008" cy="35661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4892040" y="11887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Eigen-X-rays — Interpretazione Clinica</a:t>
            </a:r>
            <a:endParaRPr lang="en-US" sz="1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00600" y="1719072"/>
          <a:ext cx="3931920" cy="2880360"/>
        </p:xfrm>
        <a:graphic>
          <a:graphicData uri="http://schemas.openxmlformats.org/drawingml/2006/table">
            <a:tbl>
              <a:tblPr/>
              <a:tblGrid>
                <a:gridCol w="59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Interpretazione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Contrasto globale — chiaro vs scuro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Simmetria laterale — sin. vs destra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 mediastinico — zona centrale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Strutture costali — griglia costale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Dettagli campi polmonari e apici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PC6–10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1.6–2.8%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Diaframma, dettagli fini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Conclusioni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8503920" cy="1170432"/>
          </a:xfrm>
          <a:prstGeom prst="rect">
            <a:avLst/>
          </a:prstGeom>
          <a:solidFill>
            <a:srgbClr val="112040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457200" y="85953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859536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può comprimere radiografie senza perdita diagnostica?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Sì. k=20 (15.7% dati) → PSNR=32.4 dB. k=50 (39.1%) → PSNR&gt;40 dB. Garanzia teorica Eckart-Young.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" y="2130552"/>
            <a:ext cx="8503920" cy="1170432"/>
          </a:xfrm>
          <a:prstGeom prst="rect">
            <a:avLst/>
          </a:prstGeom>
          <a:solidFill>
            <a:srgbClr val="11204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457200" y="218541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Q2: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96112" y="2185416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può distinguere le patologie polmonari?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25146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Parzialmente. COVID-19/TBC separati da Normal/Pneumonia su PC1, con overlap significativo. Strumento esplorativo, non diagnostico.</a:t>
            </a:r>
            <a:endParaRPr lang="en-US" sz="10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675888"/>
          <a:ext cx="8503920" cy="118872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Risultato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0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Evidenza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SVD comprime efficacemente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k=20 → 15.7% dati, PSNR&gt;32 dB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Struttura a basso rango universale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 varianza in k=1–3 per tutte le classi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Eigen-X-rays clinicamente interpretabili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PC1=contrasto, PC2=simmetria, PC3=mediastino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PCA: separabilità parziale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COVID-19/TBC vs Normal/Pneumonia su PC1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Limiti &amp; Possibili Estensioni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Politecnico di Bari — A. Patruno — 2025/2026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4160520" cy="41148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457200" y="10972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Limiti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0040" y="1627632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9" name="Shape 7"/>
          <p:cNvSpPr/>
          <p:nvPr/>
        </p:nvSpPr>
        <p:spPr>
          <a:xfrm>
            <a:off x="320040" y="1627632"/>
            <a:ext cx="64008" cy="71323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502920" y="168249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sbilanciato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195681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ha 4× più campioni di COVID-19 → possibile bias PCA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0040" y="2432304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3" name="Shape 11"/>
          <p:cNvSpPr/>
          <p:nvPr/>
        </p:nvSpPr>
        <p:spPr>
          <a:xfrm>
            <a:off x="320040" y="2432304"/>
            <a:ext cx="64008" cy="71323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502920" y="24871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Downscaling aggressivo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" y="276148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1678→256 px: dettagli fini diagnosticamente rilevanti persi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0040" y="3236976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7" name="Shape 15"/>
          <p:cNvSpPr/>
          <p:nvPr/>
        </p:nvSpPr>
        <p:spPr>
          <a:xfrm>
            <a:off x="320040" y="3236976"/>
            <a:ext cx="64008" cy="71323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502920" y="32918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Metriche pixel-wise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" y="3566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MSE/PSNR non misurano qualità percettiva/clinica diretta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" y="4041648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1" name="Shape 19"/>
          <p:cNvSpPr/>
          <p:nvPr/>
        </p:nvSpPr>
        <p:spPr>
          <a:xfrm>
            <a:off x="320040" y="4041648"/>
            <a:ext cx="64008" cy="71323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502920" y="4096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non supervisionata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" y="43708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Massimizza varianza globale, non separabilità inter-classe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800600" y="1097280"/>
            <a:ext cx="4160520" cy="4114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Text 23"/>
          <p:cNvSpPr/>
          <p:nvPr/>
        </p:nvSpPr>
        <p:spPr>
          <a:xfrm>
            <a:off x="4937760" y="10972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Possibili Estensioni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800600" y="1627632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7" name="Shape 25"/>
          <p:cNvSpPr/>
          <p:nvPr/>
        </p:nvSpPr>
        <p:spPr>
          <a:xfrm>
            <a:off x="4800600" y="1627632"/>
            <a:ext cx="64008" cy="7132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Text 26"/>
          <p:cNvSpPr/>
          <p:nvPr/>
        </p:nvSpPr>
        <p:spPr>
          <a:xfrm>
            <a:off x="4983480" y="168249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JPEG vs SVD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983480" y="195681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Confronto a parità di compression ratio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800600" y="2432304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1" name="Shape 29"/>
          <p:cNvSpPr/>
          <p:nvPr/>
        </p:nvSpPr>
        <p:spPr>
          <a:xfrm>
            <a:off x="4800600" y="2432304"/>
            <a:ext cx="64008" cy="7132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Text 30"/>
          <p:cNvSpPr/>
          <p:nvPr/>
        </p:nvSpPr>
        <p:spPr>
          <a:xfrm>
            <a:off x="4983480" y="24871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Mappa errore spaziale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983480" y="276148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Dove si concentra l'errore anatomicamente?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00600" y="3236976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5" name="Shape 33"/>
          <p:cNvSpPr/>
          <p:nvPr/>
        </p:nvSpPr>
        <p:spPr>
          <a:xfrm>
            <a:off x="4800600" y="3236976"/>
            <a:ext cx="64008" cy="7132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6" name="Text 34"/>
          <p:cNvSpPr/>
          <p:nvPr/>
        </p:nvSpPr>
        <p:spPr>
          <a:xfrm>
            <a:off x="4983480" y="32918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t-SNE / UMAP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983480" y="3566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Riduzione non lineare per confini più netti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800600" y="4041648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9" name="Shape 37"/>
          <p:cNvSpPr/>
          <p:nvPr/>
        </p:nvSpPr>
        <p:spPr>
          <a:xfrm>
            <a:off x="4800600" y="4041648"/>
            <a:ext cx="64008" cy="7132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0" name="Text 38"/>
          <p:cNvSpPr/>
          <p:nvPr/>
        </p:nvSpPr>
        <p:spPr>
          <a:xfrm>
            <a:off x="4983480" y="4096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supervisionata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983480" y="43708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Massimizza separabilità diagnostica direttamente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TM04033919[[fn=Circuito]]</Template>
  <TotalTime>86</TotalTime>
  <Words>1406</Words>
  <Application>Microsoft Office PowerPoint</Application>
  <PresentationFormat>Presentazione su schermo (16:9)</PresentationFormat>
  <Paragraphs>253</Paragraphs>
  <Slides>12</Slides>
  <Notes>11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12</vt:i4>
      </vt:variant>
    </vt:vector>
  </HeadingPairs>
  <TitlesOfParts>
    <vt:vector size="18" baseType="lpstr">
      <vt:lpstr>Arial</vt:lpstr>
      <vt:lpstr>Calibri</vt:lpstr>
      <vt:lpstr>Cambria</vt:lpstr>
      <vt:lpstr>Consolas</vt:lpstr>
      <vt:lpstr>Google Sans Text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SVD e PCA per l'Analisi di Immagini Mediche</dc:title>
  <dc:subject>PptxGenJS Presentation</dc:subject>
  <dc:creator>Andrea Patruno</dc:creator>
  <cp:lastModifiedBy>PATRUNO ANDREA</cp:lastModifiedBy>
  <cp:revision>2</cp:revision>
  <dcterms:created xsi:type="dcterms:W3CDTF">2026-04-10T10:38:47Z</dcterms:created>
  <dcterms:modified xsi:type="dcterms:W3CDTF">2026-04-12T10:22:44Z</dcterms:modified>
</cp:coreProperties>
</file>