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57" r:id="rId4"/>
    <p:sldId id="258" r:id="rId5"/>
    <p:sldId id="259" r:id="rId6"/>
    <p:sldId id="261" r:id="rId7"/>
    <p:sldId id="260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4B"/>
    <a:srgbClr val="028090"/>
    <a:srgbClr val="505E82"/>
    <a:srgbClr val="64748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9A7308-2726-483F-9D61-945DB33CCF43}" v="99" dt="2026-04-10T11:32:37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modSp mod">
        <pc:chgData name="PATRUNO ANDREA" userId="434c2d3d-d760-4baf-8981-191d7218719d" providerId="ADAL" clId="{16F693D4-62C4-4BA3-8943-81787A08A71E}" dt="2026-04-10T12:09:05.589" v="746" actId="14100"/>
        <pc:sldMkLst>
          <pc:docMk/>
          <pc:sldMk cId="0" sldId="256"/>
        </pc:sldMkLst>
        <pc:spChg chg="mod">
          <ac:chgData name="PATRUNO ANDREA" userId="434c2d3d-d760-4baf-8981-191d7218719d" providerId="ADAL" clId="{16F693D4-62C4-4BA3-8943-81787A08A71E}" dt="2026-04-10T10:51:32.306" v="10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9:05.589" v="746" actId="14100"/>
          <ac:spMkLst>
            <pc:docMk/>
            <pc:sldMk cId="0" sldId="256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523" v="8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0" creationId="{83CEB99B-3364-D833-8FAF-E8879F08BE80}"/>
          </ac:spMkLst>
        </pc:spChg>
        <pc:spChg chg="mod">
          <ac:chgData name="PATRUNO ANDREA" userId="434c2d3d-d760-4baf-8981-191d7218719d" providerId="ADAL" clId="{16F693D4-62C4-4BA3-8943-81787A08A71E}" dt="2026-04-10T10:51:31.950" v="9" actId="1076"/>
          <ac:spMkLst>
            <pc:docMk/>
            <pc:sldMk cId="0" sldId="256"/>
            <ac:spMk id="21" creationId="{42C903A0-549B-41CD-68A2-BCD537033D52}"/>
          </ac:spMkLst>
        </pc:spChg>
        <pc:picChg chg="mod">
          <ac:chgData name="PATRUNO ANDREA" userId="434c2d3d-d760-4baf-8981-191d7218719d" providerId="ADAL" clId="{16F693D4-62C4-4BA3-8943-81787A08A71E}" dt="2026-04-10T10:51:32.763" v="11" actId="1076"/>
          <ac:picMkLst>
            <pc:docMk/>
            <pc:sldMk cId="0" sldId="256"/>
            <ac:picMk id="23" creationId="{09EE11DC-D367-F713-553E-3FD7D36CFAAB}"/>
          </ac:picMkLst>
        </pc:picChg>
        <pc:picChg chg="mod">
          <ac:chgData name="PATRUNO ANDREA" userId="434c2d3d-d760-4baf-8981-191d7218719d" providerId="ADAL" clId="{16F693D4-62C4-4BA3-8943-81787A08A71E}" dt="2026-04-10T10:51:33.843" v="12" actId="1076"/>
          <ac:picMkLst>
            <pc:docMk/>
            <pc:sldMk cId="0" sldId="256"/>
            <ac:picMk id="25" creationId="{3A04ECB1-7679-695D-F40A-F00131D65DA1}"/>
          </ac:picMkLst>
        </pc:picChg>
      </pc:sldChg>
      <pc:sldChg chg="addSp delSp modSp mod">
        <pc:chgData name="PATRUNO ANDREA" userId="434c2d3d-d760-4baf-8981-191d7218719d" providerId="ADAL" clId="{16F693D4-62C4-4BA3-8943-81787A08A71E}" dt="2026-04-10T11:38:05.842" v="676" actId="113"/>
        <pc:sldMkLst>
          <pc:docMk/>
          <pc:sldMk cId="0" sldId="258"/>
        </pc:sldMkLst>
        <pc:spChg chg="add del">
          <ac:chgData name="PATRUNO ANDREA" userId="434c2d3d-d760-4baf-8981-191d7218719d" providerId="ADAL" clId="{16F693D4-62C4-4BA3-8943-81787A08A71E}" dt="2026-04-10T11:17:03.120" v="454" actId="478"/>
          <ac:spMkLst>
            <pc:docMk/>
            <pc:sldMk cId="0" sldId="258"/>
            <ac:spMk id="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03.426" v="662" actId="1076"/>
          <ac:spMkLst>
            <pc:docMk/>
            <pc:sldMk cId="0" sldId="258"/>
            <ac:spMk id="5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6:46.157" v="658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6:46.157" v="658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6:53.259" v="659" actId="14100"/>
          <ac:spMkLst>
            <pc:docMk/>
            <pc:sldMk cId="0" sldId="258"/>
            <ac:spMk id="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6:53.259" v="659" actId="14100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PATRUNO ANDREA" userId="434c2d3d-d760-4baf-8981-191d7218719d" providerId="ADAL" clId="{16F693D4-62C4-4BA3-8943-81787A08A71E}" dt="2026-04-10T11:28:11.117" v="546" actId="478"/>
          <ac:spMkLst>
            <pc:docMk/>
            <pc:sldMk cId="0" sldId="258"/>
            <ac:spMk id="10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57.038" v="674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52.025" v="673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4" creationId="{00000000-0000-0000-0000-000000000000}"/>
          </ac:spMkLst>
        </pc:spChg>
        <pc:spChg chg="del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15" creationId="{00000000-0000-0000-0000-000000000000}"/>
          </ac:spMkLst>
        </pc:spChg>
        <pc:spChg chg="del mod">
          <ac:chgData name="PATRUNO ANDREA" userId="434c2d3d-d760-4baf-8981-191d7218719d" providerId="ADAL" clId="{16F693D4-62C4-4BA3-8943-81787A08A71E}" dt="2026-04-10T11:28:08.419" v="545" actId="478"/>
          <ac:spMkLst>
            <pc:docMk/>
            <pc:sldMk cId="0" sldId="258"/>
            <ac:spMk id="16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40.827" v="669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37.484" v="668" actId="1076"/>
          <ac:spMkLst>
            <pc:docMk/>
            <pc:sldMk cId="0" sldId="258"/>
            <ac:spMk id="1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1" creationId="{00000000-0000-0000-0000-000000000000}"/>
          </ac:spMkLst>
        </pc:spChg>
        <pc:spChg chg="del mod">
          <ac:chgData name="PATRUNO ANDREA" userId="434c2d3d-d760-4baf-8981-191d7218719d" providerId="ADAL" clId="{16F693D4-62C4-4BA3-8943-81787A08A71E}" dt="2026-04-10T11:29:51.096" v="565" actId="478"/>
          <ac:spMkLst>
            <pc:docMk/>
            <pc:sldMk cId="0" sldId="258"/>
            <ac:spMk id="22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3" creationId="{00000000-0000-0000-0000-000000000000}"/>
          </ac:spMkLst>
        </pc:spChg>
        <pc:spChg chg="del">
          <ac:chgData name="PATRUNO ANDREA" userId="434c2d3d-d760-4baf-8981-191d7218719d" providerId="ADAL" clId="{16F693D4-62C4-4BA3-8943-81787A08A71E}" dt="2026-04-10T11:33:19.341" v="636" actId="478"/>
          <ac:spMkLst>
            <pc:docMk/>
            <pc:sldMk cId="0" sldId="258"/>
            <ac:spMk id="24" creationId="{00000000-0000-0000-0000-000000000000}"/>
          </ac:spMkLst>
        </pc:spChg>
        <pc:spChg chg="del">
          <ac:chgData name="PATRUNO ANDREA" userId="434c2d3d-d760-4baf-8981-191d7218719d" providerId="ADAL" clId="{16F693D4-62C4-4BA3-8943-81787A08A71E}" dt="2026-04-10T11:33:22.435" v="640" actId="478"/>
          <ac:spMkLst>
            <pc:docMk/>
            <pc:sldMk cId="0" sldId="258"/>
            <ac:spMk id="25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3:25.155" v="641" actId="478"/>
          <ac:spMkLst>
            <pc:docMk/>
            <pc:sldMk cId="0" sldId="258"/>
            <ac:spMk id="26" creationId="{00000000-0000-0000-0000-000000000000}"/>
          </ac:spMkLst>
        </pc:spChg>
        <pc:spChg chg="del mod">
          <ac:chgData name="PATRUNO ANDREA" userId="434c2d3d-d760-4baf-8981-191d7218719d" providerId="ADAL" clId="{16F693D4-62C4-4BA3-8943-81787A08A71E}" dt="2026-04-10T11:33:59.853" v="646" actId="478"/>
          <ac:spMkLst>
            <pc:docMk/>
            <pc:sldMk cId="0" sldId="258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37:15.731" v="663" actId="1076"/>
          <ac:spMkLst>
            <pc:docMk/>
            <pc:sldMk cId="0" sldId="258"/>
            <ac:spMk id="28" creationId="{00000000-0000-0000-0000-000000000000}"/>
          </ac:spMkLst>
        </pc:spChg>
        <pc:spChg chg="add del mod">
          <ac:chgData name="PATRUNO ANDREA" userId="434c2d3d-d760-4baf-8981-191d7218719d" providerId="ADAL" clId="{16F693D4-62C4-4BA3-8943-81787A08A71E}" dt="2026-04-10T11:36:19.794" v="650" actId="478"/>
          <ac:spMkLst>
            <pc:docMk/>
            <pc:sldMk cId="0" sldId="258"/>
            <ac:spMk id="29" creationId="{00000000-0000-0000-0000-000000000000}"/>
          </ac:spMkLst>
        </pc:spChg>
        <pc:spChg chg="add del">
          <ac:chgData name="PATRUNO ANDREA" userId="434c2d3d-d760-4baf-8981-191d7218719d" providerId="ADAL" clId="{16F693D4-62C4-4BA3-8943-81787A08A71E}" dt="2026-04-10T11:36:24.588" v="654" actId="478"/>
          <ac:spMkLst>
            <pc:docMk/>
            <pc:sldMk cId="0" sldId="258"/>
            <ac:spMk id="30" creationId="{00000000-0000-0000-0000-000000000000}"/>
          </ac:spMkLst>
        </pc:spChg>
        <pc:spChg chg="del">
          <ac:chgData name="PATRUNO ANDREA" userId="434c2d3d-d760-4baf-8981-191d7218719d" providerId="ADAL" clId="{16F693D4-62C4-4BA3-8943-81787A08A71E}" dt="2026-04-10T11:36:21.586" v="651" actId="478"/>
          <ac:spMkLst>
            <pc:docMk/>
            <pc:sldMk cId="0" sldId="258"/>
            <ac:spMk id="31" creationId="{00000000-0000-0000-0000-000000000000}"/>
          </ac:spMkLst>
        </pc:spChg>
        <pc:spChg chg="add del">
          <ac:chgData name="PATRUNO ANDREA" userId="434c2d3d-d760-4baf-8981-191d7218719d" providerId="ADAL" clId="{16F693D4-62C4-4BA3-8943-81787A08A71E}" dt="2026-04-10T11:36:22.600" v="652" actId="478"/>
          <ac:spMkLst>
            <pc:docMk/>
            <pc:sldMk cId="0" sldId="258"/>
            <ac:spMk id="32" creationId="{00000000-0000-0000-0000-000000000000}"/>
          </ac:spMkLst>
        </pc:spChg>
        <pc:spChg chg="del">
          <ac:chgData name="PATRUNO ANDREA" userId="434c2d3d-d760-4baf-8981-191d7218719d" providerId="ADAL" clId="{16F693D4-62C4-4BA3-8943-81787A08A71E}" dt="2026-04-10T11:36:23.680" v="653" actId="478"/>
          <ac:spMkLst>
            <pc:docMk/>
            <pc:sldMk cId="0" sldId="258"/>
            <ac:spMk id="33" creationId="{00000000-0000-0000-0000-000000000000}"/>
          </ac:spMkLst>
        </pc:spChg>
        <pc:spChg chg="add mod">
          <ac:chgData name="PATRUNO ANDREA" userId="434c2d3d-d760-4baf-8981-191d7218719d" providerId="ADAL" clId="{16F693D4-62C4-4BA3-8943-81787A08A71E}" dt="2026-04-10T11:38:05.842" v="676" actId="113"/>
          <ac:spMkLst>
            <pc:docMk/>
            <pc:sldMk cId="0" sldId="258"/>
            <ac:spMk id="34" creationId="{A356B9A7-E817-A205-774E-1BBCE37F12A5}"/>
          </ac:spMkLst>
        </pc:spChg>
        <pc:spChg chg="add mod">
          <ac:chgData name="PATRUNO ANDREA" userId="434c2d3d-d760-4baf-8981-191d7218719d" providerId="ADAL" clId="{16F693D4-62C4-4BA3-8943-81787A08A71E}" dt="2026-04-10T11:15:17.180" v="425"/>
          <ac:spMkLst>
            <pc:docMk/>
            <pc:sldMk cId="0" sldId="258"/>
            <ac:spMk id="35" creationId="{6A59DCFB-316E-6DA6-3C3E-98DDA18DD9D6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6" creationId="{60961725-D9AD-3387-4C49-2894430F26A9}"/>
          </ac:spMkLst>
        </pc:spChg>
        <pc:spChg chg="add">
          <ac:chgData name="PATRUNO ANDREA" userId="434c2d3d-d760-4baf-8981-191d7218719d" providerId="ADAL" clId="{16F693D4-62C4-4BA3-8943-81787A08A71E}" dt="2026-04-10T11:17:35.538" v="458"/>
          <ac:spMkLst>
            <pc:docMk/>
            <pc:sldMk cId="0" sldId="258"/>
            <ac:spMk id="37" creationId="{465AD13A-D365-460C-9E0C-0E5C72962A1B}"/>
          </ac:spMkLst>
        </pc:spChg>
        <pc:spChg chg="add mod">
          <ac:chgData name="PATRUNO ANDREA" userId="434c2d3d-d760-4baf-8981-191d7218719d" providerId="ADAL" clId="{16F693D4-62C4-4BA3-8943-81787A08A71E}" dt="2026-04-10T11:37:28.922" v="664" actId="1076"/>
          <ac:spMkLst>
            <pc:docMk/>
            <pc:sldMk cId="0" sldId="258"/>
            <ac:spMk id="38" creationId="{A16E7144-B6A9-C7F4-B894-81441A97DAF5}"/>
          </ac:spMkLst>
        </pc:spChg>
        <pc:spChg chg="add del mod">
          <ac:chgData name="PATRUNO ANDREA" userId="434c2d3d-d760-4baf-8981-191d7218719d" providerId="ADAL" clId="{16F693D4-62C4-4BA3-8943-81787A08A71E}" dt="2026-04-10T11:29:51.099" v="567"/>
          <ac:spMkLst>
            <pc:docMk/>
            <pc:sldMk cId="0" sldId="258"/>
            <ac:spMk id="39" creationId="{87482B08-D8CE-3447-27D5-F8352F4EEEF9}"/>
          </ac:spMkLst>
        </pc:spChg>
        <pc:spChg chg="add">
          <ac:chgData name="PATRUNO ANDREA" userId="434c2d3d-d760-4baf-8981-191d7218719d" providerId="ADAL" clId="{16F693D4-62C4-4BA3-8943-81787A08A71E}" dt="2026-04-10T11:32:03.034" v="602"/>
          <ac:spMkLst>
            <pc:docMk/>
            <pc:sldMk cId="0" sldId="258"/>
            <ac:spMk id="40" creationId="{229B02A0-0C5D-037A-C510-5DA0FC5CB75F}"/>
          </ac:spMkLst>
        </pc:spChg>
        <pc:spChg chg="add">
          <ac:chgData name="PATRUNO ANDREA" userId="434c2d3d-d760-4baf-8981-191d7218719d" providerId="ADAL" clId="{16F693D4-62C4-4BA3-8943-81787A08A71E}" dt="2026-04-10T11:32:05.498" v="603"/>
          <ac:spMkLst>
            <pc:docMk/>
            <pc:sldMk cId="0" sldId="258"/>
            <ac:spMk id="41" creationId="{9B7C7577-6878-2B83-2E40-87A4E987BB0F}"/>
          </ac:spMkLst>
        </pc:spChg>
        <pc:spChg chg="add">
          <ac:chgData name="PATRUNO ANDREA" userId="434c2d3d-d760-4baf-8981-191d7218719d" providerId="ADAL" clId="{16F693D4-62C4-4BA3-8943-81787A08A71E}" dt="2026-04-10T11:32:07.490" v="604"/>
          <ac:spMkLst>
            <pc:docMk/>
            <pc:sldMk cId="0" sldId="258"/>
            <ac:spMk id="42" creationId="{A369E701-1132-A46C-C0A8-7F1197CFD867}"/>
          </ac:spMkLst>
        </pc:spChg>
        <pc:spChg chg="add">
          <ac:chgData name="PATRUNO ANDREA" userId="434c2d3d-d760-4baf-8981-191d7218719d" providerId="ADAL" clId="{16F693D4-62C4-4BA3-8943-81787A08A71E}" dt="2026-04-10T11:32:12.351" v="605"/>
          <ac:spMkLst>
            <pc:docMk/>
            <pc:sldMk cId="0" sldId="258"/>
            <ac:spMk id="43" creationId="{5A28B202-A538-FA95-F31F-53E22BBA55D9}"/>
          </ac:spMkLst>
        </pc:spChg>
        <pc:spChg chg="add">
          <ac:chgData name="PATRUNO ANDREA" userId="434c2d3d-d760-4baf-8981-191d7218719d" providerId="ADAL" clId="{16F693D4-62C4-4BA3-8943-81787A08A71E}" dt="2026-04-10T11:32:13.752" v="606"/>
          <ac:spMkLst>
            <pc:docMk/>
            <pc:sldMk cId="0" sldId="258"/>
            <ac:spMk id="44" creationId="{869901E8-8FF2-7325-5AD6-E523136731C5}"/>
          </ac:spMkLst>
        </pc:spChg>
        <pc:spChg chg="add">
          <ac:chgData name="PATRUNO ANDREA" userId="434c2d3d-d760-4baf-8981-191d7218719d" providerId="ADAL" clId="{16F693D4-62C4-4BA3-8943-81787A08A71E}" dt="2026-04-10T11:32:25.894" v="609"/>
          <ac:spMkLst>
            <pc:docMk/>
            <pc:sldMk cId="0" sldId="258"/>
            <ac:spMk id="45" creationId="{ED414A47-8B57-E56E-654B-57789CB4B9EF}"/>
          </ac:spMkLst>
        </pc:spChg>
        <pc:spChg chg="add del">
          <ac:chgData name="PATRUNO ANDREA" userId="434c2d3d-d760-4baf-8981-191d7218719d" providerId="ADAL" clId="{16F693D4-62C4-4BA3-8943-81787A08A71E}" dt="2026-04-10T11:32:37.730" v="612" actId="478"/>
          <ac:spMkLst>
            <pc:docMk/>
            <pc:sldMk cId="0" sldId="258"/>
            <ac:spMk id="46" creationId="{152AE35B-23F3-8BE2-1E8F-CCA0F2B04B33}"/>
          </ac:spMkLst>
        </pc:spChg>
      </pc:sldChg>
      <pc:sldChg chg="modSp mod">
        <pc:chgData name="PATRUNO ANDREA" userId="434c2d3d-d760-4baf-8981-191d7218719d" providerId="ADAL" clId="{16F693D4-62C4-4BA3-8943-81787A08A71E}" dt="2026-04-10T11:51:27.557" v="707" actId="1076"/>
        <pc:sldMkLst>
          <pc:docMk/>
          <pc:sldMk cId="0" sldId="259"/>
        </pc:sldMkLst>
        <pc:spChg chg="mod">
          <ac:chgData name="PATRUNO ANDREA" userId="434c2d3d-d760-4baf-8981-191d7218719d" providerId="ADAL" clId="{16F693D4-62C4-4BA3-8943-81787A08A71E}" dt="2026-04-10T11:46:54.301" v="698" actId="255"/>
          <ac:spMkLst>
            <pc:docMk/>
            <pc:sldMk cId="0" sldId="259"/>
            <ac:spMk id="1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01.551" v="691" actId="40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9.860" v="697" actId="255"/>
          <ac:spMkLst>
            <pc:docMk/>
            <pc:sldMk cId="0" sldId="259"/>
            <ac:spMk id="1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1.923" v="694" actId="255"/>
          <ac:spMkLst>
            <pc:docMk/>
            <pc:sldMk cId="0" sldId="259"/>
            <ac:spMk id="1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45.267" v="696" actId="255"/>
          <ac:spMkLst>
            <pc:docMk/>
            <pc:sldMk cId="0" sldId="259"/>
            <ac:spMk id="2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6:39.384" v="695" actId="255"/>
          <ac:spMkLst>
            <pc:docMk/>
            <pc:sldMk cId="0" sldId="259"/>
            <ac:spMk id="24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5.846" v="704" actId="255"/>
          <ac:spMkLst>
            <pc:docMk/>
            <pc:sldMk cId="0" sldId="259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56.352" v="684" actId="403"/>
          <ac:spMkLst>
            <pc:docMk/>
            <pc:sldMk cId="0" sldId="259"/>
            <ac:spMk id="28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51:27.557" v="707" actId="107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7:29.563" v="705" actId="255"/>
          <ac:spMkLst>
            <pc:docMk/>
            <pc:sldMk cId="0" sldId="259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45:48.680" v="680" actId="255"/>
          <ac:spMkLst>
            <pc:docMk/>
            <pc:sldMk cId="0" sldId="259"/>
            <ac:spMk id="32" creationId="{00000000-0000-0000-0000-000000000000}"/>
          </ac:spMkLst>
        </pc:spChg>
      </pc:sldChg>
      <pc:sldChg chg="ord">
        <pc:chgData name="PATRUNO ANDREA" userId="434c2d3d-d760-4baf-8981-191d7218719d" providerId="ADAL" clId="{16F693D4-62C4-4BA3-8943-81787A08A71E}" dt="2026-04-10T11:53:34.545" v="709"/>
        <pc:sldMkLst>
          <pc:docMk/>
          <pc:sldMk cId="0" sldId="261"/>
        </pc:sldMkLst>
      </pc:sldChg>
      <pc:sldChg chg="modSp mod">
        <pc:chgData name="PATRUNO ANDREA" userId="434c2d3d-d760-4baf-8981-191d7218719d" providerId="ADAL" clId="{16F693D4-62C4-4BA3-8943-81787A08A71E}" dt="2026-04-10T11:58:16.532" v="715" actId="1076"/>
        <pc:sldMkLst>
          <pc:docMk/>
          <pc:sldMk cId="0" sldId="262"/>
        </pc:sldMkLst>
        <pc:spChg chg="mod">
          <ac:chgData name="PATRUNO ANDREA" userId="434c2d3d-d760-4baf-8981-191d7218719d" providerId="ADAL" clId="{16F693D4-62C4-4BA3-8943-81787A08A71E}" dt="2026-04-10T11:58:16.532" v="715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1:55:46.169" v="713" actId="1076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PATRUNO ANDREA" userId="434c2d3d-d760-4baf-8981-191d7218719d" providerId="ADAL" clId="{16F693D4-62C4-4BA3-8943-81787A08A71E}" dt="2026-04-10T12:04:51.161" v="724" actId="20577"/>
        <pc:sldMkLst>
          <pc:docMk/>
          <pc:sldMk cId="0" sldId="263"/>
        </pc:sldMkLst>
        <pc:spChg chg="mod">
          <ac:chgData name="PATRUNO ANDREA" userId="434c2d3d-d760-4baf-8981-191d7218719d" providerId="ADAL" clId="{16F693D4-62C4-4BA3-8943-81787A08A71E}" dt="2026-04-10T12:04:38.608" v="716" actId="20577"/>
          <ac:spMkLst>
            <pc:docMk/>
            <pc:sldMk cId="0" sldId="263"/>
            <ac:spMk id="27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2.002" v="719" actId="20577"/>
          <ac:spMkLst>
            <pc:docMk/>
            <pc:sldMk cId="0" sldId="263"/>
            <ac:spMk id="29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4.847" v="722" actId="20577"/>
          <ac:spMkLst>
            <pc:docMk/>
            <pc:sldMk cId="0" sldId="263"/>
            <ac:spMk id="31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48.847" v="723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PATRUNO ANDREA" userId="434c2d3d-d760-4baf-8981-191d7218719d" providerId="ADAL" clId="{16F693D4-62C4-4BA3-8943-81787A08A71E}" dt="2026-04-10T12:04:51.161" v="724" actId="20577"/>
          <ac:spMkLst>
            <pc:docMk/>
            <pc:sldMk cId="0" sldId="263"/>
            <ac:spMk id="35" creationId="{00000000-0000-0000-0000-000000000000}"/>
          </ac:spMkLst>
        </pc:spChg>
      </pc:sldChg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add del mod">
          <ac:chgData name="PATRUNO ANDREA" userId="434c2d3d-d760-4baf-8981-191d7218719d" providerId="ADAL" clId="{16F693D4-62C4-4BA3-8943-81787A08A71E}" dt="2026-04-10T10:56:45.438" v="117" actId="478"/>
          <ac:spMkLst>
            <pc:docMk/>
            <pc:sldMk cId="2814612309" sldId="267"/>
            <ac:spMk id="5" creationId="{7440FD3F-1609-BB1D-E30C-57DFFA739C21}"/>
          </ac:spMkLst>
        </pc:spChg>
        <pc:spChg chg="add mod">
          <ac:chgData name="PATRUNO ANDREA" userId="434c2d3d-d760-4baf-8981-191d7218719d" providerId="ADAL" clId="{16F693D4-62C4-4BA3-8943-81787A08A71E}" dt="2026-04-10T10:56:09.981" v="106"/>
          <ac:spMkLst>
            <pc:docMk/>
            <pc:sldMk cId="2814612309" sldId="267"/>
            <ac:spMk id="6" creationId="{2B57C4F8-781C-F05F-91F3-A629CF0964BE}"/>
          </ac:spMkLst>
        </pc:spChg>
        <pc:spChg chg="add mod">
          <ac:chgData name="PATRUNO ANDREA" userId="434c2d3d-d760-4baf-8981-191d7218719d" providerId="ADAL" clId="{16F693D4-62C4-4BA3-8943-81787A08A71E}" dt="2026-04-10T10:56:32.807" v="110" actId="571"/>
          <ac:spMkLst>
            <pc:docMk/>
            <pc:sldMk cId="2814612309" sldId="267"/>
            <ac:spMk id="7" creationId="{0043A703-93A7-2C9A-FFFC-B46FBFADCC76}"/>
          </ac:spMkLst>
        </pc:spChg>
        <pc:spChg chg="add mod">
          <ac:chgData name="PATRUNO ANDREA" userId="434c2d3d-d760-4baf-8981-191d7218719d" providerId="ADAL" clId="{16F693D4-62C4-4BA3-8943-81787A08A71E}" dt="2026-04-10T10:56:35.614" v="113"/>
          <ac:spMkLst>
            <pc:docMk/>
            <pc:sldMk cId="2814612309" sldId="267"/>
            <ac:spMk id="8" creationId="{A3EDF986-0AE5-8DC4-87FE-4105037DE6C6}"/>
          </ac:spMkLst>
        </pc:spChg>
        <pc:spChg chg="add del mod">
          <ac:chgData name="PATRUNO ANDREA" userId="434c2d3d-d760-4baf-8981-191d7218719d" providerId="ADAL" clId="{16F693D4-62C4-4BA3-8943-81787A08A71E}" dt="2026-04-10T10:58:29.561" v="151" actId="478"/>
          <ac:spMkLst>
            <pc:docMk/>
            <pc:sldMk cId="2814612309" sldId="267"/>
            <ac:spMk id="9" creationId="{55CBEB97-068C-D595-E24D-5201733600DC}"/>
          </ac:spMkLst>
        </pc:spChg>
        <pc:spChg chg="add del">
          <ac:chgData name="PATRUNO ANDREA" userId="434c2d3d-d760-4baf-8981-191d7218719d" providerId="ADAL" clId="{16F693D4-62C4-4BA3-8943-81787A08A71E}" dt="2026-04-10T10:57:49.147" v="124" actId="478"/>
          <ac:spMkLst>
            <pc:docMk/>
            <pc:sldMk cId="2814612309" sldId="267"/>
            <ac:spMk id="10" creationId="{45BEFC92-A9B9-E2FD-DDE4-6B24CF3FCD17}"/>
          </ac:spMkLst>
        </pc:spChg>
        <pc:spChg chg="add del mod">
          <ac:chgData name="PATRUNO ANDREA" userId="434c2d3d-d760-4baf-8981-191d7218719d" providerId="ADAL" clId="{16F693D4-62C4-4BA3-8943-81787A08A71E}" dt="2026-04-10T10:57:22.929" v="121" actId="478"/>
          <ac:spMkLst>
            <pc:docMk/>
            <pc:sldMk cId="2814612309" sldId="267"/>
            <ac:spMk id="11" creationId="{8BF04EE8-F885-7114-00B7-47B99DACB2A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2" creationId="{1B05F9B3-10B3-A3E3-EC3D-4FA0CB9B7892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4" creationId="{5FCE51B8-8F77-6AE8-D16E-DC115EED7138}"/>
          </ac:spMkLst>
        </pc:spChg>
        <pc:spChg chg="del mod">
          <ac:chgData name="PATRUNO ANDREA" userId="434c2d3d-d760-4baf-8981-191d7218719d" providerId="ADAL" clId="{16F693D4-62C4-4BA3-8943-81787A08A71E}" dt="2026-04-10T10:58:57.251" v="174" actId="478"/>
          <ac:spMkLst>
            <pc:docMk/>
            <pc:sldMk cId="2814612309" sldId="267"/>
            <ac:spMk id="15" creationId="{014C077E-91E8-1DA3-1F5A-B901E022F085}"/>
          </ac:spMkLst>
        </pc:spChg>
        <pc:spChg chg="del">
          <ac:chgData name="PATRUNO ANDREA" userId="434c2d3d-d760-4baf-8981-191d7218719d" providerId="ADAL" clId="{16F693D4-62C4-4BA3-8943-81787A08A71E}" dt="2026-04-10T10:58:51.287" v="169" actId="478"/>
          <ac:spMkLst>
            <pc:docMk/>
            <pc:sldMk cId="2814612309" sldId="267"/>
            <ac:spMk id="16" creationId="{032BD19B-A0F6-BC93-496D-492BB29C72BA}"/>
          </ac:spMkLst>
        </pc:spChg>
        <pc:spChg chg="add del mod">
          <ac:chgData name="PATRUNO ANDREA" userId="434c2d3d-d760-4baf-8981-191d7218719d" providerId="ADAL" clId="{16F693D4-62C4-4BA3-8943-81787A08A71E}" dt="2026-04-10T10:58:56.044" v="172" actId="478"/>
          <ac:spMkLst>
            <pc:docMk/>
            <pc:sldMk cId="2814612309" sldId="267"/>
            <ac:spMk id="17" creationId="{4CB6946B-72FC-F8C0-289A-FF90C0894FAF}"/>
          </ac:spMkLst>
        </pc:spChg>
        <pc:spChg chg="del">
          <ac:chgData name="PATRUNO ANDREA" userId="434c2d3d-d760-4baf-8981-191d7218719d" providerId="ADAL" clId="{16F693D4-62C4-4BA3-8943-81787A08A71E}" dt="2026-04-10T10:58:52.621" v="170" actId="478"/>
          <ac:spMkLst>
            <pc:docMk/>
            <pc:sldMk cId="2814612309" sldId="267"/>
            <ac:spMk id="18" creationId="{8718275E-0B49-F9BB-9B66-01447D062E1A}"/>
          </ac:spMkLst>
        </pc:spChg>
        <pc:spChg chg="del">
          <ac:chgData name="PATRUNO ANDREA" userId="434c2d3d-d760-4baf-8981-191d7218719d" providerId="ADAL" clId="{16F693D4-62C4-4BA3-8943-81787A08A71E}" dt="2026-04-10T10:58:42.903" v="166" actId="478"/>
          <ac:spMkLst>
            <pc:docMk/>
            <pc:sldMk cId="2814612309" sldId="267"/>
            <ac:spMk id="19" creationId="{316E6D0F-DB04-77D2-2AFB-8C86019CF8A5}"/>
          </ac:spMkLst>
        </pc:spChg>
        <pc:spChg chg="add del mod">
          <ac:chgData name="PATRUNO ANDREA" userId="434c2d3d-d760-4baf-8981-191d7218719d" providerId="ADAL" clId="{16F693D4-62C4-4BA3-8943-81787A08A71E}" dt="2026-04-10T10:58:54.865" v="171" actId="478"/>
          <ac:spMkLst>
            <pc:docMk/>
            <pc:sldMk cId="2814612309" sldId="267"/>
            <ac:spMk id="20" creationId="{C8BD0B53-069E-8DF7-6188-B91467E15BF0}"/>
          </ac:spMkLst>
        </pc:spChg>
        <pc:spChg chg="add del mod">
          <ac:chgData name="PATRUNO ANDREA" userId="434c2d3d-d760-4baf-8981-191d7218719d" providerId="ADAL" clId="{16F693D4-62C4-4BA3-8943-81787A08A71E}" dt="2026-04-10T10:58:41.794" v="165" actId="478"/>
          <ac:spMkLst>
            <pc:docMk/>
            <pc:sldMk cId="2814612309" sldId="267"/>
            <ac:spMk id="21" creationId="{9ACA4160-DBF5-C05D-8B6A-CE8C04587E00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3" creationId="{748A0C6C-4A76-9726-C47E-868FB6B0EF0A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4" creationId="{FE6430F2-A9C4-9A33-12EA-53B7F8133CD0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5" creationId="{B137F305-C7DC-3D8C-F2DB-34DA219C98C9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4:29.122" v="302" actId="478"/>
          <ac:spMkLst>
            <pc:docMk/>
            <pc:sldMk cId="2814612309" sldId="267"/>
            <ac:spMk id="27" creationId="{06CBBFC5-9990-3F1B-CCCB-2D93EA1DA467}"/>
          </ac:spMkLst>
        </pc:spChg>
        <pc:spChg chg="add del mod">
          <ac:chgData name="PATRUNO ANDREA" userId="434c2d3d-d760-4baf-8981-191d7218719d" providerId="ADAL" clId="{16F693D4-62C4-4BA3-8943-81787A08A71E}" dt="2026-04-10T11:04:01.177" v="293" actId="478"/>
          <ac:spMkLst>
            <pc:docMk/>
            <pc:sldMk cId="2814612309" sldId="267"/>
            <ac:spMk id="28" creationId="{8BCD5FD6-6F21-5820-0853-B2F2BA07C385}"/>
          </ac:spMkLst>
        </pc:spChg>
        <pc:spChg chg="add del mod">
          <ac:chgData name="PATRUNO ANDREA" userId="434c2d3d-d760-4baf-8981-191d7218719d" providerId="ADAL" clId="{16F693D4-62C4-4BA3-8943-81787A08A71E}" dt="2026-04-10T11:03:59.816" v="292" actId="478"/>
          <ac:spMkLst>
            <pc:docMk/>
            <pc:sldMk cId="2814612309" sldId="267"/>
            <ac:spMk id="29" creationId="{FF6206B7-41E7-374C-4720-DD9DE9F9CEB6}"/>
          </ac:spMkLst>
        </pc:spChg>
        <pc:spChg chg="del">
          <ac:chgData name="PATRUNO ANDREA" userId="434c2d3d-d760-4baf-8981-191d7218719d" providerId="ADAL" clId="{16F693D4-62C4-4BA3-8943-81787A08A71E}" dt="2026-04-10T11:04:02.521" v="294" actId="478"/>
          <ac:spMkLst>
            <pc:docMk/>
            <pc:sldMk cId="2814612309" sldId="267"/>
            <ac:spMk id="30" creationId="{FC0062FF-1470-C534-8C80-3A4B95C49FD6}"/>
          </ac:spMkLst>
        </pc:spChg>
        <pc:spChg chg="del mod">
          <ac:chgData name="PATRUNO ANDREA" userId="434c2d3d-d760-4baf-8981-191d7218719d" providerId="ADAL" clId="{16F693D4-62C4-4BA3-8943-81787A08A71E}" dt="2026-04-10T11:04:03.548" v="295" actId="478"/>
          <ac:spMkLst>
            <pc:docMk/>
            <pc:sldMk cId="2814612309" sldId="267"/>
            <ac:spMk id="31" creationId="{37F0E15E-15ED-48F4-E292-2B7EB9F4FCEF}"/>
          </ac:spMkLst>
        </pc:spChg>
        <pc:spChg chg="del">
          <ac:chgData name="PATRUNO ANDREA" userId="434c2d3d-d760-4baf-8981-191d7218719d" providerId="ADAL" clId="{16F693D4-62C4-4BA3-8943-81787A08A71E}" dt="2026-04-10T11:04:04.881" v="296" actId="478"/>
          <ac:spMkLst>
            <pc:docMk/>
            <pc:sldMk cId="2814612309" sldId="267"/>
            <ac:spMk id="32" creationId="{A7B9CAD2-3F33-E442-44D2-EC47ABC7FB8A}"/>
          </ac:spMkLst>
        </pc:spChg>
        <pc:spChg chg="del">
          <ac:chgData name="PATRUNO ANDREA" userId="434c2d3d-d760-4baf-8981-191d7218719d" providerId="ADAL" clId="{16F693D4-62C4-4BA3-8943-81787A08A71E}" dt="2026-04-10T11:04:07.010" v="297" actId="478"/>
          <ac:spMkLst>
            <pc:docMk/>
            <pc:sldMk cId="2814612309" sldId="267"/>
            <ac:spMk id="33" creationId="{9DCE8435-6A48-5FA1-97DE-EADC6A344416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1:10.666" v="227"/>
          <ac:spMkLst>
            <pc:docMk/>
            <pc:sldMk cId="2814612309" sldId="267"/>
            <ac:spMk id="37" creationId="{4322B502-070F-D80F-0001-D7CB2311B221}"/>
          </ac:spMkLst>
        </pc:spChg>
        <pc:spChg chg="add del mod">
          <ac:chgData name="PATRUNO ANDREA" userId="434c2d3d-d760-4baf-8981-191d7218719d" providerId="ADAL" clId="{16F693D4-62C4-4BA3-8943-81787A08A71E}" dt="2026-04-10T11:06:57.269" v="350" actId="478"/>
          <ac:spMkLst>
            <pc:docMk/>
            <pc:sldMk cId="2814612309" sldId="267"/>
            <ac:spMk id="38" creationId="{D3361295-B1E8-6C8B-2732-F1B2F4B92173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  <pc:picChg chg="add mod">
          <ac:chgData name="PATRUNO ANDREA" userId="434c2d3d-d760-4baf-8981-191d7218719d" providerId="ADAL" clId="{16F693D4-62C4-4BA3-8943-81787A08A71E}" dt="2026-04-10T11:09:21.218" v="383" actId="207"/>
          <ac:picMkLst>
            <pc:docMk/>
            <pc:sldMk cId="2814612309" sldId="267"/>
            <ac:picMk id="43" creationId="{739869E6-C976-917C-1D03-B1C78779506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Shape 2"/>
          <p:cNvSpPr/>
          <p:nvPr/>
        </p:nvSpPr>
        <p:spPr>
          <a:xfrm>
            <a:off x="3492304" y="609922"/>
            <a:ext cx="2665828" cy="43267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5" name="Text 3"/>
          <p:cNvSpPr/>
          <p:nvPr/>
        </p:nvSpPr>
        <p:spPr>
          <a:xfrm>
            <a:off x="3293976" y="536155"/>
            <a:ext cx="26658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300067" y="1077761"/>
            <a:ext cx="505030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l'Analisi di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 Mediche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6456" y="3576975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e analisi esplorativa su radiografie polmonari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276456" y="4065739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Studente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1465175" y="4084027"/>
            <a:ext cx="2698861" cy="130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Patruno, Ivan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GiacomoColella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276456" y="4264445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A.A.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1465176" y="4264445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200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CEB99B-3364-D833-8FAF-E8879F08BE80}"/>
              </a:ext>
            </a:extLst>
          </p:cNvPr>
          <p:cNvSpPr/>
          <p:nvPr/>
        </p:nvSpPr>
        <p:spPr>
          <a:xfrm>
            <a:off x="276456" y="4426927"/>
            <a:ext cx="1371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</a:t>
            </a:r>
            <a:endParaRPr 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42C903A0-549B-41CD-68A2-BCD537033D52}"/>
              </a:ext>
            </a:extLst>
          </p:cNvPr>
          <p:cNvSpPr/>
          <p:nvPr/>
        </p:nvSpPr>
        <p:spPr>
          <a:xfrm>
            <a:off x="1465176" y="4373587"/>
            <a:ext cx="3179298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Statisitcal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for AI</a:t>
            </a:r>
            <a:endParaRPr lang="en-US" sz="1200" dirty="0"/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09EE11DC-D367-F713-553E-3FD7D36CF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1341" y="536155"/>
            <a:ext cx="1736203" cy="171378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3A04ECB1-7679-695D-F40A-F00131D65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56" y="557784"/>
            <a:ext cx="2199190" cy="8798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365760" y="18077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</a:rPr>
              <a:t>Le Motivazioni e gli Obiettivi</a:t>
            </a:r>
            <a:endParaRPr lang="en-US" sz="2200" b="1" dirty="0">
              <a:solidFill>
                <a:schemeClr val="bg1"/>
              </a:solidFill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1B05F9B3-10B3-A3E3-EC3D-4FA0CB9B7892}"/>
              </a:ext>
            </a:extLst>
          </p:cNvPr>
          <p:cNvSpPr/>
          <p:nvPr/>
        </p:nvSpPr>
        <p:spPr>
          <a:xfrm>
            <a:off x="102322" y="1200839"/>
            <a:ext cx="3968931" cy="2099787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it-IT" dirty="0"/>
              <a:t> </a:t>
            </a: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56070D00-0291-9D85-2A52-9D92F4CECE9D}"/>
              </a:ext>
            </a:extLst>
          </p:cNvPr>
          <p:cNvSpPr/>
          <p:nvPr/>
        </p:nvSpPr>
        <p:spPr>
          <a:xfrm>
            <a:off x="102322" y="1117678"/>
            <a:ext cx="3968931" cy="416372"/>
          </a:xfrm>
          <a:prstGeom prst="rect">
            <a:avLst/>
          </a:prstGeom>
          <a:solidFill>
            <a:srgbClr val="505E82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>
              <a:solidFill>
                <a:srgbClr val="0D1B4B"/>
              </a:solidFill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5FCE51B8-8F77-6AE8-D16E-DC115EED7138}"/>
              </a:ext>
            </a:extLst>
          </p:cNvPr>
          <p:cNvSpPr/>
          <p:nvPr/>
        </p:nvSpPr>
        <p:spPr>
          <a:xfrm>
            <a:off x="102322" y="1117678"/>
            <a:ext cx="3988522" cy="41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600" dirty="0"/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4A50B6E-C841-B9C9-F420-D4E056B77277}"/>
              </a:ext>
            </a:extLst>
          </p:cNvPr>
          <p:cNvSpPr/>
          <p:nvPr/>
        </p:nvSpPr>
        <p:spPr>
          <a:xfrm>
            <a:off x="304071" y="1687901"/>
            <a:ext cx="2117177" cy="30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748A0C6C-4A76-9726-C47E-868FB6B0EF0A}"/>
              </a:ext>
            </a:extLst>
          </p:cNvPr>
          <p:cNvSpPr/>
          <p:nvPr/>
        </p:nvSpPr>
        <p:spPr>
          <a:xfrm>
            <a:off x="4855031" y="1567541"/>
            <a:ext cx="4206240" cy="1733085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4" name="Shape 16">
            <a:extLst>
              <a:ext uri="{FF2B5EF4-FFF2-40B4-BE49-F238E27FC236}">
                <a16:creationId xmlns:a16="http://schemas.microsoft.com/office/drawing/2014/main" id="{FE6430F2-A9C4-9A33-12EA-53B7F8133CD0}"/>
              </a:ext>
            </a:extLst>
          </p:cNvPr>
          <p:cNvSpPr/>
          <p:nvPr/>
        </p:nvSpPr>
        <p:spPr>
          <a:xfrm>
            <a:off x="4846320" y="1117678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B137F305-C7DC-3D8C-F2DB-34DA219C98C9}"/>
              </a:ext>
            </a:extLst>
          </p:cNvPr>
          <p:cNvSpPr/>
          <p:nvPr/>
        </p:nvSpPr>
        <p:spPr>
          <a:xfrm>
            <a:off x="4937760" y="111767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</a:t>
            </a:r>
            <a:endParaRPr lang="en-US" sz="1600" dirty="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B609A615-04DA-125D-7648-437909D69EA7}"/>
              </a:ext>
            </a:extLst>
          </p:cNvPr>
          <p:cNvSpPr/>
          <p:nvPr/>
        </p:nvSpPr>
        <p:spPr>
          <a:xfrm>
            <a:off x="5050244" y="1625652"/>
            <a:ext cx="3773716" cy="841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 (SVD): 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it-IT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</a:t>
            </a:r>
            <a:r>
              <a:rPr lang="it-IT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può comprimere le radiografie toraciche preservando le informazioni clinicamente rilevanti?</a:t>
            </a:r>
            <a:endParaRPr lang="en-US" sz="1200" dirty="0"/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D6E0CC0D-7D94-AA1B-07AF-257B80682547}"/>
              </a:ext>
            </a:extLst>
          </p:cNvPr>
          <p:cNvSpPr txBox="1"/>
          <p:nvPr/>
        </p:nvSpPr>
        <p:spPr>
          <a:xfrm>
            <a:off x="148042" y="1654336"/>
            <a:ext cx="341738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</a:rPr>
              <a:t>Le radiografie ad alta risoluzione generano enormi moli di dati </a:t>
            </a:r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981C6F95-42A6-9117-4153-7A82AD31A77B}"/>
              </a:ext>
            </a:extLst>
          </p:cNvPr>
          <p:cNvSpPr/>
          <p:nvPr/>
        </p:nvSpPr>
        <p:spPr>
          <a:xfrm>
            <a:off x="193762" y="2355450"/>
            <a:ext cx="3417389" cy="5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Conseguenza</a:t>
            </a: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it-IT" sz="1200" dirty="0">
                <a:solidFill>
                  <a:srgbClr val="64748B"/>
                </a:solidFill>
              </a:rPr>
              <a:t>Alta ridondanza spaziale e necessità di ottimizzazione</a:t>
            </a:r>
            <a:endParaRPr lang="en-US" sz="1200" dirty="0">
              <a:solidFill>
                <a:srgbClr val="64748B"/>
              </a:solidFill>
            </a:endParaRPr>
          </a:p>
          <a:p>
            <a:pPr marL="0" indent="0">
              <a:buNone/>
            </a:pP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65724F8C-93D1-45DB-CCEF-B69D4C41B516}"/>
              </a:ext>
            </a:extLst>
          </p:cNvPr>
          <p:cNvSpPr/>
          <p:nvPr/>
        </p:nvSpPr>
        <p:spPr>
          <a:xfrm>
            <a:off x="5050244" y="2182435"/>
            <a:ext cx="3773716" cy="841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00" b="1" dirty="0">
                <a:solidFill>
                  <a:srgbClr val="028090"/>
                </a:solidFill>
              </a:rPr>
              <a:t>Classificazione (PCA):</a:t>
            </a:r>
            <a:r>
              <a:rPr lang="it-IT" sz="1200" dirty="0">
                <a:solidFill>
                  <a:srgbClr val="028090"/>
                </a:solidFill>
              </a:rPr>
              <a:t> La </a:t>
            </a:r>
            <a:r>
              <a:rPr lang="it-IT" sz="1200" b="1" dirty="0">
                <a:solidFill>
                  <a:srgbClr val="028090"/>
                </a:solidFill>
              </a:rPr>
              <a:t>PCA</a:t>
            </a:r>
            <a:r>
              <a:rPr lang="it-IT" sz="1200" dirty="0">
                <a:solidFill>
                  <a:srgbClr val="028090"/>
                </a:solidFill>
              </a:rPr>
              <a:t> può rivelare strutture latenti nel dataset in grado di distinguere le diverse patologie polmonari?</a:t>
            </a:r>
          </a:p>
        </p:txBody>
      </p:sp>
      <p:pic>
        <p:nvPicPr>
          <p:cNvPr id="41" name="Elemento grafico 40" descr="Database con riempimento a tinta unita">
            <a:extLst>
              <a:ext uri="{FF2B5EF4-FFF2-40B4-BE49-F238E27FC236}">
                <a16:creationId xmlns:a16="http://schemas.microsoft.com/office/drawing/2014/main" id="{B96C1320-1210-606B-B69D-BC99BF88B1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30444" y="1556590"/>
            <a:ext cx="660400" cy="660400"/>
          </a:xfrm>
          <a:prstGeom prst="rect">
            <a:avLst/>
          </a:prstGeom>
        </p:spPr>
      </p:pic>
      <p:pic>
        <p:nvPicPr>
          <p:cNvPr id="43" name="Elemento grafico 42" descr="Freccia: diritta con riempimento a tinta unita">
            <a:extLst>
              <a:ext uri="{FF2B5EF4-FFF2-40B4-BE49-F238E27FC236}">
                <a16:creationId xmlns:a16="http://schemas.microsoft.com/office/drawing/2014/main" id="{739869E6-C976-917C-1D03-B1C787795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056615" y="2008271"/>
            <a:ext cx="818133" cy="818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Lung X-Rays Grayscale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 diagnostiche — max 80 immagini per classe — 256×256 px (Lanczos)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56032" y="1143000"/>
            <a:ext cx="2029968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256032" y="1143000"/>
            <a:ext cx="2029968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01752" y="114300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6616" y="1572768"/>
            <a:ext cx="1828800" cy="16459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56616" y="3264408"/>
            <a:ext cx="18288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301752" y="33375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 immagini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9184" y="3584448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uniforme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(buon contrasto tissutale)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432304" y="1143000"/>
            <a:ext cx="2029968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2432304" y="1143000"/>
            <a:ext cx="2029968" cy="38404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2478024" y="114300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Pneumonia</a:t>
            </a:r>
            <a:endParaRPr lang="en-US" sz="13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32888" y="1572768"/>
            <a:ext cx="1828800" cy="164592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2532888" y="3264408"/>
            <a:ext cx="1828800" cy="36576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5"/>
          <p:cNvSpPr/>
          <p:nvPr/>
        </p:nvSpPr>
        <p:spPr>
          <a:xfrm>
            <a:off x="2478024" y="33375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 immagini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2505456" y="3584448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 toni scuri 30–80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(consolidazioni dense)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4608576" y="1143000"/>
            <a:ext cx="2029968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Shape 18"/>
          <p:cNvSpPr/>
          <p:nvPr/>
        </p:nvSpPr>
        <p:spPr>
          <a:xfrm>
            <a:off x="4608576" y="1143000"/>
            <a:ext cx="2029968" cy="384048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9"/>
          <p:cNvSpPr/>
          <p:nvPr/>
        </p:nvSpPr>
        <p:spPr>
          <a:xfrm>
            <a:off x="4654296" y="114300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Tuberculosis</a:t>
            </a:r>
            <a:endParaRPr lang="en-US" sz="13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09160" y="1572768"/>
            <a:ext cx="1828800" cy="16459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09160" y="3264408"/>
            <a:ext cx="1828800" cy="36576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1"/>
          <p:cNvSpPr/>
          <p:nvPr/>
        </p:nvSpPr>
        <p:spPr>
          <a:xfrm>
            <a:off x="4654296" y="33375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immagini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681728" y="3584448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Bimodale, picco 150–190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(lesioni fibro-calcifiche)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6784848" y="1143000"/>
            <a:ext cx="2029968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4"/>
          <p:cNvSpPr/>
          <p:nvPr/>
        </p:nvSpPr>
        <p:spPr>
          <a:xfrm>
            <a:off x="6784848" y="1143000"/>
            <a:ext cx="2029968" cy="38404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5"/>
          <p:cNvSpPr/>
          <p:nvPr/>
        </p:nvSpPr>
        <p:spPr>
          <a:xfrm>
            <a:off x="6830568" y="114300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</a:t>
            </a:r>
            <a:endParaRPr lang="en-US" sz="130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85432" y="1572768"/>
            <a:ext cx="1828800" cy="164592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885432" y="3264408"/>
            <a:ext cx="1828800" cy="36576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27"/>
          <p:cNvSpPr/>
          <p:nvPr/>
        </p:nvSpPr>
        <p:spPr>
          <a:xfrm>
            <a:off x="6830568" y="3337560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immagini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858000" y="3584448"/>
            <a:ext cx="1883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Intensità 100–170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(ground-glass opacities)</a:t>
            </a:r>
            <a:endParaRPr lang="en-US" sz="850" dirty="0"/>
          </a:p>
        </p:txBody>
      </p:sp>
      <p:sp>
        <p:nvSpPr>
          <p:cNvPr id="35" name="Text 29"/>
          <p:cNvSpPr/>
          <p:nvPr/>
        </p:nvSpPr>
        <p:spPr>
          <a:xfrm>
            <a:off x="256032" y="4754880"/>
            <a:ext cx="8631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Dataset sbilanciato: Normal ha ~4× più immagini di COVID-19. Possibile bias nelle componenti PCA.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34946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32103" y="1479218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5"/>
          <p:cNvSpPr/>
          <p:nvPr/>
        </p:nvSpPr>
        <p:spPr>
          <a:xfrm>
            <a:off x="832103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8" name="Text 6"/>
          <p:cNvSpPr/>
          <p:nvPr/>
        </p:nvSpPr>
        <p:spPr>
          <a:xfrm>
            <a:off x="832103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3544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Standardizzazione</a:t>
            </a: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spaziale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56893" y="2308932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62060" y="1444752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3" name="Shape 11"/>
          <p:cNvSpPr/>
          <p:nvPr/>
        </p:nvSpPr>
        <p:spPr>
          <a:xfrm>
            <a:off x="3484920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4" name="Text 12"/>
          <p:cNvSpPr/>
          <p:nvPr/>
        </p:nvSpPr>
        <p:spPr>
          <a:xfrm>
            <a:off x="3484920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76361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9332" y="2317650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37738" y="1444752"/>
            <a:ext cx="2334535" cy="284589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9" name="Shape 17"/>
          <p:cNvSpPr/>
          <p:nvPr/>
        </p:nvSpPr>
        <p:spPr>
          <a:xfrm>
            <a:off x="6137738" y="1444751"/>
            <a:ext cx="2334535" cy="61661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18"/>
          <p:cNvSpPr/>
          <p:nvPr/>
        </p:nvSpPr>
        <p:spPr>
          <a:xfrm>
            <a:off x="6137738" y="1444751"/>
            <a:ext cx="2334535" cy="616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9179" y="1993391"/>
            <a:ext cx="212035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Normalizzazione e Centratura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131131" y="2304287"/>
            <a:ext cx="160633" cy="415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74899" y="2421753"/>
            <a:ext cx="2120358" cy="1555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b="1" i="1" dirty="0" err="1">
                <a:solidFill>
                  <a:srgbClr val="0D1B4B"/>
                </a:solidFill>
              </a:rPr>
              <a:t>Flattening</a:t>
            </a:r>
            <a:r>
              <a:rPr lang="it-IT" sz="1100" dirty="0">
                <a:solidFill>
                  <a:srgbClr val="0D1B4B"/>
                </a:solidFill>
              </a:rPr>
              <a:t> (Vettore da 65.536 elementi) e sottrazione della media.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1100" b="1" i="1" dirty="0">
                <a:solidFill>
                  <a:srgbClr val="0D1B4B"/>
                </a:solidFill>
                <a:latin typeface="Google Sans Text"/>
              </a:rPr>
              <a:t>Perché</a:t>
            </a:r>
            <a:r>
              <a:rPr lang="it-IT" altLang="it-IT" sz="1100" i="1" dirty="0">
                <a:solidFill>
                  <a:srgbClr val="0D1B4B"/>
                </a:solidFill>
                <a:latin typeface="Google Sans Text"/>
              </a:rPr>
              <a:t>:</a:t>
            </a:r>
            <a:r>
              <a:rPr lang="it-IT" altLang="it-IT" sz="1100" dirty="0">
                <a:solidFill>
                  <a:srgbClr val="0D1B4B"/>
                </a:solidFill>
              </a:rPr>
              <a:t> Preparare la matrice </a:t>
            </a:r>
            <a:r>
              <a:rPr lang="it-IT" altLang="it-IT" sz="1100" dirty="0">
                <a:solidFill>
                  <a:srgbClr val="0D1B4B"/>
                </a:solidFill>
                <a:latin typeface="Google Sans Text"/>
              </a:rPr>
              <a:t>X</a:t>
            </a:r>
            <a:r>
              <a:rPr lang="it-IT" altLang="it-IT" sz="1100" dirty="0">
                <a:solidFill>
                  <a:srgbClr val="0D1B4B"/>
                </a:solidFill>
              </a:rPr>
              <a:t> per l'estrazione delle componenti principali.</a:t>
            </a:r>
            <a:endParaRPr lang="it-IT" altLang="it-IT" sz="1100" dirty="0">
              <a:solidFill>
                <a:srgbClr val="0D1B4B"/>
              </a:solidFill>
              <a:latin typeface="Arial" panose="020B0604020202020204" pitchFamily="34" charset="0"/>
            </a:endParaRPr>
          </a:p>
          <a:p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A356B9A7-E817-A205-774E-1BBCE37F12A5}"/>
              </a:ext>
            </a:extLst>
          </p:cNvPr>
          <p:cNvSpPr/>
          <p:nvPr/>
        </p:nvSpPr>
        <p:spPr>
          <a:xfrm>
            <a:off x="969264" y="2397837"/>
            <a:ext cx="2120358" cy="1586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100" dirty="0">
                <a:solidFill>
                  <a:srgbClr val="0D1B4B"/>
                </a:solidFill>
              </a:rPr>
              <a:t>Conversione in </a:t>
            </a:r>
            <a:r>
              <a:rPr lang="it-IT" sz="1100" b="1" i="1" dirty="0" err="1">
                <a:solidFill>
                  <a:srgbClr val="0D1B4B"/>
                </a:solidFill>
              </a:rPr>
              <a:t>Grayscale</a:t>
            </a:r>
            <a:r>
              <a:rPr lang="it-IT" sz="1100" dirty="0">
                <a:solidFill>
                  <a:srgbClr val="0D1B4B"/>
                </a:solidFill>
              </a:rPr>
              <a:t> e </a:t>
            </a:r>
            <a:r>
              <a:rPr lang="it-IT" sz="1100" b="1" i="1" dirty="0" err="1">
                <a:solidFill>
                  <a:srgbClr val="0D1B4B"/>
                </a:solidFill>
              </a:rPr>
              <a:t>Resize</a:t>
            </a:r>
            <a:r>
              <a:rPr lang="it-IT" sz="1100" dirty="0">
                <a:solidFill>
                  <a:srgbClr val="0D1B4B"/>
                </a:solidFill>
              </a:rPr>
              <a:t> (256x256).</a:t>
            </a:r>
          </a:p>
          <a:p>
            <a:endParaRPr lang="it-IT" sz="1100" dirty="0">
              <a:solidFill>
                <a:srgbClr val="0D1B4B"/>
              </a:solidFill>
            </a:endParaRPr>
          </a:p>
          <a:p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Ridurre la complessità computazionale e uniformare i campioni.</a:t>
            </a:r>
            <a:endParaRPr lang="en-US" sz="1100" dirty="0">
              <a:solidFill>
                <a:srgbClr val="0D1B4B"/>
              </a:solidFill>
            </a:endParaRPr>
          </a:p>
        </p:txBody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60961725-D9AD-3387-4C49-2894430F26A9}"/>
              </a:ext>
            </a:extLst>
          </p:cNvPr>
          <p:cNvSpPr/>
          <p:nvPr/>
        </p:nvSpPr>
        <p:spPr>
          <a:xfrm>
            <a:off x="3484921" y="1982840"/>
            <a:ext cx="2254218" cy="533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1200" b="1" dirty="0">
                <a:solidFill>
                  <a:srgbClr val="0D1B4B"/>
                </a:solidFill>
              </a:rPr>
              <a:t>Correzione del Tilt</a:t>
            </a:r>
            <a:endParaRPr lang="en-US" sz="1200" b="1" dirty="0">
              <a:solidFill>
                <a:srgbClr val="0D1B4B"/>
              </a:solidFill>
            </a:endParaRPr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A16E7144-B6A9-C7F4-B894-81441A97DAF5}"/>
              </a:ext>
            </a:extLst>
          </p:cNvPr>
          <p:cNvSpPr/>
          <p:nvPr/>
        </p:nvSpPr>
        <p:spPr>
          <a:xfrm>
            <a:off x="3599221" y="2304287"/>
            <a:ext cx="2120358" cy="18261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100" dirty="0">
                <a:solidFill>
                  <a:srgbClr val="0D1B4B"/>
                </a:solidFill>
              </a:rPr>
              <a:t>Rilevamento e rotazione automatica dell'inclinazione.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1100" dirty="0">
              <a:solidFill>
                <a:srgbClr val="0D1B4B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100" b="1" i="1" dirty="0">
                <a:solidFill>
                  <a:srgbClr val="0D1B4B"/>
                </a:solidFill>
              </a:rPr>
              <a:t>Perché</a:t>
            </a:r>
            <a:r>
              <a:rPr lang="it-IT" sz="1100" i="1" dirty="0">
                <a:solidFill>
                  <a:srgbClr val="0D1B4B"/>
                </a:solidFill>
              </a:rPr>
              <a:t>:</a:t>
            </a:r>
            <a:r>
              <a:rPr lang="it-IT" sz="1100" dirty="0">
                <a:solidFill>
                  <a:srgbClr val="0D1B4B"/>
                </a:solidFill>
              </a:rPr>
              <a:t> La PCA è sensibile all'allineamento; radiografie storte creerebbero "falsa varianza".</a:t>
            </a:r>
            <a:endParaRPr lang="it-IT" altLang="it-IT" sz="1100" dirty="0">
              <a:solidFill>
                <a:srgbClr val="0D1B4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Value Decomposition — Teoria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004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11" name="Shape 9"/>
          <p:cNvSpPr/>
          <p:nvPr/>
        </p:nvSpPr>
        <p:spPr>
          <a:xfrm>
            <a:off x="32004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2120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∈ ℝᵐˣᵐ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singular vectors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righe (struttura verticale)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20040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40156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(diagonale)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0156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singolari σ₁≥σ₂≥…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0156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σ₁≈130 cattura la luminosità globale. Decadimento rapido.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2359152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6080760" y="2359152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281928" y="24231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Vᵀ ∈ ℝⁿˣⁿ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81928" y="27614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singular vectors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81928" y="30632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spaziali delle colonne (struttura orizzontale)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26" name="Shape 24"/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Eckart-Young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Aₖ è la migliore approssimazione di rango ≤ k in norma di Frobenius. Nessun'altra decomposizione può fare di meglio.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30" name="Shape 28"/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&amp; PSNR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4343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k(m+n+1)/(mn)    |    </a:t>
            </a: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30 dB = qualità diagnostica accettabile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Implementazione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svd_engine.py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8503920" cy="35844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8503920" cy="384048"/>
          </a:xfrm>
          <a:prstGeom prst="rect">
            <a:avLst/>
          </a:prstGeom>
          <a:solidFill>
            <a:srgbClr val="1E2D40"/>
          </a:solidFill>
          <a:ln w="12700">
            <a:solidFill>
              <a:srgbClr val="1E2D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20040" y="10972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svd_engine.py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481328"/>
            <a:ext cx="8503920" cy="3200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48640" y="155448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apply_svd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"""Economy SVD of a 2D image array."""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U, S, Vt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np.linalg.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(image_matrix, full_matrices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False)
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U, S, Vt
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reconstruct_svd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(U, S, Vt, k):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"""Rank-k reconstruction: Aₖ = Uₖ · diag(Sₖ) · Vtₖ"""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(U[:, :k]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S[:k])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Vt[:k, :]
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r>
              <a:rPr lang="en-US" sz="1100" dirty="0">
                <a:solidFill>
                  <a:srgbClr val="82AA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compression_ratio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(m, n, k):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"""Fraction of values stored vs full image."""
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min(</a:t>
            </a:r>
            <a:r>
              <a:rPr lang="en-US" sz="11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k 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(m+n+</a:t>
            </a:r>
            <a:r>
              <a:rPr lang="en-US" sz="1100" dirty="0">
                <a:solidFill>
                  <a:srgbClr val="F78C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/ (m</a:t>
            </a:r>
            <a:r>
              <a:rPr lang="en-US" sz="1100" dirty="0">
                <a:solidFill>
                  <a:srgbClr val="89D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100" dirty="0">
                <a:solidFill>
                  <a:srgbClr val="EE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n))
</a:t>
            </a:r>
            <a:r>
              <a:rPr lang="en-US" sz="1100" dirty="0">
                <a:solidFill>
                  <a:srgbClr val="54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MSE efficiente (Eckart-Young) — evita 200 ricostruzioni:
# MSE(k) = Σᵢ₌ₖ₊₁ʳ σᵢ² / (m·n)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Risultati di Compressione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— al variare di k su immagine 256×256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archiviati (k=20)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32.4 dB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a k=20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&gt;30 dB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 diagnostica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k=1–3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359152"/>
            <a:ext cx="85039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Qualità Visiva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luminosità media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Silhouette toracica appena visibile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Coste e mediastino emergono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Qualità diagnostica (PSNR &gt; 30 dB)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Dettaglio diagnostico completamente preservato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Indistinguibile dall'originale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20040" y="4754880"/>
            <a:ext cx="8503920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19"/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e 4 le classi raggiungono PSNR &gt; 30 dB a k=20. Pneumonia e TBC risultano più comprimibili (struttura a rango inferiore).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Teoria &amp; Relazione con SVD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20624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420624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— per Compressione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508760" y="1645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Singola immagine A ∈ ℝᵐˣⁿ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02996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087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Approssimazione Aₖ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241401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08760" y="2414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Ridurre storage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279806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279806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Eckart-Young ottimalità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420624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4754880" y="1097280"/>
            <a:ext cx="420624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846320" y="109728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per Analisi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1645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X ∈ ℝᴺˣᵈ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202996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X_PCA ∈ ℝᴺˣᵏ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241401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4140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latente condivisa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0" y="279806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279806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Direzioni a varianza max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3584448"/>
            <a:ext cx="85039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320040" y="3584448"/>
            <a:ext cx="64008" cy="62179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502920" y="3657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≡ PCA su dati centrati: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3931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UΣVᵀ  ⟹  C = (1/(N−1)) VΣ²Vᵀ   →   le colonne di V sono simultaneamente right singular vectors di X̃ e autovettori di C  con  λᵢ = σᵢ²/(N−1)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0040" y="4370832"/>
            <a:ext cx="15544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32004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256²→65536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874520" y="4462272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011680" y="4370832"/>
            <a:ext cx="15544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201168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∈ ℝᴺˣᵈ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566160" y="4462272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703320" y="4370832"/>
            <a:ext cx="15544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370332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X̃ = X − X̄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257800" y="4462272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394960" y="4370832"/>
            <a:ext cx="155448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539496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fit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49440" y="4462272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086600" y="4370832"/>
            <a:ext cx="155448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7086600" y="43708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X·Vₖ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Varianza Spiegata &amp; Qualità di Ricostruzione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0690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 Plot — Varianza Cumulativa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91640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64008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varianza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19385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1–3 componenti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350008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502920" y="2350008"/>
            <a:ext cx="64008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85800" y="23957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varianza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25968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5–10 componenti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008376"/>
            <a:ext cx="3703320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502920" y="3008376"/>
            <a:ext cx="64008" cy="50292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685800" y="30540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varianza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2552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20–40 componenti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776472"/>
            <a:ext cx="3703320" cy="685800"/>
          </a:xfrm>
          <a:prstGeom prst="rect">
            <a:avLst/>
          </a:prstGeom>
          <a:solidFill>
            <a:srgbClr val="EFF9F6"/>
          </a:solidFill>
          <a:ln w="63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94360" y="383133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a basso rango universale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" y="4096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dell'energia è in 1–3 componenti in tutte le classi. Alta correlazione spaziale nelle radiografie.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1097280"/>
            <a:ext cx="425196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457200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475488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MSE &amp; PSNR vs 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171907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decade rapidamente fino a k≈20–30, poi stabilizza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2176272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4754880" y="22494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cresce logaritmicamente — elbow a k≈20–50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2706624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4754880" y="277977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&amp; Normal: MSE più alto a basso k (struttura complessa)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236976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54880" y="33101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Pneumonia &amp; TBC: più comprimibili (rango inferiore)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3767328"/>
            <a:ext cx="37947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4754880" y="384048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ottimale: k=20 → 15.7% dati, PSNR &gt; 32 dB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Proiezione 2D &amp; Eigen-X-rays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20624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2D — Risultati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709928"/>
            <a:ext cx="3840480" cy="658368"/>
          </a:xfrm>
          <a:prstGeom prst="rect">
            <a:avLst/>
          </a:prstGeom>
          <a:solidFill>
            <a:srgbClr val="F5F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21792" y="175564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— 25.6%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1792" y="201168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Contrasto globale. Separa chiaro da scuro.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3840480" cy="658368"/>
          </a:xfrm>
          <a:prstGeom prst="rect">
            <a:avLst/>
          </a:prstGeom>
          <a:solidFill>
            <a:srgbClr val="F5F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21792" y="25328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PC2 — 17.4%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" y="278892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Simmetria toracica laterale sin. vs destra.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264408"/>
            <a:ext cx="3840480" cy="658368"/>
          </a:xfrm>
          <a:prstGeom prst="rect">
            <a:avLst/>
          </a:prstGeom>
          <a:solidFill>
            <a:srgbClr val="F5F8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21792" y="331012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PC1+PC2 = 43%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" y="356616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metà della varianza totale.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114800"/>
            <a:ext cx="3840480" cy="4572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59436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&amp; Pneumonia → PC1 &lt; 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&amp; TBC → PC1 &gt; 0  |  Overlap significativo residuo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1097280"/>
            <a:ext cx="411480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709160" y="1097280"/>
            <a:ext cx="64008" cy="3566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89204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Eigen-X-rays — Interpretazione Clinica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719072"/>
          <a:ext cx="3931920" cy="288036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Interpretazione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Contrasto globale — chiaro vs scuro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Simmetria laterale — sin. vs destra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mediastinico — zona centrale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Strutture costali — griglia costale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Dettagli campi polmonari e apici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PC6–10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1.6–2.8%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Diaframma, dettagli fini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8595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può comprimere radiografie senza perdita diagnostica?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Sì. k=20 (15.7% dati) → PSNR=32.4 dB. k=50 (39.1%) → PSNR&gt;40 dB. Garanzia teorica Eckart-Young.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130552"/>
            <a:ext cx="8503920" cy="1170432"/>
          </a:xfrm>
          <a:prstGeom prst="rect">
            <a:avLst/>
          </a:prstGeom>
          <a:solidFill>
            <a:srgbClr val="112040"/>
          </a:solidFill>
          <a:ln w="12700">
            <a:solidFill>
              <a:srgbClr val="F0A5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57200" y="218541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218541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può distinguere le patologie polmonari?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Parzialmente. COVID-19/TBC separati da Normal/Pneumonia su PC1, con overlap significativo. Strumento esplorativo, non diagnostico.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675888"/>
          <a:ext cx="8503920" cy="118872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Risultato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Evidenza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SVD comprime efficacemente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k=20 → 15.7% dati, PSNR&gt;32 dB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Struttura a basso rango universale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varianza in k=1–3 per tutte le classi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Eigen-X-rays clinicamente interpretabili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PC1=contrasto, PC2=simmetria, PC3=mediastino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PCA: separabilità parziale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COVID-19/TBC vs Normal/Pneumonia su PC1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 &amp; Possibili Estensioni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491947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Bari — A. Patruno — 2025/2026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160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0292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sbilanciato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ha 4× più campioni di COVID-19 → possibile bias PCA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320040" y="2432304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Downscaling aggressivo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1678→256 px: dettagli fini diagnosticamente rilevanti persi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320040" y="3236976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Metriche pixel-wise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MSE/PSNR non misurano qualità percettiva/clinica diretta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320040" y="4041648"/>
            <a:ext cx="64008" cy="71323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50292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non supervisionata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varianza globale, non separabilità inter-classe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00600" y="1097280"/>
            <a:ext cx="4160520" cy="411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937760" y="1097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 Estensioni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800600" y="162763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800600" y="1627632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983480" y="1682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 vs SVD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19568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a parità di compression ratio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00600" y="2432304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Shape 29"/>
          <p:cNvSpPr/>
          <p:nvPr/>
        </p:nvSpPr>
        <p:spPr>
          <a:xfrm>
            <a:off x="4800600" y="2432304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4983480" y="24871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errore spaziale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2761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si concentra l'errore anatomicamente?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00600" y="3236976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5" name="Shape 33"/>
          <p:cNvSpPr/>
          <p:nvPr/>
        </p:nvSpPr>
        <p:spPr>
          <a:xfrm>
            <a:off x="4800600" y="3236976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498348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/ UMAP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83480" y="3566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Riduzione non lineare per confini più netti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00600" y="4041648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9" name="Shape 37"/>
          <p:cNvSpPr/>
          <p:nvPr/>
        </p:nvSpPr>
        <p:spPr>
          <a:xfrm>
            <a:off x="4800600" y="4041648"/>
            <a:ext cx="64008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4983480" y="4096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supervisionata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83480" y="43708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Massimizza separabilità diagnostica direttamente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83</TotalTime>
  <Words>1405</Words>
  <Application>Microsoft Office PowerPoint</Application>
  <PresentationFormat>Presentazione su schermo (16:9)</PresentationFormat>
  <Paragraphs>253</Paragraphs>
  <Slides>12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8" baseType="lpstr">
      <vt:lpstr>Arial</vt:lpstr>
      <vt:lpstr>Calibri</vt:lpstr>
      <vt:lpstr>Cambria</vt:lpstr>
      <vt:lpstr>Consolas</vt:lpstr>
      <vt:lpstr>Google Sans Text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2</cp:revision>
  <dcterms:created xsi:type="dcterms:W3CDTF">2026-04-10T10:38:47Z</dcterms:created>
  <dcterms:modified xsi:type="dcterms:W3CDTF">2026-04-10T12:09:05Z</dcterms:modified>
</cp:coreProperties>
</file>