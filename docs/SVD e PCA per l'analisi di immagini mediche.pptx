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300" r:id="rId19"/>
    <p:sldId id="301" r:id="rId20"/>
    <p:sldId id="302" r:id="rId21"/>
    <p:sldId id="298" r:id="rId22"/>
    <p:sldId id="29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000"/>
    <a:srgbClr val="0B7F8B"/>
    <a:srgbClr val="0D1B4B"/>
    <a:srgbClr val="FFFFFF"/>
    <a:srgbClr val="CFD5EA"/>
    <a:srgbClr val="E9EBF5"/>
    <a:srgbClr val="0A1128"/>
    <a:srgbClr val="028090"/>
    <a:srgbClr val="64748B"/>
    <a:srgbClr val="82A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12" dt="2026-04-28T10:37:01.608"/>
    <p1510:client id="{64EDC646-D223-4896-B40D-29148A8EFE10}" v="4" dt="2026-04-28T12:22:01.7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2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8T10:37:34.856" v="3511" actId="14100"/>
      <pc:docMkLst>
        <pc:docMk/>
      </pc:docMkLst>
      <pc:sldChg chg="addSp modSp mod">
        <pc:chgData name="PATRUNO ANDREA" userId="434c2d3d-d760-4baf-8981-191d7218719d" providerId="ADAL" clId="{D49931E2-CE7A-4E79-93FA-3282CEFD0145}" dt="2026-04-27T09:22:11.978" v="3326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27T09:22:11.978" v="3326" actId="20577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7T08:30:36.341" v="3184" actId="20577"/>
        <pc:sldMkLst>
          <pc:docMk/>
          <pc:sldMk cId="2654812678" sldId="281"/>
        </pc:sldMkLst>
        <pc:graphicFrameChg chg="modGraphic">
          <ac:chgData name="PATRUNO ANDREA" userId="434c2d3d-d760-4baf-8981-191d7218719d" providerId="ADAL" clId="{D49931E2-CE7A-4E79-93FA-3282CEFD0145}" dt="2026-04-27T08:30:36.341" v="3184" actId="20577"/>
          <ac:graphicFrameMkLst>
            <pc:docMk/>
            <pc:sldMk cId="2654812678" sldId="281"/>
            <ac:graphicFrameMk id="29" creationId="{530CF4DA-0C03-D90A-4970-E37EBA806E08}"/>
          </ac:graphicFrameMkLst>
        </pc:graphicFrameChg>
      </pc:sldChg>
      <pc:sldChg chg="addSp delSp modSp mod">
        <pc:chgData name="PATRUNO ANDREA" userId="434c2d3d-d760-4baf-8981-191d7218719d" providerId="ADAL" clId="{D49931E2-CE7A-4E79-93FA-3282CEFD0145}" dt="2026-04-27T14:14:30.147" v="3354" actId="478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add del mod">
          <ac:chgData name="PATRUNO ANDREA" userId="434c2d3d-d760-4baf-8981-191d7218719d" providerId="ADAL" clId="{D49931E2-CE7A-4E79-93FA-3282CEFD0145}" dt="2026-04-27T14:14:30.147" v="3354" actId="478"/>
          <ac:spMkLst>
            <pc:docMk/>
            <pc:sldMk cId="3845663667" sldId="282"/>
            <ac:spMk id="6" creationId="{7BD17308-D464-371C-557A-831B6A97C457}"/>
          </ac:spMkLst>
        </pc:spChg>
        <pc:spChg chg="mod">
          <ac:chgData name="PATRUNO ANDREA" userId="434c2d3d-d760-4baf-8981-191d7218719d" providerId="ADAL" clId="{D49931E2-CE7A-4E79-93FA-3282CEFD0145}" dt="2026-04-27T08:55:40.076" v="3297"/>
          <ac:spMkLst>
            <pc:docMk/>
            <pc:sldMk cId="3845663667" sldId="282"/>
            <ac:spMk id="12" creationId="{514025A6-BFB3-5EF9-9884-20D33A1A9B3D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34.569" v="3356" actId="478"/>
        <pc:sldMkLst>
          <pc:docMk/>
          <pc:sldMk cId="2221516672" sldId="283"/>
        </pc:sldMkLst>
        <pc:spChg chg="add del">
          <ac:chgData name="PATRUNO ANDREA" userId="434c2d3d-d760-4baf-8981-191d7218719d" providerId="ADAL" clId="{D49931E2-CE7A-4E79-93FA-3282CEFD0145}" dt="2026-04-27T08:55:51.834" v="3308" actId="22"/>
          <ac:spMkLst>
            <pc:docMk/>
            <pc:sldMk cId="2221516672" sldId="283"/>
            <ac:spMk id="7" creationId="{2C10C021-E030-0D5C-51AE-0D2A495DEB2A}"/>
          </ac:spMkLst>
        </pc:spChg>
        <pc:spChg chg="add del mod">
          <ac:chgData name="PATRUNO ANDREA" userId="434c2d3d-d760-4baf-8981-191d7218719d" providerId="ADAL" clId="{D49931E2-CE7A-4E79-93FA-3282CEFD0145}" dt="2026-04-27T14:14:34.569" v="3356" actId="478"/>
          <ac:spMkLst>
            <pc:docMk/>
            <pc:sldMk cId="2221516672" sldId="283"/>
            <ac:spMk id="8" creationId="{CC896E3F-4226-708B-E9A7-439D4B92CFB7}"/>
          </ac:spMkLst>
        </pc:spChg>
        <pc:spChg chg="mod">
          <ac:chgData name="PATRUNO ANDREA" userId="434c2d3d-d760-4baf-8981-191d7218719d" providerId="ADAL" clId="{D49931E2-CE7A-4E79-93FA-3282CEFD0145}" dt="2026-04-27T09:35:15.497" v="3334" actId="20577"/>
          <ac:spMkLst>
            <pc:docMk/>
            <pc:sldMk cId="2221516672" sldId="283"/>
            <ac:spMk id="42" creationId="{2F21829D-71C2-384A-A037-4DC27FC5E23A}"/>
          </ac:spMkLst>
        </pc:spChg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3.073" v="3357" actId="478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7T14:14:43.073" v="3357" actId="478"/>
          <ac:spMkLst>
            <pc:docMk/>
            <pc:sldMk cId="2838748534" sldId="289"/>
            <ac:spMk id="6" creationId="{263B22C1-1FAC-6E68-C093-24ECE8CF58C3}"/>
          </ac:spMkLst>
        </pc:spChg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7.520" v="3358" actId="478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add del mod">
          <ac:chgData name="PATRUNO ANDREA" userId="434c2d3d-d760-4baf-8981-191d7218719d" providerId="ADAL" clId="{D49931E2-CE7A-4E79-93FA-3282CEFD0145}" dt="2026-04-27T14:14:47.520" v="3358" actId="478"/>
          <ac:spMkLst>
            <pc:docMk/>
            <pc:sldMk cId="1654007960" sldId="290"/>
            <ac:spMk id="6" creationId="{33D6E2C5-0FAB-C6D3-C740-DA3B4A4BF6A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9.665" v="3359" actId="478"/>
        <pc:sldMkLst>
          <pc:docMk/>
          <pc:sldMk cId="3732698589" sldId="291"/>
        </pc:sldMkLst>
        <pc:spChg chg="add del mod">
          <ac:chgData name="PATRUNO ANDREA" userId="434c2d3d-d760-4baf-8981-191d7218719d" providerId="ADAL" clId="{D49931E2-CE7A-4E79-93FA-3282CEFD0145}" dt="2026-04-27T14:14:49.665" v="3359" actId="478"/>
          <ac:spMkLst>
            <pc:docMk/>
            <pc:sldMk cId="3732698589" sldId="291"/>
            <ac:spMk id="6" creationId="{D448ADEC-582B-8D03-385F-41DF53CB331A}"/>
          </ac:spMkLst>
        </pc:spChg>
      </pc:sldChg>
      <pc:sldChg chg="addSp delSp modSp mod">
        <pc:chgData name="PATRUNO ANDREA" userId="434c2d3d-d760-4baf-8981-191d7218719d" providerId="ADAL" clId="{D49931E2-CE7A-4E79-93FA-3282CEFD0145}" dt="2026-04-28T09:28:51.408" v="3397" actId="1076"/>
        <pc:sldMkLst>
          <pc:docMk/>
          <pc:sldMk cId="2438011927" sldId="293"/>
        </pc:sldMkLst>
        <pc:spChg chg="add del mod">
          <ac:chgData name="PATRUNO ANDREA" userId="434c2d3d-d760-4baf-8981-191d7218719d" providerId="ADAL" clId="{D49931E2-CE7A-4E79-93FA-3282CEFD0145}" dt="2026-04-27T14:14:52.217" v="3360" actId="478"/>
          <ac:spMkLst>
            <pc:docMk/>
            <pc:sldMk cId="2438011927" sldId="293"/>
            <ac:spMk id="6" creationId="{5C2745B9-D962-DA76-D0D2-1F580F04EBD5}"/>
          </ac:spMkLst>
        </pc:spChg>
        <pc:picChg chg="add mod modCrop">
          <ac:chgData name="PATRUNO ANDREA" userId="434c2d3d-d760-4baf-8981-191d7218719d" providerId="ADAL" clId="{D49931E2-CE7A-4E79-93FA-3282CEFD0145}" dt="2026-04-28T09:28:51.408" v="3397" actId="1076"/>
          <ac:picMkLst>
            <pc:docMk/>
            <pc:sldMk cId="2438011927" sldId="293"/>
            <ac:picMk id="7" creationId="{C076308F-C00A-27BB-6AEF-90EE404840AA}"/>
          </ac:picMkLst>
        </pc:picChg>
        <pc:picChg chg="add del mod">
          <ac:chgData name="PATRUNO ANDREA" userId="434c2d3d-d760-4baf-8981-191d7218719d" providerId="ADAL" clId="{D49931E2-CE7A-4E79-93FA-3282CEFD0145}" dt="2026-04-28T09:28:00.201" v="3390" actId="478"/>
          <ac:picMkLst>
            <pc:docMk/>
            <pc:sldMk cId="2438011927" sldId="293"/>
            <ac:picMk id="16" creationId="{9A831717-8C00-E1E9-92CB-F70C276AA9FE}"/>
          </ac:picMkLst>
        </pc:picChg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5.241" v="3361" actId="478"/>
        <pc:sldMkLst>
          <pc:docMk/>
          <pc:sldMk cId="742975812" sldId="295"/>
        </pc:sldMkLst>
        <pc:spChg chg="add del mod">
          <ac:chgData name="PATRUNO ANDREA" userId="434c2d3d-d760-4baf-8981-191d7218719d" providerId="ADAL" clId="{D49931E2-CE7A-4E79-93FA-3282CEFD0145}" dt="2026-04-27T14:14:55.241" v="3361" actId="478"/>
          <ac:spMkLst>
            <pc:docMk/>
            <pc:sldMk cId="742975812" sldId="295"/>
            <ac:spMk id="4" creationId="{B31F62DE-386B-2523-3706-688A8A56E142}"/>
          </ac:spMkLst>
        </pc:spChg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7T08:37:50.129" v="3209" actId="2711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7T08:37:54.928" v="3210" actId="14100"/>
          <ac:spMkLst>
            <pc:docMk/>
            <pc:sldMk cId="742975812" sldId="295"/>
            <ac:spMk id="32" creationId="{79527AFE-B2C0-B998-B924-560030397BB5}"/>
          </ac:spMkLst>
        </pc:spChg>
        <pc:spChg chg="mod">
          <ac:chgData name="PATRUNO ANDREA" userId="434c2d3d-d760-4baf-8981-191d7218719d" providerId="ADAL" clId="{D49931E2-CE7A-4E79-93FA-3282CEFD0145}" dt="2026-04-27T08:38:11.697" v="3251" actId="20577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7T08:37:08.914" v="3204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57:23.465" v="3317"/>
        <pc:sldMkLst>
          <pc:docMk/>
          <pc:sldMk cId="3953728975" sldId="296"/>
        </pc:sldMkLst>
        <pc:spChg chg="add mod">
          <ac:chgData name="PATRUNO ANDREA" userId="434c2d3d-d760-4baf-8981-191d7218719d" providerId="ADAL" clId="{D49931E2-CE7A-4E79-93FA-3282CEFD0145}" dt="2026-04-27T08:57:23.465" v="3317"/>
          <ac:spMkLst>
            <pc:docMk/>
            <pc:sldMk cId="3953728975" sldId="296"/>
            <ac:spMk id="7" creationId="{AC78B852-2CB3-B61E-E27E-FB0C05F319C9}"/>
          </ac:spMkLst>
        </pc:spChg>
        <pc:picChg chg="add del">
          <ac:chgData name="PATRUNO ANDREA" userId="434c2d3d-d760-4baf-8981-191d7218719d" providerId="ADAL" clId="{D49931E2-CE7A-4E79-93FA-3282CEFD0145}" dt="2026-04-27T08:24:56.275" v="3103" actId="21"/>
          <ac:picMkLst>
            <pc:docMk/>
            <pc:sldMk cId="3953728975" sldId="296"/>
            <ac:picMk id="28" creationId="{B69DFF7A-5A54-C267-0F7C-0945F629D187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9.697" v="3362" actId="478"/>
        <pc:sldMkLst>
          <pc:docMk/>
          <pc:sldMk cId="377742269" sldId="297"/>
        </pc:sldMkLst>
        <pc:spChg chg="add del mod">
          <ac:chgData name="PATRUNO ANDREA" userId="434c2d3d-d760-4baf-8981-191d7218719d" providerId="ADAL" clId="{D49931E2-CE7A-4E79-93FA-3282CEFD0145}" dt="2026-04-27T14:14:59.697" v="3362" actId="478"/>
          <ac:spMkLst>
            <pc:docMk/>
            <pc:sldMk cId="377742269" sldId="297"/>
            <ac:spMk id="4" creationId="{459940C2-D666-A92A-7D2F-E13C34BA1337}"/>
          </ac:spMkLst>
        </pc:sp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5:07.353" v="3363" actId="478"/>
        <pc:sldMkLst>
          <pc:docMk/>
          <pc:sldMk cId="2272666096" sldId="298"/>
        </pc:sldMkLst>
        <pc:spChg chg="add del mod">
          <ac:chgData name="PATRUNO ANDREA" userId="434c2d3d-d760-4baf-8981-191d7218719d" providerId="ADAL" clId="{D49931E2-CE7A-4E79-93FA-3282CEFD0145}" dt="2026-04-27T14:15:07.353" v="3363" actId="478"/>
          <ac:spMkLst>
            <pc:docMk/>
            <pc:sldMk cId="2272666096" sldId="298"/>
            <ac:spMk id="4" creationId="{37A39518-4778-692B-2582-B93650CBE381}"/>
          </ac:spMkLst>
        </pc:spChg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  <pc:sldChg chg="addSp delSp modSp mod modTransition">
        <pc:chgData name="PATRUNO ANDREA" userId="434c2d3d-d760-4baf-8981-191d7218719d" providerId="ADAL" clId="{D49931E2-CE7A-4E79-93FA-3282CEFD0145}" dt="2026-04-28T09:32:25.465" v="3403" actId="20577"/>
        <pc:sldMkLst>
          <pc:docMk/>
          <pc:sldMk cId="0" sldId="300"/>
        </pc:sldMkLst>
        <pc:spChg chg="del mod">
          <ac:chgData name="PATRUNO ANDREA" userId="434c2d3d-d760-4baf-8981-191d7218719d" providerId="ADAL" clId="{D49931E2-CE7A-4E79-93FA-3282CEFD0145}" dt="2026-04-27T08:23:55.083" v="3086" actId="478"/>
          <ac:spMkLst>
            <pc:docMk/>
            <pc:sldMk cId="0" sldId="300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3.071" v="3131" actId="14100"/>
          <ac:spMkLst>
            <pc:docMk/>
            <pc:sldMk cId="0" sldId="300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06.984" v="3124" actId="1076"/>
          <ac:spMkLst>
            <pc:docMk/>
            <pc:sldMk cId="0" sldId="300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8:39.132" v="3252" actId="113"/>
          <ac:spMkLst>
            <pc:docMk/>
            <pc:sldMk cId="0" sldId="300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2.502" v="3126" actId="1076"/>
          <ac:spMkLst>
            <pc:docMk/>
            <pc:sldMk cId="0" sldId="300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31.665" v="3133" actId="1076"/>
          <ac:spMkLst>
            <pc:docMk/>
            <pc:sldMk cId="0" sldId="300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8.278" v="3128" actId="1076"/>
          <ac:spMkLst>
            <pc:docMk/>
            <pc:sldMk cId="0" sldId="300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0.773" v="3130" actId="1076"/>
          <ac:spMkLst>
            <pc:docMk/>
            <pc:sldMk cId="0" sldId="300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9:01.911" v="3253" actId="14100"/>
          <ac:spMkLst>
            <pc:docMk/>
            <pc:sldMk cId="0" sldId="300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50.621" v="3120" actId="478"/>
          <ac:spMkLst>
            <pc:docMk/>
            <pc:sldMk cId="0" sldId="300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09:32:25.465" v="3403" actId="20577"/>
          <ac:spMkLst>
            <pc:docMk/>
            <pc:sldMk cId="0" sldId="300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32.565" v="3113" actId="478"/>
          <ac:spMkLst>
            <pc:docMk/>
            <pc:sldMk cId="0" sldId="300"/>
            <ac:spMk id="19" creationId="{00000000-0000-0000-0000-000000000000}"/>
          </ac:spMkLst>
        </pc:spChg>
        <pc:spChg chg="add 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20" creationId="{047FF7A6-52FD-0D3B-8B7F-7A497C67E2D4}"/>
          </ac:spMkLst>
        </pc:spChg>
        <pc:spChg chg="add mod">
          <ac:chgData name="PATRUNO ANDREA" userId="434c2d3d-d760-4baf-8981-191d7218719d" providerId="ADAL" clId="{D49931E2-CE7A-4E79-93FA-3282CEFD0145}" dt="2026-04-27T08:24:05.104" v="3088"/>
          <ac:spMkLst>
            <pc:docMk/>
            <pc:sldMk cId="0" sldId="300"/>
            <ac:spMk id="21" creationId="{01E9BCF0-0AE1-7BF6-1563-7831EA7A2B1D}"/>
          </ac:spMkLst>
        </pc:spChg>
        <pc:spChg chg="mod">
          <ac:chgData name="PATRUNO ANDREA" userId="434c2d3d-d760-4baf-8981-191d7218719d" providerId="ADAL" clId="{D49931E2-CE7A-4E79-93FA-3282CEFD0145}" dt="2026-04-28T09:31:49.841" v="3398" actId="20577"/>
          <ac:spMkLst>
            <pc:docMk/>
            <pc:sldMk cId="0" sldId="300"/>
            <ac:spMk id="26" creationId="{947E4C8D-BF03-817F-9169-906B627C4717}"/>
          </ac:spMkLst>
        </pc:spChg>
        <pc:spChg chg="mod">
          <ac:chgData name="PATRUNO ANDREA" userId="434c2d3d-d760-4baf-8981-191d7218719d" providerId="ADAL" clId="{D49931E2-CE7A-4E79-93FA-3282CEFD0145}" dt="2026-04-28T09:32:07.206" v="3402" actId="1076"/>
          <ac:spMkLst>
            <pc:docMk/>
            <pc:sldMk cId="0" sldId="300"/>
            <ac:spMk id="28" creationId="{F0ED0F78-0B13-C75E-31A4-1B1484D0A52C}"/>
          </ac:spMkLst>
        </pc:spChg>
        <pc:picChg chg="mod">
          <ac:chgData name="PATRUNO ANDREA" userId="434c2d3d-d760-4baf-8981-191d7218719d" providerId="ADAL" clId="{D49931E2-CE7A-4E79-93FA-3282CEFD0145}" dt="2026-04-27T08:25:35.732" v="3114" actId="14100"/>
          <ac:picMkLst>
            <pc:docMk/>
            <pc:sldMk cId="0" sldId="300"/>
            <ac:picMk id="15" creationId="{00000000-0000-0000-0000-000000000000}"/>
          </ac:picMkLst>
        </pc:picChg>
        <pc:picChg chg="add del mod">
          <ac:chgData name="PATRUNO ANDREA" userId="434c2d3d-d760-4baf-8981-191d7218719d" providerId="ADAL" clId="{D49931E2-CE7A-4E79-93FA-3282CEFD0145}" dt="2026-04-27T08:28:17.238" v="3162" actId="21"/>
          <ac:picMkLst>
            <pc:docMk/>
            <pc:sldMk cId="0" sldId="300"/>
            <ac:picMk id="22" creationId="{B9D39DCE-AF5E-E592-B457-2B33372D8B40}"/>
          </ac:picMkLst>
        </pc:picChg>
        <pc:picChg chg="add mod">
          <ac:chgData name="PATRUNO ANDREA" userId="434c2d3d-d760-4baf-8981-191d7218719d" providerId="ADAL" clId="{D49931E2-CE7A-4E79-93FA-3282CEFD0145}" dt="2026-04-27T08:25:00.269" v="3105"/>
          <ac:picMkLst>
            <pc:docMk/>
            <pc:sldMk cId="0" sldId="300"/>
            <ac:picMk id="23" creationId="{ECFB4994-CE9D-3C29-159B-B6AA2D067A50}"/>
          </ac:picMkLst>
        </pc:picChg>
      </pc:sldChg>
      <pc:sldChg chg="addSp delSp modSp mod modTransition">
        <pc:chgData name="PATRUNO ANDREA" userId="434c2d3d-d760-4baf-8981-191d7218719d" providerId="ADAL" clId="{D49931E2-CE7A-4E79-93FA-3282CEFD0145}" dt="2026-04-28T10:37:34.856" v="3511" actId="14100"/>
        <pc:sldMkLst>
          <pc:docMk/>
          <pc:sldMk cId="0" sldId="301"/>
        </pc:sldMkLst>
        <pc:spChg chg="del">
          <ac:chgData name="PATRUNO ANDREA" userId="434c2d3d-d760-4baf-8981-191d7218719d" providerId="ADAL" clId="{D49931E2-CE7A-4E79-93FA-3282CEFD0145}" dt="2026-04-27T08:27:16.023" v="3139" actId="478"/>
          <ac:spMkLst>
            <pc:docMk/>
            <pc:sldMk cId="0" sldId="301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8:23.939" v="3164" actId="1076"/>
          <ac:spMkLst>
            <pc:docMk/>
            <pc:sldMk cId="0" sldId="301"/>
            <ac:spMk id="3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7T08:27:32.350" v="3146" actId="478"/>
          <ac:spMkLst>
            <pc:docMk/>
            <pc:sldMk cId="0" sldId="301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1:31.088" v="3279" actId="478"/>
          <ac:spMkLst>
            <pc:docMk/>
            <pc:sldMk cId="0" sldId="301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37:25.887" v="3508" actId="1076"/>
          <ac:spMkLst>
            <pc:docMk/>
            <pc:sldMk cId="0" sldId="301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37:18.056" v="3507" actId="1076"/>
          <ac:spMkLst>
            <pc:docMk/>
            <pc:sldMk cId="0" sldId="301"/>
            <ac:spMk id="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1.458" v="3267" actId="478"/>
          <ac:spMkLst>
            <pc:docMk/>
            <pc:sldMk cId="0" sldId="301"/>
            <ac:spMk id="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9.372" v="3265" actId="478"/>
          <ac:spMkLst>
            <pc:docMk/>
            <pc:sldMk cId="0" sldId="301"/>
            <ac:spMk id="12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6.700" v="3263" actId="478"/>
          <ac:spMkLst>
            <pc:docMk/>
            <pc:sldMk cId="0" sldId="301"/>
            <ac:spMk id="1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7.667" v="3264" actId="478"/>
          <ac:spMkLst>
            <pc:docMk/>
            <pc:sldMk cId="0" sldId="301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2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0.379" v="3266" actId="478"/>
          <ac:spMkLst>
            <pc:docMk/>
            <pc:sldMk cId="0" sldId="301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2:00.448" v="3282" actId="14100"/>
          <ac:spMkLst>
            <pc:docMk/>
            <pc:sldMk cId="0" sldId="301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8.670" v="3342" actId="20577"/>
          <ac:spMkLst>
            <pc:docMk/>
            <pc:sldMk cId="0" sldId="301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30:56.411" v="3186" actId="478"/>
          <ac:spMkLst>
            <pc:docMk/>
            <pc:sldMk cId="0" sldId="301"/>
            <ac:spMk id="2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3:29.525" v="3079"/>
          <ac:spMkLst>
            <pc:docMk/>
            <pc:sldMk cId="0" sldId="301"/>
            <ac:spMk id="29" creationId="{1AC93425-891F-6AB1-712E-5B461A4E1CE0}"/>
          </ac:spMkLst>
        </pc:spChg>
        <pc:spChg chg="add mod or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9" creationId="{F3E7F2F3-0963-F3E2-283A-26A18C75B72A}"/>
          </ac:spMkLst>
        </pc:spChg>
        <pc:spChg chg="add mod">
          <ac:chgData name="PATRUNO ANDREA" userId="434c2d3d-d760-4baf-8981-191d7218719d" providerId="ADAL" clId="{D49931E2-CE7A-4E79-93FA-3282CEFD0145}" dt="2026-04-27T08:27:41.754" v="3148"/>
          <ac:spMkLst>
            <pc:docMk/>
            <pc:sldMk cId="0" sldId="301"/>
            <ac:spMk id="30" creationId="{2F409DD5-4FB4-F306-D3A4-48F4015E3E6E}"/>
          </ac:spMkLst>
        </pc:spChg>
        <pc:spChg chg="add mod">
          <ac:chgData name="PATRUNO ANDREA" userId="434c2d3d-d760-4baf-8981-191d7218719d" providerId="ADAL" clId="{D49931E2-CE7A-4E79-93FA-3282CEFD0145}" dt="2026-04-27T08:42:02.261" v="3283"/>
          <ac:spMkLst>
            <pc:docMk/>
            <pc:sldMk cId="0" sldId="301"/>
            <ac:spMk id="33" creationId="{C62288EE-A341-47A9-C27A-3F1776FD3F1D}"/>
          </ac:spMkLst>
        </pc:spChg>
        <pc:spChg chg="add mod ord">
          <ac:chgData name="PATRUNO ANDREA" userId="434c2d3d-d760-4baf-8981-191d7218719d" providerId="ADAL" clId="{D49931E2-CE7A-4E79-93FA-3282CEFD0145}" dt="2026-04-28T10:37:34.856" v="3511" actId="14100"/>
          <ac:spMkLst>
            <pc:docMk/>
            <pc:sldMk cId="0" sldId="301"/>
            <ac:spMk id="34" creationId="{5FA0ED2C-6F46-7CC8-C05D-17BF9A045642}"/>
          </ac:spMkLst>
        </pc:spChg>
        <pc:grpChg chg="mod">
          <ac:chgData name="PATRUNO ANDREA" userId="434c2d3d-d760-4baf-8981-191d7218719d" providerId="ADAL" clId="{D49931E2-CE7A-4E79-93FA-3282CEFD0145}" dt="2026-04-28T10:37:32.156" v="3510" actId="14100"/>
          <ac:grpSpMkLst>
            <pc:docMk/>
            <pc:sldMk cId="0" sldId="301"/>
            <ac:grpSpMk id="5" creationId="{9C6E9F31-F020-3D13-8E92-90C4747F09FA}"/>
          </ac:grpSpMkLst>
        </pc:grpChg>
        <pc:picChg chg="mod">
          <ac:chgData name="PATRUNO ANDREA" userId="434c2d3d-d760-4baf-8981-191d7218719d" providerId="ADAL" clId="{D49931E2-CE7A-4E79-93FA-3282CEFD0145}" dt="2026-04-27T14:07:50.537" v="3353" actId="208"/>
          <ac:picMkLst>
            <pc:docMk/>
            <pc:sldMk cId="0" sldId="301"/>
            <ac:picMk id="8" creationId="{00000000-0000-0000-0000-000000000000}"/>
          </ac:picMkLst>
        </pc:picChg>
        <pc:picChg chg="mod">
          <ac:chgData name="PATRUNO ANDREA" userId="434c2d3d-d760-4baf-8981-191d7218719d" providerId="ADAL" clId="{D49931E2-CE7A-4E79-93FA-3282CEFD0145}" dt="2026-04-27T14:07:39.854" v="3351" actId="14100"/>
          <ac:picMkLst>
            <pc:docMk/>
            <pc:sldMk cId="0" sldId="301"/>
            <ac:picMk id="25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8:13.809" v="3160"/>
          <ac:picMkLst>
            <pc:docMk/>
            <pc:sldMk cId="0" sldId="301"/>
            <ac:picMk id="31" creationId="{3B665812-DAE4-BC39-4D43-0BE12A8ED1A4}"/>
          </ac:picMkLst>
        </pc:picChg>
        <pc:picChg chg="add mod">
          <ac:chgData name="PATRUNO ANDREA" userId="434c2d3d-d760-4baf-8981-191d7218719d" providerId="ADAL" clId="{D49931E2-CE7A-4E79-93FA-3282CEFD0145}" dt="2026-04-27T08:28:19.057" v="3163"/>
          <ac:picMkLst>
            <pc:docMk/>
            <pc:sldMk cId="0" sldId="301"/>
            <ac:picMk id="32" creationId="{95D6EC23-75AE-7DBB-C5F0-9060A03509B1}"/>
          </ac:picMkLst>
        </pc:picChg>
      </pc:sldChg>
      <pc:sldChg chg="addSp delSp modSp mod modTransition">
        <pc:chgData name="PATRUNO ANDREA" userId="434c2d3d-d760-4baf-8981-191d7218719d" providerId="ADAL" clId="{D49931E2-CE7A-4E79-93FA-3282CEFD0145}" dt="2026-04-28T10:27:05.125" v="3500" actId="20577"/>
        <pc:sldMkLst>
          <pc:docMk/>
          <pc:sldMk cId="0" sldId="302"/>
        </pc:sldMkLst>
        <pc:spChg chg="del">
          <ac:chgData name="PATRUNO ANDREA" userId="434c2d3d-d760-4baf-8981-191d7218719d" providerId="ADAL" clId="{D49931E2-CE7A-4E79-93FA-3282CEFD0145}" dt="2026-04-27T08:28:50.970" v="3169" actId="478"/>
          <ac:spMkLst>
            <pc:docMk/>
            <pc:sldMk cId="0" sldId="302"/>
            <ac:spMk id="2" creationId="{00000000-0000-0000-0000-000000000000}"/>
          </ac:spMkLst>
        </pc:spChg>
        <pc:spChg chg="del mod ord">
          <ac:chgData name="PATRUNO ANDREA" userId="434c2d3d-d760-4baf-8981-191d7218719d" providerId="ADAL" clId="{D49931E2-CE7A-4E79-93FA-3282CEFD0145}" dt="2026-04-27T08:29:15.912" v="3178"/>
          <ac:spMkLst>
            <pc:docMk/>
            <pc:sldMk cId="0" sldId="302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28:53.210" v="3170" actId="478"/>
          <ac:spMkLst>
            <pc:docMk/>
            <pc:sldMk cId="0" sldId="302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4:34.168" v="3293" actId="478"/>
          <ac:spMkLst>
            <pc:docMk/>
            <pc:sldMk cId="0" sldId="30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27:05.125" v="3500" actId="20577"/>
          <ac:spMkLst>
            <pc:docMk/>
            <pc:sldMk cId="0" sldId="302"/>
            <ac:spMk id="3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26:49.325" v="3479" actId="1076"/>
          <ac:spMkLst>
            <pc:docMk/>
            <pc:sldMk cId="0" sldId="302"/>
            <ac:spMk id="3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30:52.771" v="3185" actId="478"/>
          <ac:spMkLst>
            <pc:docMk/>
            <pc:sldMk cId="0" sldId="302"/>
            <ac:spMk id="37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8" creationId="{FAA6AEFA-03C0-459E-C5C5-B8C3B88CDE65}"/>
          </ac:spMkLst>
        </pc:spChg>
        <pc:spChg chg="add mod">
          <ac:chgData name="PATRUNO ANDREA" userId="434c2d3d-d760-4baf-8981-191d7218719d" providerId="ADAL" clId="{D49931E2-CE7A-4E79-93FA-3282CEFD0145}" dt="2026-04-27T08:29:04.143" v="3171"/>
          <ac:spMkLst>
            <pc:docMk/>
            <pc:sldMk cId="0" sldId="302"/>
            <ac:spMk id="39" creationId="{A78DB719-87BB-9FA4-B12E-BD49E8A79B7D}"/>
          </ac:spMkLst>
        </pc:spChg>
        <pc:spChg chg="add mod">
          <ac:chgData name="PATRUNO ANDREA" userId="434c2d3d-d760-4baf-8981-191d7218719d" providerId="ADAL" clId="{D49931E2-CE7A-4E79-93FA-3282CEFD0145}" dt="2026-04-27T08:46:10.234" v="3296" actId="20577"/>
          <ac:spMkLst>
            <pc:docMk/>
            <pc:sldMk cId="0" sldId="302"/>
            <ac:spMk id="40" creationId="{A3EE6153-6EFA-9E78-5C7B-7F525E5D3A5C}"/>
          </ac:spMkLst>
        </pc:spChg>
        <pc:picChg chg="mod">
          <ac:chgData name="PATRUNO ANDREA" userId="434c2d3d-d760-4baf-8981-191d7218719d" providerId="ADAL" clId="{D49931E2-CE7A-4E79-93FA-3282CEFD0145}" dt="2026-04-27T08:44:41.346" v="3295" actId="14100"/>
          <ac:picMkLst>
            <pc:docMk/>
            <pc:sldMk cId="0" sldId="302"/>
            <ac:picMk id="32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9:04.143" v="3171"/>
          <ac:picMkLst>
            <pc:docMk/>
            <pc:sldMk cId="0" sldId="302"/>
            <ac:picMk id="41" creationId="{8B9FCF28-6ED9-2787-2A26-7236D31563DA}"/>
          </ac:picMkLst>
        </pc:picChg>
        <pc:picChg chg="add mod">
          <ac:chgData name="PATRUNO ANDREA" userId="434c2d3d-d760-4baf-8981-191d7218719d" providerId="ADAL" clId="{D49931E2-CE7A-4E79-93FA-3282CEFD0145}" dt="2026-04-27T08:29:19.878" v="3179"/>
          <ac:picMkLst>
            <pc:docMk/>
            <pc:sldMk cId="0" sldId="302"/>
            <ac:picMk id="42" creationId="{254A1A73-AC50-726F-A129-AD011465E39A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28T12:24:43.144" v="895" actId="1076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  <pc:sldChg chg="delSp modSp mod">
        <pc:chgData name="PATRUNO ANDREA" userId="434c2d3d-d760-4baf-8981-191d7218719d" providerId="ADAL" clId="{16F693D4-62C4-4BA3-8943-81787A08A71E}" dt="2026-04-28T12:24:43.144" v="895" actId="1076"/>
        <pc:sldMkLst>
          <pc:docMk/>
          <pc:sldMk cId="2654812678" sldId="281"/>
        </pc:sldMkLst>
        <pc:spChg chg="del">
          <ac:chgData name="PATRUNO ANDREA" userId="434c2d3d-d760-4baf-8981-191d7218719d" providerId="ADAL" clId="{16F693D4-62C4-4BA3-8943-81787A08A71E}" dt="2026-04-28T12:20:44.582" v="760" actId="478"/>
          <ac:spMkLst>
            <pc:docMk/>
            <pc:sldMk cId="2654812678" sldId="281"/>
            <ac:spMk id="22" creationId="{9E84622A-8BAB-D675-B711-7C1195C1A2F6}"/>
          </ac:spMkLst>
        </pc:spChg>
        <pc:spChg chg="mod">
          <ac:chgData name="PATRUNO ANDREA" userId="434c2d3d-d760-4baf-8981-191d7218719d" providerId="ADAL" clId="{16F693D4-62C4-4BA3-8943-81787A08A71E}" dt="2026-04-28T12:24:43.144" v="895" actId="1076"/>
          <ac:spMkLst>
            <pc:docMk/>
            <pc:sldMk cId="2654812678" sldId="281"/>
            <ac:spMk id="23" creationId="{E0F701B8-6840-FCD4-2530-D9252C98B354}"/>
          </ac:spMkLst>
        </pc:spChg>
        <pc:spChg chg="del mod">
          <ac:chgData name="PATRUNO ANDREA" userId="434c2d3d-d760-4baf-8981-191d7218719d" providerId="ADAL" clId="{16F693D4-62C4-4BA3-8943-81787A08A71E}" dt="2026-04-28T12:20:44.587" v="764"/>
          <ac:spMkLst>
            <pc:docMk/>
            <pc:sldMk cId="2654812678" sldId="281"/>
            <ac:spMk id="24" creationId="{E225BEF9-D6CB-384C-B802-5225887CB7D5}"/>
          </ac:spMkLst>
        </pc:spChg>
        <pc:spChg chg="mod">
          <ac:chgData name="PATRUNO ANDREA" userId="434c2d3d-d760-4baf-8981-191d7218719d" providerId="ADAL" clId="{16F693D4-62C4-4BA3-8943-81787A08A71E}" dt="2026-04-28T12:22:19.966" v="869" actId="1076"/>
          <ac:spMkLst>
            <pc:docMk/>
            <pc:sldMk cId="2654812678" sldId="281"/>
            <ac:spMk id="25" creationId="{F51325BD-DEA7-F393-1454-B08CC9B68FD9}"/>
          </ac:spMkLst>
        </pc:spChg>
        <pc:spChg chg="mod">
          <ac:chgData name="PATRUNO ANDREA" userId="434c2d3d-d760-4baf-8981-191d7218719d" providerId="ADAL" clId="{16F693D4-62C4-4BA3-8943-81787A08A71E}" dt="2026-04-28T12:22:59.330" v="879" actId="1076"/>
          <ac:spMkLst>
            <pc:docMk/>
            <pc:sldMk cId="2654812678" sldId="281"/>
            <ac:spMk id="27" creationId="{1533EE1E-5CC8-BDBC-FF83-C607D0486A36}"/>
          </ac:spMkLst>
        </pc:spChg>
        <pc:spChg chg="del mod">
          <ac:chgData name="PATRUNO ANDREA" userId="434c2d3d-d760-4baf-8981-191d7218719d" providerId="ADAL" clId="{16F693D4-62C4-4BA3-8943-81787A08A71E}" dt="2026-04-28T12:20:44.585" v="762"/>
          <ac:spMkLst>
            <pc:docMk/>
            <pc:sldMk cId="2654812678" sldId="281"/>
            <ac:spMk id="28" creationId="{E6FE277C-C43C-D84B-8E03-812A84B72E8F}"/>
          </ac:spMkLst>
        </pc:spChg>
        <pc:graphicFrameChg chg="mod modGraphic">
          <ac:chgData name="PATRUNO ANDREA" userId="434c2d3d-d760-4baf-8981-191d7218719d" providerId="ADAL" clId="{16F693D4-62C4-4BA3-8943-81787A08A71E}" dt="2026-04-28T12:23:46.574" v="886" actId="1076"/>
          <ac:graphicFrameMkLst>
            <pc:docMk/>
            <pc:sldMk cId="2654812678" sldId="281"/>
            <ac:graphicFrameMk id="29" creationId="{530CF4DA-0C03-D90A-4970-E37EBA806E08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0.png"/><Relationship Id="rId7" Type="http://schemas.openxmlformats.org/officeDocument/2006/relationships/image" Target="../media/image5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2394265" y="1219567"/>
            <a:ext cx="435546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it-IT" sz="14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Master’s</a:t>
            </a:r>
            <a:r>
              <a:rPr lang="it-IT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</a:t>
            </a:r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computer</a:t>
            </a:r>
            <a:r>
              <a:rPr lang="it-IT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engineering</a:t>
            </a:r>
          </a:p>
          <a:p>
            <a:pPr algn="ctr"/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Mathematical</a:t>
            </a: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Methods for AI</a:t>
            </a:r>
            <a:endParaRPr lang="it-IT" sz="1400" dirty="0">
              <a:solidFill>
                <a:srgbClr val="FFFFFF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73367" y="2248584"/>
            <a:ext cx="6039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SVD &amp; PCA per</a:t>
            </a: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l'Analisi</a:t>
            </a: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di</a:t>
            </a: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Mediche</a:t>
            </a:r>
            <a:r>
              <a:rPr lang="en-US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</a:t>
            </a:r>
          </a:p>
          <a:p>
            <a:pPr algn="ctr"/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 </a:t>
            </a: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analisi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esplorativa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radiografie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polmonari</a:t>
            </a:r>
            <a:endParaRPr lang="en-US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305517" y="4741700"/>
            <a:ext cx="25329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34626"/>
              </p:ext>
            </p:extLst>
          </p:nvPr>
        </p:nvGraphicFramePr>
        <p:xfrm>
          <a:off x="2866" y="3792898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               Prof.ssa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17903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pesante.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154964" y="2242226"/>
              <a:ext cx="3236476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74226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61449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80123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26422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16840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1430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59999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42802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1781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00927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8" y="1202986"/>
                <a:ext cx="3997360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581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15943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63313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497041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68528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29518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15432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43491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31720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3957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340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35808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</a:t>
            </a:r>
            <a:r>
              <a:rPr lang="en-US" sz="1100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verticale</a:t>
            </a: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00883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199917" y="2333778"/>
            <a:ext cx="64008" cy="146098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2963" y="2366297"/>
            <a:ext cx="800100" cy="352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391533" y="2734056"/>
            <a:ext cx="242316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393690" y="3172539"/>
            <a:ext cx="2423160" cy="384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80760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81576" y="2331720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334179" y="23957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334179" y="27340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334179" y="3035808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</a:t>
            </a:r>
            <a:r>
              <a:rPr lang="en-US" sz="1100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orizzontale</a:t>
            </a: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283963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accettabile.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compressione).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 = 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58784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194895"/>
              </p:ext>
            </p:extLst>
          </p:nvPr>
        </p:nvGraphicFramePr>
        <p:xfrm>
          <a:off x="45720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58784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10215" y="4101081"/>
            <a:ext cx="3627978" cy="82898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 = 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076308F-C00A-27BB-6AEF-90EE404840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35" r="657" b="29603"/>
          <a:stretch>
            <a:fillRect/>
          </a:stretch>
        </p:blipFill>
        <p:spPr>
          <a:xfrm>
            <a:off x="693896" y="2803957"/>
            <a:ext cx="5608933" cy="2339543"/>
          </a:xfrm>
          <a:prstGeom prst="rect">
            <a:avLst/>
          </a:prstGeom>
          <a:ln>
            <a:solidFill>
              <a:srgbClr val="0B7F8B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0" y="2215438"/>
            <a:ext cx="2789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82595" y="2694568"/>
            <a:ext cx="272417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 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83.2%,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restando 1-2 punti sotto la LR su tutti gli scenari testati.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179075" y="2564143"/>
            <a:ext cx="27896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425798" y="3243018"/>
            <a:ext cx="228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 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872122" cy="293839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3" y="2848693"/>
            <a:ext cx="28604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drastica riduzione,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preservata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04477" y="3506529"/>
            <a:ext cx="28721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 componenti principali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resta sostanzialmente quella della baseline: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sia con KNN che con LR. La PCA non vince in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 offre la rappresentazione più compatta a parità di prestazioni discriminative.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548640"/>
            <a:ext cx="8412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Stessa pipeline, dataset industriale: regge?</a:t>
            </a:r>
          </a:p>
        </p:txBody>
      </p:sp>
      <p:pic>
        <p:nvPicPr>
          <p:cNvPr id="15" name="Picture 14" descr="fase1_esplor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4221719" cy="3892589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3437151A-079A-E5B4-3614-20712EE45C29}"/>
              </a:ext>
            </a:extLst>
          </p:cNvPr>
          <p:cNvGrpSpPr/>
          <p:nvPr/>
        </p:nvGrpSpPr>
        <p:grpSpPr>
          <a:xfrm>
            <a:off x="365759" y="4165865"/>
            <a:ext cx="4204723" cy="694011"/>
            <a:chOff x="365760" y="4105757"/>
            <a:chExt cx="4114800" cy="694011"/>
          </a:xfrm>
        </p:grpSpPr>
        <p:sp>
          <p:nvSpPr>
            <p:cNvPr id="16" name="Rounded Rectangle 15"/>
            <p:cNvSpPr/>
            <p:nvPr/>
          </p:nvSpPr>
          <p:spPr>
            <a:xfrm>
              <a:off x="365760" y="4105757"/>
              <a:ext cx="4114800" cy="694011"/>
            </a:xfrm>
            <a:prstGeom prst="roundRect">
              <a:avLst>
                <a:gd name="adj" fmla="val 10000"/>
              </a:avLst>
            </a:prstGeom>
            <a:solidFill>
              <a:srgbClr val="02809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18601" y="4212724"/>
              <a:ext cx="4007634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 pipeline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progettata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per il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medico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viene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applicata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 un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industriale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binario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Verifichiamo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se SVD e PCA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conservano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l'informazione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utile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anche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fuori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dal loro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di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sviluppo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sp>
        <p:nvSpPr>
          <p:cNvPr id="20" name="Shape 0">
            <a:extLst>
              <a:ext uri="{FF2B5EF4-FFF2-40B4-BE49-F238E27FC236}">
                <a16:creationId xmlns:a16="http://schemas.microsoft.com/office/drawing/2014/main" id="{047FF7A6-52FD-0D3B-8B7F-7A497C67E2D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01E9BCF0-0AE1-7BF6-1563-7831EA7A2B1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52257" y="283624"/>
            <a:ext cx="616516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B9D39DCE-AF5E-E592-B457-2B33372D8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ECFB4994-CE9D-3C29-159B-B6AA2D067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7D459179-2749-BC95-0BD9-281344CA1599}"/>
              </a:ext>
            </a:extLst>
          </p:cNvPr>
          <p:cNvGrpSpPr/>
          <p:nvPr/>
        </p:nvGrpSpPr>
        <p:grpSpPr>
          <a:xfrm>
            <a:off x="364243" y="1241756"/>
            <a:ext cx="4206240" cy="2690131"/>
            <a:chOff x="214812" y="1291674"/>
            <a:chExt cx="4206240" cy="2690131"/>
          </a:xfrm>
        </p:grpSpPr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C30E9CBC-CD1C-79E4-0653-B4589FCE7294}"/>
                </a:ext>
              </a:extLst>
            </p:cNvPr>
            <p:cNvGrpSpPr/>
            <p:nvPr/>
          </p:nvGrpSpPr>
          <p:grpSpPr>
            <a:xfrm>
              <a:off x="214812" y="1291674"/>
              <a:ext cx="4206240" cy="2690131"/>
              <a:chOff x="209006" y="1163302"/>
              <a:chExt cx="4206240" cy="2154265"/>
            </a:xfrm>
          </p:grpSpPr>
          <p:sp>
            <p:nvSpPr>
              <p:cNvPr id="19" name="Shape 26">
                <a:extLst>
                  <a:ext uri="{FF2B5EF4-FFF2-40B4-BE49-F238E27FC236}">
                    <a16:creationId xmlns:a16="http://schemas.microsoft.com/office/drawing/2014/main" id="{F7D182C2-1F03-635E-E3E1-BA81376F88F1}"/>
                  </a:ext>
                </a:extLst>
              </p:cNvPr>
              <p:cNvSpPr/>
              <p:nvPr/>
            </p:nvSpPr>
            <p:spPr>
              <a:xfrm>
                <a:off x="209006" y="1308488"/>
                <a:ext cx="4206240" cy="2009079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innerShdw blurRad="114300">
                  <a:prstClr val="black"/>
                </a:innerShdw>
              </a:effec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Shape 16">
                <a:extLst>
                  <a:ext uri="{FF2B5EF4-FFF2-40B4-BE49-F238E27FC236}">
                    <a16:creationId xmlns:a16="http://schemas.microsoft.com/office/drawing/2014/main" id="{5C0CE697-A35F-F296-0ACF-FF555F98F975}"/>
                  </a:ext>
                </a:extLst>
              </p:cNvPr>
              <p:cNvSpPr/>
              <p:nvPr/>
            </p:nvSpPr>
            <p:spPr>
              <a:xfrm>
                <a:off x="209006" y="1163302"/>
                <a:ext cx="4206240" cy="348860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Perché</a:t>
                </a:r>
                <a:r>
                  <a:rPr lang="en-US" b="1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 </a:t>
                </a:r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MVTec</a:t>
                </a:r>
                <a:r>
                  <a:rPr lang="en-US" b="1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 AD Screw?</a:t>
                </a:r>
              </a:p>
            </p:txBody>
          </p:sp>
        </p:grpSp>
        <p:sp>
          <p:nvSpPr>
            <p:cNvPr id="25" name="Text 18">
              <a:extLst>
                <a:ext uri="{FF2B5EF4-FFF2-40B4-BE49-F238E27FC236}">
                  <a16:creationId xmlns:a16="http://schemas.microsoft.com/office/drawing/2014/main" id="{37158146-812B-20B2-A05D-F40F982726FF}"/>
                </a:ext>
              </a:extLst>
            </p:cNvPr>
            <p:cNvSpPr/>
            <p:nvPr/>
          </p:nvSpPr>
          <p:spPr>
            <a:xfrm>
              <a:off x="374954" y="1873679"/>
              <a:ext cx="76962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DATASET</a:t>
              </a:r>
            </a:p>
          </p:txBody>
        </p:sp>
        <p:sp>
          <p:nvSpPr>
            <p:cNvPr id="26" name="Text 19">
              <a:extLst>
                <a:ext uri="{FF2B5EF4-FFF2-40B4-BE49-F238E27FC236}">
                  <a16:creationId xmlns:a16="http://schemas.microsoft.com/office/drawing/2014/main" id="{947E4C8D-BF03-817F-9169-906B627C4717}"/>
                </a:ext>
              </a:extLst>
            </p:cNvPr>
            <p:cNvSpPr/>
            <p:nvPr/>
          </p:nvSpPr>
          <p:spPr>
            <a:xfrm>
              <a:off x="1436551" y="1902836"/>
              <a:ext cx="2779603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Benchmark standard per anomaly detection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industriale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.</a:t>
              </a:r>
            </a:p>
          </p:txBody>
        </p:sp>
        <p:sp>
          <p:nvSpPr>
            <p:cNvPr id="27" name="Text 20">
              <a:extLst>
                <a:ext uri="{FF2B5EF4-FFF2-40B4-BE49-F238E27FC236}">
                  <a16:creationId xmlns:a16="http://schemas.microsoft.com/office/drawing/2014/main" id="{34BFA5D9-60F9-35A4-4FA7-C4D352995C66}"/>
                </a:ext>
              </a:extLst>
            </p:cNvPr>
            <p:cNvSpPr/>
            <p:nvPr/>
          </p:nvSpPr>
          <p:spPr>
            <a:xfrm>
              <a:off x="381001" y="2385464"/>
              <a:ext cx="967627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PROBLEMA</a:t>
              </a:r>
            </a:p>
          </p:txBody>
        </p:sp>
        <p:sp>
          <p:nvSpPr>
            <p:cNvPr id="28" name="Text 21">
              <a:extLst>
                <a:ext uri="{FF2B5EF4-FFF2-40B4-BE49-F238E27FC236}">
                  <a16:creationId xmlns:a16="http://schemas.microsoft.com/office/drawing/2014/main" id="{F0ED0F78-0B13-C75E-31A4-1B1484D0A52C}"/>
                </a:ext>
              </a:extLst>
            </p:cNvPr>
            <p:cNvSpPr/>
            <p:nvPr/>
          </p:nvSpPr>
          <p:spPr>
            <a:xfrm>
              <a:off x="1442330" y="2407276"/>
              <a:ext cx="2615319" cy="3762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Binario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: good vs defective. Cinque tipi di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difetto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.</a:t>
              </a:r>
            </a:p>
          </p:txBody>
        </p:sp>
        <p:sp>
          <p:nvSpPr>
            <p:cNvPr id="29" name="Text 22">
              <a:extLst>
                <a:ext uri="{FF2B5EF4-FFF2-40B4-BE49-F238E27FC236}">
                  <a16:creationId xmlns:a16="http://schemas.microsoft.com/office/drawing/2014/main" id="{E929FC39-1F34-F37F-D4CD-913BAB16E9F7}"/>
                </a:ext>
              </a:extLst>
            </p:cNvPr>
            <p:cNvSpPr/>
            <p:nvPr/>
          </p:nvSpPr>
          <p:spPr>
            <a:xfrm>
              <a:off x="365760" y="2881028"/>
              <a:ext cx="107079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DIMENSIONE</a:t>
              </a:r>
            </a:p>
          </p:txBody>
        </p:sp>
        <p:sp>
          <p:nvSpPr>
            <p:cNvPr id="30" name="Text 23">
              <a:extLst>
                <a:ext uri="{FF2B5EF4-FFF2-40B4-BE49-F238E27FC236}">
                  <a16:creationId xmlns:a16="http://schemas.microsoft.com/office/drawing/2014/main" id="{1C3083C7-2096-C706-B65A-CFFDEB82EDC0}"/>
                </a:ext>
              </a:extLst>
            </p:cNvPr>
            <p:cNvSpPr/>
            <p:nvPr/>
          </p:nvSpPr>
          <p:spPr>
            <a:xfrm>
              <a:off x="1469001" y="2848769"/>
              <a:ext cx="2323156" cy="3845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238 immagini 256×256 bilanciate (119 good + 119 </a:t>
              </a:r>
              <a:r>
                <a:rPr lang="it-IT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defective</a:t>
              </a: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).</a:t>
              </a:r>
            </a:p>
          </p:txBody>
        </p:sp>
        <p:sp>
          <p:nvSpPr>
            <p:cNvPr id="31" name="Text 24">
              <a:extLst>
                <a:ext uri="{FF2B5EF4-FFF2-40B4-BE49-F238E27FC236}">
                  <a16:creationId xmlns:a16="http://schemas.microsoft.com/office/drawing/2014/main" id="{5467653E-FD2B-7465-E665-D64568C376B2}"/>
                </a:ext>
              </a:extLst>
            </p:cNvPr>
            <p:cNvSpPr/>
            <p:nvPr/>
          </p:nvSpPr>
          <p:spPr>
            <a:xfrm>
              <a:off x="381001" y="3418730"/>
              <a:ext cx="88391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DIVERSITÀ</a:t>
              </a: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B5E2C628-A5EB-C867-0FF6-63C7150642DA}"/>
                </a:ext>
              </a:extLst>
            </p:cNvPr>
            <p:cNvSpPr/>
            <p:nvPr/>
          </p:nvSpPr>
          <p:spPr>
            <a:xfrm>
              <a:off x="1469001" y="3296367"/>
              <a:ext cx="2561979" cy="5647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Oggetti su sfondo uniforme, difetti localizzati. Dominio agli antipodi rispetto alle radiografie polmonari.</a:t>
              </a:r>
            </a:p>
          </p:txBody>
        </p:sp>
      </p:grpSp>
    </p:spTree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o 4">
            <a:extLst>
              <a:ext uri="{FF2B5EF4-FFF2-40B4-BE49-F238E27FC236}">
                <a16:creationId xmlns:a16="http://schemas.microsoft.com/office/drawing/2014/main" id="{9C6E9F31-F020-3D13-8E92-90C4747F09FA}"/>
              </a:ext>
            </a:extLst>
          </p:cNvPr>
          <p:cNvGrpSpPr/>
          <p:nvPr/>
        </p:nvGrpSpPr>
        <p:grpSpPr>
          <a:xfrm>
            <a:off x="573176" y="1192322"/>
            <a:ext cx="3407678" cy="934447"/>
            <a:chOff x="509241" y="1180789"/>
            <a:chExt cx="3407678" cy="934447"/>
          </a:xfrm>
        </p:grpSpPr>
        <p:sp>
          <p:nvSpPr>
            <p:cNvPr id="34" name="Rounded Rectangle 21">
              <a:extLst>
                <a:ext uri="{FF2B5EF4-FFF2-40B4-BE49-F238E27FC236}">
                  <a16:creationId xmlns:a16="http://schemas.microsoft.com/office/drawing/2014/main" id="{5FA0ED2C-6F46-7CC8-C05D-17BF9A045642}"/>
                </a:ext>
              </a:extLst>
            </p:cNvPr>
            <p:cNvSpPr/>
            <p:nvPr/>
          </p:nvSpPr>
          <p:spPr>
            <a:xfrm>
              <a:off x="509241" y="1180789"/>
              <a:ext cx="3407678" cy="934447"/>
            </a:xfrm>
            <a:prstGeom prst="roundRect">
              <a:avLst>
                <a:gd name="adj" fmla="val 10000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39598" y="1211338"/>
              <a:ext cx="234696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</a:t>
              </a:r>
              <a:r>
                <a:rPr lang="it-IT"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compressibilità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estrema</a:t>
              </a:r>
              <a:endPara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22022" y="1469857"/>
              <a:ext cx="3182113" cy="61555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viti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oggetti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quasi rank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 (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fondo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uniforme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forma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comune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): </a:t>
              </a:r>
              <a:r>
                <a:rPr sz="1000" b="1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k=10 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produce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ricostruzioni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indistinguibili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occhio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  <a:b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primo valore singolare cattura praticamente tutta la struttura visiva</a:t>
              </a:r>
              <a:endPara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8" name="Picture 7" descr="fase3.2_ricostruzione_s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58" y="2241682"/>
            <a:ext cx="4183914" cy="2526926"/>
          </a:xfrm>
          <a:prstGeom prst="rect">
            <a:avLst/>
          </a:prstGeom>
          <a:ln>
            <a:solidFill>
              <a:srgbClr val="0D1B4B"/>
            </a:solidFill>
          </a:ln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7F63531C-DC25-B7FD-A8AE-60D336AC21EF}"/>
              </a:ext>
            </a:extLst>
          </p:cNvPr>
          <p:cNvGrpSpPr/>
          <p:nvPr/>
        </p:nvGrpSpPr>
        <p:grpSpPr>
          <a:xfrm>
            <a:off x="5068148" y="1192836"/>
            <a:ext cx="3407678" cy="886880"/>
            <a:chOff x="4970185" y="1119213"/>
            <a:chExt cx="3407678" cy="886880"/>
          </a:xfrm>
        </p:grpSpPr>
        <p:sp>
          <p:nvSpPr>
            <p:cNvPr id="2" name="Rounded Rectangle 21">
              <a:extLst>
                <a:ext uri="{FF2B5EF4-FFF2-40B4-BE49-F238E27FC236}">
                  <a16:creationId xmlns:a16="http://schemas.microsoft.com/office/drawing/2014/main" id="{89A0A3C4-0E24-C2F9-4C67-BB18F4FCBB8C}"/>
                </a:ext>
              </a:extLst>
            </p:cNvPr>
            <p:cNvSpPr/>
            <p:nvPr/>
          </p:nvSpPr>
          <p:spPr>
            <a:xfrm>
              <a:off x="4970185" y="1119213"/>
              <a:ext cx="3407678" cy="886880"/>
            </a:xfrm>
            <a:prstGeom prst="roundRect">
              <a:avLst>
                <a:gd name="adj" fmla="val 10000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930319" y="1192323"/>
              <a:ext cx="1639824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punto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critico</a:t>
              </a:r>
              <a:endPara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50949" y="1436532"/>
              <a:ext cx="3246150" cy="4616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Sui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primi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due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componenti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good e defective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sovrappongono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La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varianza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è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dominata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dalla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forma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comune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della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vite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non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dalle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piccole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perturbazioni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caratterizzano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il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difetto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pic>
        <p:nvPicPr>
          <p:cNvPr id="25" name="Picture 24" descr="fase5_pc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491" y="2241682"/>
            <a:ext cx="4362994" cy="2026119"/>
          </a:xfrm>
          <a:prstGeom prst="rect">
            <a:avLst/>
          </a:prstGeom>
          <a:ln>
            <a:solidFill>
              <a:srgbClr val="0D1B4B"/>
            </a:solidFill>
          </a:ln>
        </p:spPr>
      </p:pic>
      <p:grpSp>
        <p:nvGrpSpPr>
          <p:cNvPr id="9" name="Gruppo 8">
            <a:extLst>
              <a:ext uri="{FF2B5EF4-FFF2-40B4-BE49-F238E27FC236}">
                <a16:creationId xmlns:a16="http://schemas.microsoft.com/office/drawing/2014/main" id="{DADC4044-7BEF-F3B2-F546-7DC717BE0EFD}"/>
              </a:ext>
            </a:extLst>
          </p:cNvPr>
          <p:cNvGrpSpPr/>
          <p:nvPr/>
        </p:nvGrpSpPr>
        <p:grpSpPr>
          <a:xfrm>
            <a:off x="5400388" y="4430280"/>
            <a:ext cx="2743199" cy="365760"/>
            <a:chOff x="4937761" y="4488702"/>
            <a:chExt cx="2743199" cy="365760"/>
          </a:xfrm>
        </p:grpSpPr>
        <p:sp>
          <p:nvSpPr>
            <p:cNvPr id="26" name="Rounded Rectangle 25"/>
            <p:cNvSpPr/>
            <p:nvPr/>
          </p:nvSpPr>
          <p:spPr>
            <a:xfrm>
              <a:off x="4937761" y="4488702"/>
              <a:ext cx="2743199" cy="365760"/>
            </a:xfrm>
            <a:prstGeom prst="roundRect">
              <a:avLst>
                <a:gd name="adj" fmla="val 10000"/>
              </a:avLst>
            </a:prstGeom>
            <a:solidFill>
              <a:srgbClr val="FFB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967696" y="4516134"/>
              <a:ext cx="263652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Compressibilità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≠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separabilità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la PCA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cattura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forma, non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l'anomalia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sp>
        <p:nvSpPr>
          <p:cNvPr id="29" name="Shape 0">
            <a:extLst>
              <a:ext uri="{FF2B5EF4-FFF2-40B4-BE49-F238E27FC236}">
                <a16:creationId xmlns:a16="http://schemas.microsoft.com/office/drawing/2014/main" id="{F3E7F2F3-0963-F3E2-283A-26A18C75B72A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2F409DD5-4FB4-F306-D3A4-48F4015E3E6E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23543" y="266390"/>
            <a:ext cx="562682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SVD e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roiezione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3B665812-DAE4-BC39-4D43-0BE12A8ED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95D6EC23-75AE-7DBB-C5F0-9060A035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17109" y="1180723"/>
            <a:ext cx="4206240" cy="2620727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70855" y="1331286"/>
            <a:ext cx="223347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 5-fold CV 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49E755FC-16EF-5187-C84B-609BB561080D}"/>
              </a:ext>
            </a:extLst>
          </p:cNvPr>
          <p:cNvGrpSpPr/>
          <p:nvPr/>
        </p:nvGrpSpPr>
        <p:grpSpPr>
          <a:xfrm>
            <a:off x="354269" y="1704965"/>
            <a:ext cx="3973891" cy="1967746"/>
            <a:chOff x="594360" y="1481328"/>
            <a:chExt cx="3240000" cy="1967746"/>
          </a:xfrm>
        </p:grpSpPr>
        <p:sp>
          <p:nvSpPr>
            <p:cNvPr id="7" name="TextBox 6"/>
            <p:cNvSpPr txBox="1"/>
            <p:nvPr/>
          </p:nvSpPr>
          <p:spPr>
            <a:xfrm>
              <a:off x="594360" y="1481328"/>
              <a:ext cx="49911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Scenario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28800" y="1481328"/>
              <a:ext cx="49911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LR acc.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8960" y="1481328"/>
              <a:ext cx="5562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KNN acc.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360" y="1691640"/>
              <a:ext cx="3240000" cy="7620"/>
            </a:xfrm>
            <a:prstGeom prst="rect">
              <a:avLst/>
            </a:prstGeom>
            <a:solidFill>
              <a:srgbClr val="64748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4360" y="1783080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Raw Pixels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28800" y="178308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0.799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8960" y="178308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94360" y="2029967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k=10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828800" y="2029967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08960" y="2029967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0.677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60" y="2276856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k=25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28800" y="2276856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0.782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08960" y="2276856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94360" y="2523744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k=50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828800" y="2523744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0.799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108960" y="2523744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94360" y="2770632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k=10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828800" y="2770632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0.686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108960" y="2770632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0.706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94360" y="3017520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k=25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28800" y="301752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0.753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108960" y="301752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0.694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94360" y="3264408"/>
              <a:ext cx="598170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k=50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828799" y="3264408"/>
              <a:ext cx="39971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0.766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108960" y="3264408"/>
              <a:ext cx="399717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0.677</a:t>
              </a:r>
            </a:p>
          </p:txBody>
        </p:sp>
      </p:grpSp>
      <p:pic>
        <p:nvPicPr>
          <p:cNvPr id="32" name="Picture 31" descr="fase5_hero_tradeoff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618" y="1179887"/>
            <a:ext cx="4477557" cy="268522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59781" y="4075731"/>
            <a:ext cx="8716818" cy="914400"/>
          </a:xfrm>
          <a:prstGeom prst="roundRect">
            <a:avLst>
              <a:gd name="adj" fmla="val 10000"/>
            </a:avLst>
          </a:prstGeom>
          <a:solidFill>
            <a:srgbClr val="0D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03452" y="4137414"/>
            <a:ext cx="331622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it-IT" sz="1200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Comprimere bene non vuol dire classificare bene</a:t>
            </a:r>
            <a:endParaRPr lang="it-IT" sz="1200" dirty="0">
              <a:solidFill>
                <a:srgbClr val="FFB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23785" y="4403742"/>
            <a:ext cx="798880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su </a:t>
            </a:r>
            <a:r>
              <a:rPr lang="it-IT" sz="11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è quasi gratuita: ricostruzione perfetta a k=10, </a:t>
            </a:r>
            <a:r>
              <a:rPr lang="it-IT" sz="11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entro un punto dalla baseline. Ma il dataset è oggettivamente più difficile, perché il difetto è un segnale locale che vive lontano dalle direzioni di massima varianza catturate dalla PCA.</a:t>
            </a:r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FAA6AEFA-03C0-459E-C5C5-B8C3B88CDE65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">
            <a:extLst>
              <a:ext uri="{FF2B5EF4-FFF2-40B4-BE49-F238E27FC236}">
                <a16:creationId xmlns:a16="http://schemas.microsoft.com/office/drawing/2014/main" id="{A78DB719-87BB-9FA4-B12E-BD49E8A79B7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2">
            <a:extLst>
              <a:ext uri="{FF2B5EF4-FFF2-40B4-BE49-F238E27FC236}">
                <a16:creationId xmlns:a16="http://schemas.microsoft.com/office/drawing/2014/main" id="{A3EE6153-6EFA-9E78-5C7B-7F525E5D3A5C}"/>
              </a:ext>
            </a:extLst>
          </p:cNvPr>
          <p:cNvSpPr txBox="1"/>
          <p:nvPr/>
        </p:nvSpPr>
        <p:spPr>
          <a:xfrm>
            <a:off x="3082583" y="266323"/>
            <a:ext cx="2978834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Classificazione</a:t>
            </a:r>
          </a:p>
        </p:txBody>
      </p:sp>
      <p:pic>
        <p:nvPicPr>
          <p:cNvPr id="41" name="Immagine 40">
            <a:extLst>
              <a:ext uri="{FF2B5EF4-FFF2-40B4-BE49-F238E27FC236}">
                <a16:creationId xmlns:a16="http://schemas.microsoft.com/office/drawing/2014/main" id="{8B9FCF28-6ED9-2787-2A26-7236D3156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42" name="Immagine 41">
            <a:extLst>
              <a:ext uri="{FF2B5EF4-FFF2-40B4-BE49-F238E27FC236}">
                <a16:creationId xmlns:a16="http://schemas.microsoft.com/office/drawing/2014/main" id="{254A1A73-AC50-726F-A129-AD011465E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27376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0896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99489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99374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0896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0135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0135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FB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3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52" y="4097271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5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1718</TotalTime>
  <Words>2054</Words>
  <Application>Microsoft Office PowerPoint</Application>
  <PresentationFormat>Presentazione su schermo (16:9)</PresentationFormat>
  <Paragraphs>288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20</cp:revision>
  <dcterms:created xsi:type="dcterms:W3CDTF">2026-04-10T10:38:47Z</dcterms:created>
  <dcterms:modified xsi:type="dcterms:W3CDTF">2026-04-28T12:24:52Z</dcterms:modified>
</cp:coreProperties>
</file>