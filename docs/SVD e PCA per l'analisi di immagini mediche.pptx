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63" dt="2026-04-27T09:02:47.7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7T15:43:07.712" v="3367" actId="20577"/>
      <pc:docMkLst>
        <pc:docMk/>
      </pc:docMkLst>
      <pc:sldChg chg="addSp modSp mod">
        <pc:chgData name="PATRUNO ANDREA" userId="434c2d3d-d760-4baf-8981-191d7218719d" providerId="ADAL" clId="{D49931E2-CE7A-4E79-93FA-3282CEFD0145}" dt="2026-04-27T09:22:11.978" v="3326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27T09:22:11.978" v="3326" actId="20577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27T14:14:30.147" v="3354" actId="478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add del mod">
          <ac:chgData name="PATRUNO ANDREA" userId="434c2d3d-d760-4baf-8981-191d7218719d" providerId="ADAL" clId="{D49931E2-CE7A-4E79-93FA-3282CEFD0145}" dt="2026-04-27T14:14:30.147" v="3354" actId="478"/>
          <ac:spMkLst>
            <pc:docMk/>
            <pc:sldMk cId="3845663667" sldId="282"/>
            <ac:spMk id="6" creationId="{7BD17308-D464-371C-557A-831B6A97C457}"/>
          </ac:spMkLst>
        </pc:spChg>
        <pc:spChg chg="mod">
          <ac:chgData name="PATRUNO ANDREA" userId="434c2d3d-d760-4baf-8981-191d7218719d" providerId="ADAL" clId="{D49931E2-CE7A-4E79-93FA-3282CEFD0145}" dt="2026-04-27T08:55:40.076" v="3297"/>
          <ac:spMkLst>
            <pc:docMk/>
            <pc:sldMk cId="3845663667" sldId="282"/>
            <ac:spMk id="12" creationId="{514025A6-BFB3-5EF9-9884-20D33A1A9B3D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34.569" v="3356" actId="478"/>
        <pc:sldMkLst>
          <pc:docMk/>
          <pc:sldMk cId="2221516672" sldId="283"/>
        </pc:sldMkLst>
        <pc:spChg chg="add del">
          <ac:chgData name="PATRUNO ANDREA" userId="434c2d3d-d760-4baf-8981-191d7218719d" providerId="ADAL" clId="{D49931E2-CE7A-4E79-93FA-3282CEFD0145}" dt="2026-04-27T08:55:51.834" v="3308" actId="22"/>
          <ac:spMkLst>
            <pc:docMk/>
            <pc:sldMk cId="2221516672" sldId="283"/>
            <ac:spMk id="7" creationId="{2C10C021-E030-0D5C-51AE-0D2A495DEB2A}"/>
          </ac:spMkLst>
        </pc:spChg>
        <pc:spChg chg="add del mod">
          <ac:chgData name="PATRUNO ANDREA" userId="434c2d3d-d760-4baf-8981-191d7218719d" providerId="ADAL" clId="{D49931E2-CE7A-4E79-93FA-3282CEFD0145}" dt="2026-04-27T14:14:34.569" v="3356" actId="478"/>
          <ac:spMkLst>
            <pc:docMk/>
            <pc:sldMk cId="2221516672" sldId="283"/>
            <ac:spMk id="8" creationId="{CC896E3F-4226-708B-E9A7-439D4B92CFB7}"/>
          </ac:spMkLst>
        </pc:spChg>
        <pc:spChg chg="mod">
          <ac:chgData name="PATRUNO ANDREA" userId="434c2d3d-d760-4baf-8981-191d7218719d" providerId="ADAL" clId="{D49931E2-CE7A-4E79-93FA-3282CEFD0145}" dt="2026-04-27T09:35:15.497" v="3334" actId="20577"/>
          <ac:spMkLst>
            <pc:docMk/>
            <pc:sldMk cId="2221516672" sldId="283"/>
            <ac:spMk id="42" creationId="{2F21829D-71C2-384A-A037-4DC27FC5E23A}"/>
          </ac:spMkLst>
        </pc:spChg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3.073" v="3357" actId="478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7T14:14:43.073" v="3357" actId="478"/>
          <ac:spMkLst>
            <pc:docMk/>
            <pc:sldMk cId="2838748534" sldId="289"/>
            <ac:spMk id="6" creationId="{263B22C1-1FAC-6E68-C093-24ECE8CF58C3}"/>
          </ac:spMkLst>
        </pc:spChg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7.520" v="3358" actId="478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add del mod">
          <ac:chgData name="PATRUNO ANDREA" userId="434c2d3d-d760-4baf-8981-191d7218719d" providerId="ADAL" clId="{D49931E2-CE7A-4E79-93FA-3282CEFD0145}" dt="2026-04-27T14:14:47.520" v="3358" actId="478"/>
          <ac:spMkLst>
            <pc:docMk/>
            <pc:sldMk cId="1654007960" sldId="290"/>
            <ac:spMk id="6" creationId="{33D6E2C5-0FAB-C6D3-C740-DA3B4A4BF6A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9.665" v="3359" actId="478"/>
        <pc:sldMkLst>
          <pc:docMk/>
          <pc:sldMk cId="3732698589" sldId="291"/>
        </pc:sldMkLst>
        <pc:spChg chg="add del mod">
          <ac:chgData name="PATRUNO ANDREA" userId="434c2d3d-d760-4baf-8981-191d7218719d" providerId="ADAL" clId="{D49931E2-CE7A-4E79-93FA-3282CEFD0145}" dt="2026-04-27T14:14:49.665" v="3359" actId="478"/>
          <ac:spMkLst>
            <pc:docMk/>
            <pc:sldMk cId="3732698589" sldId="291"/>
            <ac:spMk id="6" creationId="{D448ADEC-582B-8D03-385F-41DF53CB331A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52.217" v="3360" actId="478"/>
        <pc:sldMkLst>
          <pc:docMk/>
          <pc:sldMk cId="2438011927" sldId="293"/>
        </pc:sldMkLst>
        <pc:spChg chg="add del mod">
          <ac:chgData name="PATRUNO ANDREA" userId="434c2d3d-d760-4baf-8981-191d7218719d" providerId="ADAL" clId="{D49931E2-CE7A-4E79-93FA-3282CEFD0145}" dt="2026-04-27T14:14:52.217" v="3360" actId="478"/>
          <ac:spMkLst>
            <pc:docMk/>
            <pc:sldMk cId="2438011927" sldId="293"/>
            <ac:spMk id="6" creationId="{5C2745B9-D962-DA76-D0D2-1F580F04EBD5}"/>
          </ac:spMkLst>
        </pc:sp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5:43:07.712" v="3367" actId="20577"/>
        <pc:sldMkLst>
          <pc:docMk/>
          <pc:sldMk cId="742975812" sldId="295"/>
        </pc:sldMkLst>
        <pc:spChg chg="add del mod">
          <ac:chgData name="PATRUNO ANDREA" userId="434c2d3d-d760-4baf-8981-191d7218719d" providerId="ADAL" clId="{D49931E2-CE7A-4E79-93FA-3282CEFD0145}" dt="2026-04-27T14:14:55.241" v="3361" actId="478"/>
          <ac:spMkLst>
            <pc:docMk/>
            <pc:sldMk cId="742975812" sldId="295"/>
            <ac:spMk id="4" creationId="{B31F62DE-386B-2523-3706-688A8A56E142}"/>
          </ac:spMkLst>
        </pc:spChg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15:43:07.712" v="3367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57:23.465" v="3317"/>
        <pc:sldMkLst>
          <pc:docMk/>
          <pc:sldMk cId="3953728975" sldId="296"/>
        </pc:sldMkLst>
        <pc:spChg chg="add mod">
          <ac:chgData name="PATRUNO ANDREA" userId="434c2d3d-d760-4baf-8981-191d7218719d" providerId="ADAL" clId="{D49931E2-CE7A-4E79-93FA-3282CEFD0145}" dt="2026-04-27T08:57:23.465" v="3317"/>
          <ac:spMkLst>
            <pc:docMk/>
            <pc:sldMk cId="3953728975" sldId="296"/>
            <ac:spMk id="7" creationId="{AC78B852-2CB3-B61E-E27E-FB0C05F319C9}"/>
          </ac:spMkLst>
        </pc:spChg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9.697" v="3362" actId="478"/>
        <pc:sldMkLst>
          <pc:docMk/>
          <pc:sldMk cId="377742269" sldId="297"/>
        </pc:sldMkLst>
        <pc:spChg chg="add del mod">
          <ac:chgData name="PATRUNO ANDREA" userId="434c2d3d-d760-4baf-8981-191d7218719d" providerId="ADAL" clId="{D49931E2-CE7A-4E79-93FA-3282CEFD0145}" dt="2026-04-27T14:14:59.697" v="3362" actId="478"/>
          <ac:spMkLst>
            <pc:docMk/>
            <pc:sldMk cId="377742269" sldId="297"/>
            <ac:spMk id="4" creationId="{459940C2-D666-A92A-7D2F-E13C34BA1337}"/>
          </ac:spMkLst>
        </pc:sp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5:07.353" v="3363" actId="478"/>
        <pc:sldMkLst>
          <pc:docMk/>
          <pc:sldMk cId="2272666096" sldId="298"/>
        </pc:sldMkLst>
        <pc:spChg chg="add del mod">
          <ac:chgData name="PATRUNO ANDREA" userId="434c2d3d-d760-4baf-8981-191d7218719d" providerId="ADAL" clId="{D49931E2-CE7A-4E79-93FA-3282CEFD0145}" dt="2026-04-27T14:15:07.353" v="3363" actId="478"/>
          <ac:spMkLst>
            <pc:docMk/>
            <pc:sldMk cId="2272666096" sldId="298"/>
            <ac:spMk id="4" creationId="{37A39518-4778-692B-2582-B93650CBE381}"/>
          </ac:spMkLst>
        </pc:spChg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39:01.911" v="3253" actId="14100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41.414" v="3134" actId="1076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5:00:55.668" v="3364" actId="14100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5.118" v="3337" actId="20577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0:42.427" v="3274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8.670" v="3342" actId="20577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7T15:00:55.668" v="3364" actId="14100"/>
          <ac:spMkLst>
            <pc:docMk/>
            <pc:sldMk cId="0" sldId="301"/>
            <ac:spMk id="34" creationId="{5FA0ED2C-6F46-7CC8-C05D-17BF9A045642}"/>
          </ac:spMkLst>
        </pc:spChg>
        <pc:picChg chg="mod">
          <ac:chgData name="PATRUNO ANDREA" userId="434c2d3d-d760-4baf-8981-191d7218719d" providerId="ADAL" clId="{D49931E2-CE7A-4E79-93FA-3282CEFD0145}" dt="2026-04-27T14:07:50.537" v="3353" actId="208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14:07:39.854" v="3351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08:46:10.234" v="3296" actId="20577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46:10.234" v="3296" actId="20577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6578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pesante.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64593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64408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242024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171858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44150" y="3433468"/>
            <a:ext cx="266227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l'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29312"/>
            <a:ext cx="4114800" cy="2755745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 standard per anomaly detection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distribuito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927" y="198087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63139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good vs defective. Cinque tipi di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manipulated_front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scratch_head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scratch_neck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thread_side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thread_top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aggregati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nella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defective.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6927" y="266532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DIMENSIONE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65328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238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immagini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256×256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bilanciate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(119 good + 119 defective).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171" y="3109804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9571" y="3107404"/>
            <a:ext cx="292608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sfondo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localizzati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Dominio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agli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antipodi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rispetto alle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radiografie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polmonari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79" y="1032597"/>
            <a:ext cx="4221719" cy="389258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3989700"/>
            <a:ext cx="3931919" cy="694011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199" y="4018258"/>
            <a:ext cx="3749039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pipeline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progettata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 il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medico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viene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senza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un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Verifichiamo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 SVD e PCA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conservano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l'informazione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utile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fuori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dal loro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sviluppo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43000" y="303833"/>
            <a:ext cx="84124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1">
            <a:extLst>
              <a:ext uri="{FF2B5EF4-FFF2-40B4-BE49-F238E27FC236}">
                <a16:creationId xmlns:a16="http://schemas.microsoft.com/office/drawing/2014/main" id="{5FA0ED2C-6F46-7CC8-C05D-17BF9A045642}"/>
              </a:ext>
            </a:extLst>
          </p:cNvPr>
          <p:cNvSpPr/>
          <p:nvPr/>
        </p:nvSpPr>
        <p:spPr>
          <a:xfrm>
            <a:off x="131594" y="1005840"/>
            <a:ext cx="4074646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estrema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1481328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sono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quasi rank-1 (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forma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sz="1000" b="1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indistinguibili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occhio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9" y="2008668"/>
            <a:ext cx="4638010" cy="2801183"/>
          </a:xfrm>
          <a:prstGeom prst="rect">
            <a:avLst/>
          </a:prstGeom>
          <a:ln>
            <a:solidFill>
              <a:srgbClr val="0D1B4B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4754880" y="1005840"/>
            <a:ext cx="3990703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37760" y="1143000"/>
            <a:ext cx="37490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punto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critico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937760" y="1481328"/>
            <a:ext cx="3749039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 primi due componenti good e defective si sovrappongono. La varianza è dominata dalla forma comune della vite, non dalle piccole perturbazioni locali che caratterizzano il difetto.</a:t>
            </a:r>
          </a:p>
        </p:txBody>
      </p: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251966"/>
            <a:ext cx="4362994" cy="2026119"/>
          </a:xfrm>
          <a:prstGeom prst="rect">
            <a:avLst/>
          </a:prstGeom>
          <a:ln>
            <a:solidFill>
              <a:srgbClr val="0D1B4B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4937760" y="4488702"/>
            <a:ext cx="3749039" cy="365760"/>
          </a:xfrm>
          <a:prstGeom prst="roundRect">
            <a:avLst>
              <a:gd name="adj" fmla="val 10000"/>
            </a:avLst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74920" y="451613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 ≠ separabilità: la PCA cattura la forma, non l'anomalia.</a:t>
            </a:r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82188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365760" y="1005840"/>
            <a:ext cx="4206240" cy="26517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15568"/>
            <a:ext cx="39319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— MVTec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acc.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acc.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91640"/>
            <a:ext cx="3749039" cy="76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Pixels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856" y="999928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65760" y="3749039"/>
            <a:ext cx="8503920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Takeaway — compressibilità ≠ separabilità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822960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 MVTec la SVD comprime al massimo (oggetti quasi rank-1, k=10 indistinguibile dall'originale), eppure la classificazione è più difficile del medico (LR 80% vs 85%, KNN 68% vs 83%). La pipeline regge — la SVD mantiene l'accuracy della LR entro un punto dal baseline — ma la difficoltà non è la compressione: è il segnale.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1234440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Classificazione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1514</TotalTime>
  <Words>2098</Words>
  <Application>Microsoft Office PowerPoint</Application>
  <PresentationFormat>Presentazione su schermo (16:9)</PresentationFormat>
  <Paragraphs>290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13</cp:revision>
  <dcterms:created xsi:type="dcterms:W3CDTF">2026-04-10T10:38:47Z</dcterms:created>
  <dcterms:modified xsi:type="dcterms:W3CDTF">2026-04-27T15:43:10Z</dcterms:modified>
</cp:coreProperties>
</file>