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81" r:id="rId2"/>
    <p:sldId id="267" r:id="rId3"/>
    <p:sldId id="282" r:id="rId4"/>
    <p:sldId id="283" r:id="rId5"/>
    <p:sldId id="284" r:id="rId6"/>
    <p:sldId id="285" r:id="rId7"/>
    <p:sldId id="286" r:id="rId8"/>
    <p:sldId id="287" r:id="rId9"/>
    <p:sldId id="288" r:id="rId10"/>
    <p:sldId id="289" r:id="rId11"/>
    <p:sldId id="290" r:id="rId12"/>
    <p:sldId id="291" r:id="rId13"/>
    <p:sldId id="293" r:id="rId14"/>
    <p:sldId id="294" r:id="rId15"/>
    <p:sldId id="295" r:id="rId16"/>
    <p:sldId id="296" r:id="rId17"/>
    <p:sldId id="297" r:id="rId18"/>
    <p:sldId id="298" r:id="rId19"/>
    <p:sldId id="299" r:id="rId2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D1B4B"/>
    <a:srgbClr val="0B7F8B"/>
    <a:srgbClr val="FFFFFF"/>
    <a:srgbClr val="CFD5EA"/>
    <a:srgbClr val="E9EBF5"/>
    <a:srgbClr val="0A1128"/>
    <a:srgbClr val="028090"/>
    <a:srgbClr val="64748B"/>
    <a:srgbClr val="82AAFF"/>
    <a:srgbClr val="89DD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3928B86-A31A-430C-ACCF-C4A5FF289C44}" v="33" dt="2026-04-22T10:47:11.40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le medio 2 - Color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8673" autoAdjust="0"/>
    <p:restoredTop sz="94610"/>
  </p:normalViewPr>
  <p:slideViewPr>
    <p:cSldViewPr snapToGrid="0" snapToObjects="1">
      <p:cViewPr varScale="1">
        <p:scale>
          <a:sx n="146" d="100"/>
          <a:sy n="146" d="100"/>
        </p:scale>
        <p:origin x="996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6/11/relationships/changesInfo" Target="changesInfos/changesInfo1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Relationship Id="rId27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ATRUNO ANDREA" userId="434c2d3d-d760-4baf-8981-191d7218719d" providerId="ADAL" clId="{D49931E2-CE7A-4E79-93FA-3282CEFD0145}"/>
    <pc:docChg chg="undo redo custSel addSld delSld modSld sldOrd">
      <pc:chgData name="PATRUNO ANDREA" userId="434c2d3d-d760-4baf-8981-191d7218719d" providerId="ADAL" clId="{D49931E2-CE7A-4E79-93FA-3282CEFD0145}" dt="2026-04-22T11:58:24.855" v="3078" actId="2696"/>
      <pc:docMkLst>
        <pc:docMk/>
      </pc:docMkLst>
      <pc:sldChg chg="addSp modSp mod">
        <pc:chgData name="PATRUNO ANDREA" userId="434c2d3d-d760-4baf-8981-191d7218719d" providerId="ADAL" clId="{D49931E2-CE7A-4E79-93FA-3282CEFD0145}" dt="2026-04-22T09:31:10.383" v="2244" actId="20577"/>
        <pc:sldMkLst>
          <pc:docMk/>
          <pc:sldMk cId="2814612309" sldId="267"/>
        </pc:sldMkLst>
        <pc:spChg chg="mod">
          <ac:chgData name="PATRUNO ANDREA" userId="434c2d3d-d760-4baf-8981-191d7218719d" providerId="ADAL" clId="{D49931E2-CE7A-4E79-93FA-3282CEFD0145}" dt="2026-04-14T08:46:03.443" v="1577" actId="207"/>
          <ac:spMkLst>
            <pc:docMk/>
            <pc:sldMk cId="2814612309" sldId="267"/>
            <ac:spMk id="13" creationId="{56070D00-0291-9D85-2A52-9D92F4CECE9D}"/>
          </ac:spMkLst>
        </pc:spChg>
        <pc:spChg chg="mod">
          <ac:chgData name="PATRUNO ANDREA" userId="434c2d3d-d760-4baf-8981-191d7218719d" providerId="ADAL" clId="{D49931E2-CE7A-4E79-93FA-3282CEFD0145}" dt="2026-04-14T08:43:41.888" v="1556" actId="1076"/>
          <ac:spMkLst>
            <pc:docMk/>
            <pc:sldMk cId="2814612309" sldId="267"/>
            <ac:spMk id="22" creationId="{E4A50B6E-C841-B9C9-F420-D4E056B77277}"/>
          </ac:spMkLst>
        </pc:spChg>
        <pc:spChg chg="mod">
          <ac:chgData name="PATRUNO ANDREA" userId="434c2d3d-d760-4baf-8981-191d7218719d" providerId="ADAL" clId="{D49931E2-CE7A-4E79-93FA-3282CEFD0145}" dt="2026-04-14T08:43:41.888" v="1556" actId="1076"/>
          <ac:spMkLst>
            <pc:docMk/>
            <pc:sldMk cId="2814612309" sldId="267"/>
            <ac:spMk id="26" creationId="{B609A615-04DA-125D-7648-437909D69EA7}"/>
          </ac:spMkLst>
        </pc:spChg>
        <pc:spChg chg="mod">
          <ac:chgData name="PATRUNO ANDREA" userId="434c2d3d-d760-4baf-8981-191d7218719d" providerId="ADAL" clId="{D49931E2-CE7A-4E79-93FA-3282CEFD0145}" dt="2026-04-14T08:46:25.017" v="1578" actId="1076"/>
          <ac:spMkLst>
            <pc:docMk/>
            <pc:sldMk cId="2814612309" sldId="267"/>
            <ac:spMk id="35" creationId="{D6E0CC0D-7D94-AA1B-07AF-257B80682547}"/>
          </ac:spMkLst>
        </pc:spChg>
        <pc:spChg chg="mod">
          <ac:chgData name="PATRUNO ANDREA" userId="434c2d3d-d760-4baf-8981-191d7218719d" providerId="ADAL" clId="{D49931E2-CE7A-4E79-93FA-3282CEFD0145}" dt="2026-04-14T08:43:41.888" v="1556" actId="1076"/>
          <ac:spMkLst>
            <pc:docMk/>
            <pc:sldMk cId="2814612309" sldId="267"/>
            <ac:spMk id="36" creationId="{981C6F95-42A6-9117-4153-7A82AD31A77B}"/>
          </ac:spMkLst>
        </pc:spChg>
        <pc:spChg chg="mod">
          <ac:chgData name="PATRUNO ANDREA" userId="434c2d3d-d760-4baf-8981-191d7218719d" providerId="ADAL" clId="{D49931E2-CE7A-4E79-93FA-3282CEFD0145}" dt="2026-04-22T09:31:10.383" v="2244" actId="20577"/>
          <ac:spMkLst>
            <pc:docMk/>
            <pc:sldMk cId="2814612309" sldId="267"/>
            <ac:spMk id="39" creationId="{65724F8C-93D1-45DB-CCEF-B69D4C41B516}"/>
          </ac:spMkLst>
        </pc:spChg>
        <pc:picChg chg="add mod">
          <ac:chgData name="PATRUNO ANDREA" userId="434c2d3d-d760-4baf-8981-191d7218719d" providerId="ADAL" clId="{D49931E2-CE7A-4E79-93FA-3282CEFD0145}" dt="2026-04-14T08:41:58.320" v="1537" actId="207"/>
          <ac:picMkLst>
            <pc:docMk/>
            <pc:sldMk cId="2814612309" sldId="267"/>
            <ac:picMk id="6" creationId="{AA9C7609-2269-BC45-1053-6744CEFBD51A}"/>
          </ac:picMkLst>
        </pc:picChg>
        <pc:picChg chg="add mod">
          <ac:chgData name="PATRUNO ANDREA" userId="434c2d3d-d760-4baf-8981-191d7218719d" providerId="ADAL" clId="{D49931E2-CE7A-4E79-93FA-3282CEFD0145}" dt="2026-04-14T08:44:41.764" v="1565" actId="207"/>
          <ac:picMkLst>
            <pc:docMk/>
            <pc:sldMk cId="2814612309" sldId="267"/>
            <ac:picMk id="8" creationId="{2B551850-2098-687C-4E42-99023C6E628A}"/>
          </ac:picMkLst>
        </pc:picChg>
        <pc:picChg chg="add mod">
          <ac:chgData name="PATRUNO ANDREA" userId="434c2d3d-d760-4baf-8981-191d7218719d" providerId="ADAL" clId="{D49931E2-CE7A-4E79-93FA-3282CEFD0145}" dt="2026-04-14T08:45:19.680" v="1570" actId="1076"/>
          <ac:picMkLst>
            <pc:docMk/>
            <pc:sldMk cId="2814612309" sldId="267"/>
            <ac:picMk id="10" creationId="{A68B14DE-C534-C503-C04F-A1A49507C342}"/>
          </ac:picMkLst>
        </pc:picChg>
        <pc:picChg chg="add mod">
          <ac:chgData name="PATRUNO ANDREA" userId="434c2d3d-d760-4baf-8981-191d7218719d" providerId="ADAL" clId="{D49931E2-CE7A-4E79-93FA-3282CEFD0145}" dt="2026-04-14T08:40:03.526" v="1518" actId="27957"/>
          <ac:picMkLst>
            <pc:docMk/>
            <pc:sldMk cId="2814612309" sldId="267"/>
            <ac:picMk id="41" creationId="{B96C1320-1210-606B-B69D-BC99BF88B19D}"/>
          </ac:picMkLst>
        </pc:picChg>
      </pc:sldChg>
      <pc:sldChg chg="modSp mod">
        <pc:chgData name="PATRUNO ANDREA" userId="434c2d3d-d760-4baf-8981-191d7218719d" providerId="ADAL" clId="{D49931E2-CE7A-4E79-93FA-3282CEFD0145}" dt="2026-04-22T09:32:06.790" v="2305" actId="20577"/>
        <pc:sldMkLst>
          <pc:docMk/>
          <pc:sldMk cId="3845663667" sldId="282"/>
        </pc:sldMkLst>
        <pc:spChg chg="mod">
          <ac:chgData name="PATRUNO ANDREA" userId="434c2d3d-d760-4baf-8981-191d7218719d" providerId="ADAL" clId="{D49931E2-CE7A-4E79-93FA-3282CEFD0145}" dt="2026-04-22T09:32:04.192" v="2304" actId="20577"/>
          <ac:spMkLst>
            <pc:docMk/>
            <pc:sldMk cId="3845663667" sldId="282"/>
            <ac:spMk id="2" creationId="{82629C79-FB3B-F87B-3757-442C883997D7}"/>
          </ac:spMkLst>
        </pc:spChg>
        <pc:spChg chg="mod">
          <ac:chgData name="PATRUNO ANDREA" userId="434c2d3d-d760-4baf-8981-191d7218719d" providerId="ADAL" clId="{D49931E2-CE7A-4E79-93FA-3282CEFD0145}" dt="2026-04-22T09:32:06.790" v="2305" actId="20577"/>
          <ac:spMkLst>
            <pc:docMk/>
            <pc:sldMk cId="3845663667" sldId="282"/>
            <ac:spMk id="12" creationId="{514025A6-BFB3-5EF9-9884-20D33A1A9B3D}"/>
          </ac:spMkLst>
        </pc:spChg>
      </pc:sldChg>
      <pc:sldChg chg="modSp mod">
        <pc:chgData name="PATRUNO ANDREA" userId="434c2d3d-d760-4baf-8981-191d7218719d" providerId="ADAL" clId="{D49931E2-CE7A-4E79-93FA-3282CEFD0145}" dt="2026-04-22T09:38:25.517" v="2370" actId="14100"/>
        <pc:sldMkLst>
          <pc:docMk/>
          <pc:sldMk cId="2221516672" sldId="283"/>
        </pc:sldMkLst>
        <pc:spChg chg="mod">
          <ac:chgData name="PATRUNO ANDREA" userId="434c2d3d-d760-4baf-8981-191d7218719d" providerId="ADAL" clId="{D49931E2-CE7A-4E79-93FA-3282CEFD0145}" dt="2026-04-22T09:38:01.655" v="2365" actId="1076"/>
          <ac:spMkLst>
            <pc:docMk/>
            <pc:sldMk cId="2221516672" sldId="283"/>
            <ac:spMk id="91" creationId="{B136E215-22E0-355E-28D6-5056770D0531}"/>
          </ac:spMkLst>
        </pc:spChg>
        <pc:spChg chg="mod">
          <ac:chgData name="PATRUNO ANDREA" userId="434c2d3d-d760-4baf-8981-191d7218719d" providerId="ADAL" clId="{D49931E2-CE7A-4E79-93FA-3282CEFD0145}" dt="2026-04-22T09:38:07.489" v="2366" actId="14100"/>
          <ac:spMkLst>
            <pc:docMk/>
            <pc:sldMk cId="2221516672" sldId="283"/>
            <ac:spMk id="117" creationId="{EA496999-A2FC-1B01-D395-C4A02FDDE0D1}"/>
          </ac:spMkLst>
        </pc:spChg>
        <pc:spChg chg="mod">
          <ac:chgData name="PATRUNO ANDREA" userId="434c2d3d-d760-4baf-8981-191d7218719d" providerId="ADAL" clId="{D49931E2-CE7A-4E79-93FA-3282CEFD0145}" dt="2026-04-22T09:38:21.914" v="2369" actId="20577"/>
          <ac:spMkLst>
            <pc:docMk/>
            <pc:sldMk cId="2221516672" sldId="283"/>
            <ac:spMk id="126" creationId="{E3FCDA02-CB92-58D3-8DD2-BA565B7FED63}"/>
          </ac:spMkLst>
        </pc:spChg>
        <pc:grpChg chg="mod">
          <ac:chgData name="PATRUNO ANDREA" userId="434c2d3d-d760-4baf-8981-191d7218719d" providerId="ADAL" clId="{D49931E2-CE7A-4E79-93FA-3282CEFD0145}" dt="2026-04-22T09:38:25.517" v="2370" actId="14100"/>
          <ac:grpSpMkLst>
            <pc:docMk/>
            <pc:sldMk cId="2221516672" sldId="283"/>
            <ac:grpSpMk id="113" creationId="{E966B725-C4B7-1BA2-FA86-C14B5D7AC428}"/>
          </ac:grpSpMkLst>
        </pc:grpChg>
        <pc:picChg chg="mod">
          <ac:chgData name="PATRUNO ANDREA" userId="434c2d3d-d760-4baf-8981-191d7218719d" providerId="ADAL" clId="{D49931E2-CE7A-4E79-93FA-3282CEFD0145}" dt="2026-04-22T09:38:01.655" v="2365" actId="1076"/>
          <ac:picMkLst>
            <pc:docMk/>
            <pc:sldMk cId="2221516672" sldId="283"/>
            <ac:picMk id="41" creationId="{781315AB-AC71-2C7D-D378-EDF5E1B2E0B0}"/>
          </ac:picMkLst>
        </pc:picChg>
      </pc:sldChg>
      <pc:sldChg chg="modSp mod">
        <pc:chgData name="PATRUNO ANDREA" userId="434c2d3d-d760-4baf-8981-191d7218719d" providerId="ADAL" clId="{D49931E2-CE7A-4E79-93FA-3282CEFD0145}" dt="2026-04-22T09:39:51.152" v="2378" actId="207"/>
        <pc:sldMkLst>
          <pc:docMk/>
          <pc:sldMk cId="1518586783" sldId="284"/>
        </pc:sldMkLst>
        <pc:spChg chg="mod">
          <ac:chgData name="PATRUNO ANDREA" userId="434c2d3d-d760-4baf-8981-191d7218719d" providerId="ADAL" clId="{D49931E2-CE7A-4E79-93FA-3282CEFD0145}" dt="2026-04-22T09:39:51.152" v="2378" actId="207"/>
          <ac:spMkLst>
            <pc:docMk/>
            <pc:sldMk cId="1518586783" sldId="284"/>
            <ac:spMk id="36" creationId="{5947F2DA-BC3E-6965-639F-DC06670662A5}"/>
          </ac:spMkLst>
        </pc:spChg>
      </pc:sldChg>
      <pc:sldChg chg="modSp mod">
        <pc:chgData name="PATRUNO ANDREA" userId="434c2d3d-d760-4baf-8981-191d7218719d" providerId="ADAL" clId="{D49931E2-CE7A-4E79-93FA-3282CEFD0145}" dt="2026-04-22T09:46:52.162" v="2419" actId="20577"/>
        <pc:sldMkLst>
          <pc:docMk/>
          <pc:sldMk cId="1590546718" sldId="288"/>
        </pc:sldMkLst>
        <pc:spChg chg="mod">
          <ac:chgData name="PATRUNO ANDREA" userId="434c2d3d-d760-4baf-8981-191d7218719d" providerId="ADAL" clId="{D49931E2-CE7A-4E79-93FA-3282CEFD0145}" dt="2026-04-22T09:46:52.162" v="2419" actId="20577"/>
          <ac:spMkLst>
            <pc:docMk/>
            <pc:sldMk cId="1590546718" sldId="288"/>
            <ac:spMk id="11" creationId="{CB760652-70D8-352E-E243-462482F6B6F9}"/>
          </ac:spMkLst>
        </pc:spChg>
      </pc:sldChg>
      <pc:sldChg chg="addSp delSp modSp mod">
        <pc:chgData name="PATRUNO ANDREA" userId="434c2d3d-d760-4baf-8981-191d7218719d" providerId="ADAL" clId="{D49931E2-CE7A-4E79-93FA-3282CEFD0145}" dt="2026-04-22T10:03:16.734" v="2627" actId="207"/>
        <pc:sldMkLst>
          <pc:docMk/>
          <pc:sldMk cId="2838748534" sldId="289"/>
        </pc:sldMkLst>
        <pc:spChg chg="add del mod">
          <ac:chgData name="PATRUNO ANDREA" userId="434c2d3d-d760-4baf-8981-191d7218719d" providerId="ADAL" clId="{D49931E2-CE7A-4E79-93FA-3282CEFD0145}" dt="2026-04-22T09:47:27.382" v="2465" actId="20577"/>
          <ac:spMkLst>
            <pc:docMk/>
            <pc:sldMk cId="2838748534" sldId="289"/>
            <ac:spMk id="7" creationId="{BAD3820C-65E5-EF1E-45D3-D391C17D7711}"/>
          </ac:spMkLst>
        </pc:spChg>
        <pc:spChg chg="add mod">
          <ac:chgData name="PATRUNO ANDREA" userId="434c2d3d-d760-4baf-8981-191d7218719d" providerId="ADAL" clId="{D49931E2-CE7A-4E79-93FA-3282CEFD0145}" dt="2026-04-22T09:46:43.105" v="2410" actId="571"/>
          <ac:spMkLst>
            <pc:docMk/>
            <pc:sldMk cId="2838748534" sldId="289"/>
            <ac:spMk id="8" creationId="{AF37E541-149E-71FA-0A80-15B00B3DC95E}"/>
          </ac:spMkLst>
        </pc:spChg>
        <pc:spChg chg="add mod">
          <ac:chgData name="PATRUNO ANDREA" userId="434c2d3d-d760-4baf-8981-191d7218719d" providerId="ADAL" clId="{D49931E2-CE7A-4E79-93FA-3282CEFD0145}" dt="2026-04-22T09:46:47.208" v="2413" actId="1076"/>
          <ac:spMkLst>
            <pc:docMk/>
            <pc:sldMk cId="2838748534" sldId="289"/>
            <ac:spMk id="9" creationId="{F981F97C-C267-0B2D-8E2D-927FA6328982}"/>
          </ac:spMkLst>
        </pc:spChg>
        <pc:spChg chg="add del mod">
          <ac:chgData name="PATRUNO ANDREA" userId="434c2d3d-d760-4baf-8981-191d7218719d" providerId="ADAL" clId="{D49931E2-CE7A-4E79-93FA-3282CEFD0145}" dt="2026-04-22T09:48:12.470" v="2526" actId="207"/>
          <ac:spMkLst>
            <pc:docMk/>
            <pc:sldMk cId="2838748534" sldId="289"/>
            <ac:spMk id="12" creationId="{C73B7F5C-85EA-0043-A26D-6B3FE7D2DD17}"/>
          </ac:spMkLst>
        </pc:spChg>
        <pc:spChg chg="add del mod">
          <ac:chgData name="PATRUNO ANDREA" userId="434c2d3d-d760-4baf-8981-191d7218719d" providerId="ADAL" clId="{D49931E2-CE7A-4E79-93FA-3282CEFD0145}" dt="2026-04-22T10:00:38.938" v="2580" actId="1076"/>
          <ac:spMkLst>
            <pc:docMk/>
            <pc:sldMk cId="2838748534" sldId="289"/>
            <ac:spMk id="14" creationId="{7DAA0E2A-F5FA-4D19-3803-D45FBBD1D1A7}"/>
          </ac:spMkLst>
        </pc:spChg>
        <pc:spChg chg="add del mod">
          <ac:chgData name="PATRUNO ANDREA" userId="434c2d3d-d760-4baf-8981-191d7218719d" providerId="ADAL" clId="{D49931E2-CE7A-4E79-93FA-3282CEFD0145}" dt="2026-04-22T10:00:45.981" v="2590" actId="20577"/>
          <ac:spMkLst>
            <pc:docMk/>
            <pc:sldMk cId="2838748534" sldId="289"/>
            <ac:spMk id="15" creationId="{78D41D30-6504-7E3F-2F7F-B4B78265C1B3}"/>
          </ac:spMkLst>
        </pc:spChg>
        <pc:spChg chg="add del mod">
          <ac:chgData name="PATRUNO ANDREA" userId="434c2d3d-d760-4baf-8981-191d7218719d" providerId="ADAL" clId="{D49931E2-CE7A-4E79-93FA-3282CEFD0145}" dt="2026-04-22T10:01:38.588" v="2605" actId="20577"/>
          <ac:spMkLst>
            <pc:docMk/>
            <pc:sldMk cId="2838748534" sldId="289"/>
            <ac:spMk id="16" creationId="{278812FC-C910-533C-C4B9-6581F39486BD}"/>
          </ac:spMkLst>
        </pc:spChg>
        <pc:spChg chg="mod">
          <ac:chgData name="PATRUNO ANDREA" userId="434c2d3d-d760-4baf-8981-191d7218719d" providerId="ADAL" clId="{D49931E2-CE7A-4E79-93FA-3282CEFD0145}" dt="2026-04-22T10:02:53.204" v="2622" actId="14100"/>
          <ac:spMkLst>
            <pc:docMk/>
            <pc:sldMk cId="2838748534" sldId="289"/>
            <ac:spMk id="30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22T10:03:16.734" v="2627" actId="207"/>
          <ac:spMkLst>
            <pc:docMk/>
            <pc:sldMk cId="2838748534" sldId="289"/>
            <ac:spMk id="31" creationId="{00000000-0000-0000-0000-000000000000}"/>
          </ac:spMkLst>
        </pc:spChg>
        <pc:spChg chg="add del mod">
          <ac:chgData name="PATRUNO ANDREA" userId="434c2d3d-d760-4baf-8981-191d7218719d" providerId="ADAL" clId="{D49931E2-CE7A-4E79-93FA-3282CEFD0145}" dt="2026-04-22T09:59:53.621" v="2547" actId="20577"/>
          <ac:spMkLst>
            <pc:docMk/>
            <pc:sldMk cId="2838748534" sldId="289"/>
            <ac:spMk id="32" creationId="{00000000-0000-0000-0000-000000000000}"/>
          </ac:spMkLst>
        </pc:spChg>
        <pc:spChg chg="add del">
          <ac:chgData name="PATRUNO ANDREA" userId="434c2d3d-d760-4baf-8981-191d7218719d" providerId="ADAL" clId="{D49931E2-CE7A-4E79-93FA-3282CEFD0145}" dt="2026-04-22T09:46:47.672" v="2415" actId="478"/>
          <ac:spMkLst>
            <pc:docMk/>
            <pc:sldMk cId="2838748534" sldId="289"/>
            <ac:spMk id="59" creationId="{5209CE2E-3B69-E549-83D6-C0CE8CFACD2F}"/>
          </ac:spMkLst>
        </pc:spChg>
        <pc:spChg chg="add del">
          <ac:chgData name="PATRUNO ANDREA" userId="434c2d3d-d760-4baf-8981-191d7218719d" providerId="ADAL" clId="{D49931E2-CE7A-4E79-93FA-3282CEFD0145}" dt="2026-04-22T09:44:40.993" v="2404" actId="478"/>
          <ac:spMkLst>
            <pc:docMk/>
            <pc:sldMk cId="2838748534" sldId="289"/>
            <ac:spMk id="60" creationId="{26629598-51A8-C830-836C-536A64803C1B}"/>
          </ac:spMkLst>
        </pc:spChg>
        <pc:spChg chg="add del">
          <ac:chgData name="PATRUNO ANDREA" userId="434c2d3d-d760-4baf-8981-191d7218719d" providerId="ADAL" clId="{D49931E2-CE7A-4E79-93FA-3282CEFD0145}" dt="2026-04-22T09:44:40.993" v="2404" actId="478"/>
          <ac:spMkLst>
            <pc:docMk/>
            <pc:sldMk cId="2838748534" sldId="289"/>
            <ac:spMk id="61" creationId="{F28CA187-3777-F4D4-2360-19628DCC732A}"/>
          </ac:spMkLst>
        </pc:spChg>
        <pc:spChg chg="add del">
          <ac:chgData name="PATRUNO ANDREA" userId="434c2d3d-d760-4baf-8981-191d7218719d" providerId="ADAL" clId="{D49931E2-CE7A-4E79-93FA-3282CEFD0145}" dt="2026-04-22T09:46:47.528" v="2414" actId="478"/>
          <ac:spMkLst>
            <pc:docMk/>
            <pc:sldMk cId="2838748534" sldId="289"/>
            <ac:spMk id="62" creationId="{E845574A-B7CD-29D3-C520-25F212EBEA31}"/>
          </ac:spMkLst>
        </pc:spChg>
      </pc:sldChg>
      <pc:sldChg chg="addSp delSp modSp mod">
        <pc:chgData name="PATRUNO ANDREA" userId="434c2d3d-d760-4baf-8981-191d7218719d" providerId="ADAL" clId="{D49931E2-CE7A-4E79-93FA-3282CEFD0145}" dt="2026-04-22T10:04:39.236" v="2632" actId="1076"/>
        <pc:sldMkLst>
          <pc:docMk/>
          <pc:sldMk cId="1654007960" sldId="290"/>
        </pc:sldMkLst>
        <pc:spChg chg="add mod">
          <ac:chgData name="PATRUNO ANDREA" userId="434c2d3d-d760-4baf-8981-191d7218719d" providerId="ADAL" clId="{D49931E2-CE7A-4E79-93FA-3282CEFD0145}" dt="2026-04-22T10:04:39.236" v="2632" actId="1076"/>
          <ac:spMkLst>
            <pc:docMk/>
            <pc:sldMk cId="1654007960" sldId="290"/>
            <ac:spMk id="5" creationId="{1A95BC31-F42E-678A-F944-082A626F7854}"/>
          </ac:spMkLst>
        </pc:spChg>
        <pc:spChg chg="del">
          <ac:chgData name="PATRUNO ANDREA" userId="434c2d3d-d760-4baf-8981-191d7218719d" providerId="ADAL" clId="{D49931E2-CE7A-4E79-93FA-3282CEFD0145}" dt="2026-04-22T10:04:30.227" v="2629" actId="478"/>
          <ac:spMkLst>
            <pc:docMk/>
            <pc:sldMk cId="1654007960" sldId="290"/>
            <ac:spMk id="56" creationId="{F6769360-0CE5-D5E7-B06E-EE87C5D68E9B}"/>
          </ac:spMkLst>
        </pc:spChg>
        <pc:spChg chg="del">
          <ac:chgData name="PATRUNO ANDREA" userId="434c2d3d-d760-4baf-8981-191d7218719d" providerId="ADAL" clId="{D49931E2-CE7A-4E79-93FA-3282CEFD0145}" dt="2026-04-22T10:04:29.730" v="2628" actId="478"/>
          <ac:spMkLst>
            <pc:docMk/>
            <pc:sldMk cId="1654007960" sldId="290"/>
            <ac:spMk id="75" creationId="{21E4E003-BD9A-D04D-CDC2-C4F4FEF12358}"/>
          </ac:spMkLst>
        </pc:spChg>
        <pc:spChg chg="del">
          <ac:chgData name="PATRUNO ANDREA" userId="434c2d3d-d760-4baf-8981-191d7218719d" providerId="ADAL" clId="{D49931E2-CE7A-4E79-93FA-3282CEFD0145}" dt="2026-04-22T10:04:29.730" v="2628" actId="478"/>
          <ac:spMkLst>
            <pc:docMk/>
            <pc:sldMk cId="1654007960" sldId="290"/>
            <ac:spMk id="76" creationId="{C7649F2B-FF7A-A61E-099A-99FB1DB63AFF}"/>
          </ac:spMkLst>
        </pc:spChg>
      </pc:sldChg>
      <pc:sldChg chg="add del">
        <pc:chgData name="PATRUNO ANDREA" userId="434c2d3d-d760-4baf-8981-191d7218719d" providerId="ADAL" clId="{D49931E2-CE7A-4E79-93FA-3282CEFD0145}" dt="2026-04-22T11:58:24.855" v="3078" actId="2696"/>
        <pc:sldMkLst>
          <pc:docMk/>
          <pc:sldMk cId="2371905339" sldId="292"/>
        </pc:sldMkLst>
      </pc:sldChg>
      <pc:sldChg chg="modSp mod">
        <pc:chgData name="PATRUNO ANDREA" userId="434c2d3d-d760-4baf-8981-191d7218719d" providerId="ADAL" clId="{D49931E2-CE7A-4E79-93FA-3282CEFD0145}" dt="2026-04-22T10:12:36.274" v="2673" actId="20577"/>
        <pc:sldMkLst>
          <pc:docMk/>
          <pc:sldMk cId="1601501349" sldId="294"/>
        </pc:sldMkLst>
        <pc:spChg chg="mod">
          <ac:chgData name="PATRUNO ANDREA" userId="434c2d3d-d760-4baf-8981-191d7218719d" providerId="ADAL" clId="{D49931E2-CE7A-4E79-93FA-3282CEFD0145}" dt="2026-04-22T10:11:53.148" v="2649" actId="14100"/>
          <ac:spMkLst>
            <pc:docMk/>
            <pc:sldMk cId="1601501349" sldId="294"/>
            <ac:spMk id="8" creationId="{2E4D99C9-47B1-5F84-7B1D-D34D9C32B4E2}"/>
          </ac:spMkLst>
        </pc:spChg>
        <pc:spChg chg="mod">
          <ac:chgData name="PATRUNO ANDREA" userId="434c2d3d-d760-4baf-8981-191d7218719d" providerId="ADAL" clId="{D49931E2-CE7A-4E79-93FA-3282CEFD0145}" dt="2026-04-22T10:12:01.796" v="2652" actId="14100"/>
          <ac:spMkLst>
            <pc:docMk/>
            <pc:sldMk cId="1601501349" sldId="294"/>
            <ac:spMk id="11" creationId="{5B9FF722-5CDB-0A1D-67BB-3E617F1BC090}"/>
          </ac:spMkLst>
        </pc:spChg>
        <pc:spChg chg="mod">
          <ac:chgData name="PATRUNO ANDREA" userId="434c2d3d-d760-4baf-8981-191d7218719d" providerId="ADAL" clId="{D49931E2-CE7A-4E79-93FA-3282CEFD0145}" dt="2026-04-22T10:12:36.274" v="2673" actId="20577"/>
          <ac:spMkLst>
            <pc:docMk/>
            <pc:sldMk cId="1601501349" sldId="294"/>
            <ac:spMk id="53" creationId="{14DDB9A7-839B-C22A-3F7F-BFE6CF810850}"/>
          </ac:spMkLst>
        </pc:spChg>
        <pc:picChg chg="mod">
          <ac:chgData name="PATRUNO ANDREA" userId="434c2d3d-d760-4baf-8981-191d7218719d" providerId="ADAL" clId="{D49931E2-CE7A-4E79-93FA-3282CEFD0145}" dt="2026-04-22T10:11:45.557" v="2647" actId="1076"/>
          <ac:picMkLst>
            <pc:docMk/>
            <pc:sldMk cId="1601501349" sldId="294"/>
            <ac:picMk id="60" creationId="{18C36CAD-6BFA-CB27-CDB6-FD32A8680122}"/>
          </ac:picMkLst>
        </pc:picChg>
      </pc:sldChg>
      <pc:sldChg chg="modSp mod">
        <pc:chgData name="PATRUNO ANDREA" userId="434c2d3d-d760-4baf-8981-191d7218719d" providerId="ADAL" clId="{D49931E2-CE7A-4E79-93FA-3282CEFD0145}" dt="2026-04-22T10:30:16.076" v="2885" actId="20577"/>
        <pc:sldMkLst>
          <pc:docMk/>
          <pc:sldMk cId="742975812" sldId="295"/>
        </pc:sldMkLst>
        <pc:spChg chg="mod">
          <ac:chgData name="PATRUNO ANDREA" userId="434c2d3d-d760-4baf-8981-191d7218719d" providerId="ADAL" clId="{D49931E2-CE7A-4E79-93FA-3282CEFD0145}" dt="2026-04-22T10:20:51.266" v="2678" actId="20577"/>
          <ac:spMkLst>
            <pc:docMk/>
            <pc:sldMk cId="742975812" sldId="295"/>
            <ac:spMk id="5" creationId="{724F819A-10B1-FD9C-3F31-44D102A6121E}"/>
          </ac:spMkLst>
        </pc:spChg>
        <pc:spChg chg="mod">
          <ac:chgData name="PATRUNO ANDREA" userId="434c2d3d-d760-4baf-8981-191d7218719d" providerId="ADAL" clId="{D49931E2-CE7A-4E79-93FA-3282CEFD0145}" dt="2026-04-22T10:21:18.688" v="2713" actId="20577"/>
          <ac:spMkLst>
            <pc:docMk/>
            <pc:sldMk cId="742975812" sldId="295"/>
            <ac:spMk id="11" creationId="{DABAF401-1F55-8F4A-5AD7-E9615D7927AC}"/>
          </ac:spMkLst>
        </pc:spChg>
        <pc:spChg chg="mod">
          <ac:chgData name="PATRUNO ANDREA" userId="434c2d3d-d760-4baf-8981-191d7218719d" providerId="ADAL" clId="{D49931E2-CE7A-4E79-93FA-3282CEFD0145}" dt="2026-04-22T10:29:10.455" v="2872" actId="113"/>
          <ac:spMkLst>
            <pc:docMk/>
            <pc:sldMk cId="742975812" sldId="295"/>
            <ac:spMk id="12" creationId="{3322C57A-6140-FD90-46C5-8E7D81FBFBFF}"/>
          </ac:spMkLst>
        </pc:spChg>
        <pc:spChg chg="mod">
          <ac:chgData name="PATRUNO ANDREA" userId="434c2d3d-d760-4baf-8981-191d7218719d" providerId="ADAL" clId="{D49931E2-CE7A-4E79-93FA-3282CEFD0145}" dt="2026-04-22T10:23:18.050" v="2753" actId="1076"/>
          <ac:spMkLst>
            <pc:docMk/>
            <pc:sldMk cId="742975812" sldId="295"/>
            <ac:spMk id="27" creationId="{BA8C2094-875E-78FD-0177-0B6A4E6DCF42}"/>
          </ac:spMkLst>
        </pc:spChg>
        <pc:spChg chg="mod">
          <ac:chgData name="PATRUNO ANDREA" userId="434c2d3d-d760-4baf-8981-191d7218719d" providerId="ADAL" clId="{D49931E2-CE7A-4E79-93FA-3282CEFD0145}" dt="2026-04-22T10:23:20" v="2754" actId="1076"/>
          <ac:spMkLst>
            <pc:docMk/>
            <pc:sldMk cId="742975812" sldId="295"/>
            <ac:spMk id="30" creationId="{595F3585-525B-122B-3FB3-05D454366849}"/>
          </ac:spMkLst>
        </pc:spChg>
        <pc:spChg chg="mod">
          <ac:chgData name="PATRUNO ANDREA" userId="434c2d3d-d760-4baf-8981-191d7218719d" providerId="ADAL" clId="{D49931E2-CE7A-4E79-93FA-3282CEFD0145}" dt="2026-04-22T10:29:21.218" v="2873" actId="113"/>
          <ac:spMkLst>
            <pc:docMk/>
            <pc:sldMk cId="742975812" sldId="295"/>
            <ac:spMk id="31" creationId="{64CB1687-0E0E-8EBD-AF9B-49F846B0115E}"/>
          </ac:spMkLst>
        </pc:spChg>
        <pc:spChg chg="mod">
          <ac:chgData name="PATRUNO ANDREA" userId="434c2d3d-d760-4baf-8981-191d7218719d" providerId="ADAL" clId="{D49931E2-CE7A-4E79-93FA-3282CEFD0145}" dt="2026-04-22T10:25:13.813" v="2857" actId="1076"/>
          <ac:spMkLst>
            <pc:docMk/>
            <pc:sldMk cId="742975812" sldId="295"/>
            <ac:spMk id="34" creationId="{201B04D5-DA4E-22FD-2323-0455F908C075}"/>
          </ac:spMkLst>
        </pc:spChg>
        <pc:spChg chg="mod">
          <ac:chgData name="PATRUNO ANDREA" userId="434c2d3d-d760-4baf-8981-191d7218719d" providerId="ADAL" clId="{D49931E2-CE7A-4E79-93FA-3282CEFD0145}" dt="2026-04-22T10:30:16.076" v="2885" actId="20577"/>
          <ac:spMkLst>
            <pc:docMk/>
            <pc:sldMk cId="742975812" sldId="295"/>
            <ac:spMk id="35" creationId="{8E35B743-F597-4055-AFBC-D4D0ECDF480B}"/>
          </ac:spMkLst>
        </pc:spChg>
      </pc:sldChg>
      <pc:sldChg chg="addSp delSp modSp mod">
        <pc:chgData name="PATRUNO ANDREA" userId="434c2d3d-d760-4baf-8981-191d7218719d" providerId="ADAL" clId="{D49931E2-CE7A-4E79-93FA-3282CEFD0145}" dt="2026-04-22T10:41:29.285" v="2970" actId="14100"/>
        <pc:sldMkLst>
          <pc:docMk/>
          <pc:sldMk cId="3953728975" sldId="296"/>
        </pc:sldMkLst>
        <pc:picChg chg="add del mod">
          <ac:chgData name="PATRUNO ANDREA" userId="434c2d3d-d760-4baf-8981-191d7218719d" providerId="ADAL" clId="{D49931E2-CE7A-4E79-93FA-3282CEFD0145}" dt="2026-04-22T10:40:47.939" v="2960" actId="478"/>
          <ac:picMkLst>
            <pc:docMk/>
            <pc:sldMk cId="3953728975" sldId="296"/>
            <ac:picMk id="6" creationId="{12D48939-8949-6069-A314-98F7EE46F33A}"/>
          </ac:picMkLst>
        </pc:picChg>
        <pc:picChg chg="del">
          <ac:chgData name="PATRUNO ANDREA" userId="434c2d3d-d760-4baf-8981-191d7218719d" providerId="ADAL" clId="{D49931E2-CE7A-4E79-93FA-3282CEFD0145}" dt="2026-04-22T10:31:09.489" v="2886" actId="478"/>
          <ac:picMkLst>
            <pc:docMk/>
            <pc:sldMk cId="3953728975" sldId="296"/>
            <ac:picMk id="7" creationId="{4F09E288-76B8-314B-7EDB-C8713B1DB44C}"/>
          </ac:picMkLst>
        </pc:picChg>
        <pc:picChg chg="del">
          <ac:chgData name="PATRUNO ANDREA" userId="434c2d3d-d760-4baf-8981-191d7218719d" providerId="ADAL" clId="{D49931E2-CE7A-4E79-93FA-3282CEFD0145}" dt="2026-04-22T10:31:20.026" v="2889" actId="478"/>
          <ac:picMkLst>
            <pc:docMk/>
            <pc:sldMk cId="3953728975" sldId="296"/>
            <ac:picMk id="8" creationId="{2BC5F768-666A-14AD-0D62-16C1122BD11A}"/>
          </ac:picMkLst>
        </pc:picChg>
        <pc:picChg chg="add del mod">
          <ac:chgData name="PATRUNO ANDREA" userId="434c2d3d-d760-4baf-8981-191d7218719d" providerId="ADAL" clId="{D49931E2-CE7A-4E79-93FA-3282CEFD0145}" dt="2026-04-22T10:40:53.123" v="2963" actId="478"/>
          <ac:picMkLst>
            <pc:docMk/>
            <pc:sldMk cId="3953728975" sldId="296"/>
            <ac:picMk id="10" creationId="{63BABDED-4F8A-5328-1526-FB463617E903}"/>
          </ac:picMkLst>
        </pc:picChg>
        <pc:picChg chg="add mod">
          <ac:chgData name="PATRUNO ANDREA" userId="434c2d3d-d760-4baf-8981-191d7218719d" providerId="ADAL" clId="{D49931E2-CE7A-4E79-93FA-3282CEFD0145}" dt="2026-04-22T10:41:29.285" v="2970" actId="14100"/>
          <ac:picMkLst>
            <pc:docMk/>
            <pc:sldMk cId="3953728975" sldId="296"/>
            <ac:picMk id="12" creationId="{B5E6601C-B4AF-392D-FD52-CBF16BAD27AA}"/>
          </ac:picMkLst>
        </pc:picChg>
        <pc:picChg chg="add mod">
          <ac:chgData name="PATRUNO ANDREA" userId="434c2d3d-d760-4baf-8981-191d7218719d" providerId="ADAL" clId="{D49931E2-CE7A-4E79-93FA-3282CEFD0145}" dt="2026-04-22T10:41:25.216" v="2969" actId="14100"/>
          <ac:picMkLst>
            <pc:docMk/>
            <pc:sldMk cId="3953728975" sldId="296"/>
            <ac:picMk id="14" creationId="{559725E1-993E-E3A6-D3A9-9E0E55A9CDA3}"/>
          </ac:picMkLst>
        </pc:picChg>
      </pc:sldChg>
      <pc:sldChg chg="addSp delSp modSp mod">
        <pc:chgData name="PATRUNO ANDREA" userId="434c2d3d-d760-4baf-8981-191d7218719d" providerId="ADAL" clId="{D49931E2-CE7A-4E79-93FA-3282CEFD0145}" dt="2026-04-22T10:40:27.552" v="2959" actId="1076"/>
        <pc:sldMkLst>
          <pc:docMk/>
          <pc:sldMk cId="377742269" sldId="297"/>
        </pc:sldMkLst>
        <pc:picChg chg="add del mod">
          <ac:chgData name="PATRUNO ANDREA" userId="434c2d3d-d760-4baf-8981-191d7218719d" providerId="ADAL" clId="{D49931E2-CE7A-4E79-93FA-3282CEFD0145}" dt="2026-04-22T10:37:49.245" v="2928" actId="478"/>
          <ac:picMkLst>
            <pc:docMk/>
            <pc:sldMk cId="377742269" sldId="297"/>
            <ac:picMk id="4" creationId="{4765062E-9361-8F81-4F6A-BD299A4C7A50}"/>
          </ac:picMkLst>
        </pc:picChg>
        <pc:picChg chg="add del mod">
          <ac:chgData name="PATRUNO ANDREA" userId="434c2d3d-d760-4baf-8981-191d7218719d" providerId="ADAL" clId="{D49931E2-CE7A-4E79-93FA-3282CEFD0145}" dt="2026-04-22T10:34:43.836" v="2924" actId="22"/>
          <ac:picMkLst>
            <pc:docMk/>
            <pc:sldMk cId="377742269" sldId="297"/>
            <ac:picMk id="7" creationId="{FB640770-835C-E646-EDDE-52222E990FB8}"/>
          </ac:picMkLst>
        </pc:picChg>
        <pc:picChg chg="add del mod">
          <ac:chgData name="PATRUNO ANDREA" userId="434c2d3d-d760-4baf-8981-191d7218719d" providerId="ADAL" clId="{D49931E2-CE7A-4E79-93FA-3282CEFD0145}" dt="2026-04-22T10:34:42.427" v="2920" actId="22"/>
          <ac:picMkLst>
            <pc:docMk/>
            <pc:sldMk cId="377742269" sldId="297"/>
            <ac:picMk id="9" creationId="{FC773F8F-5FAA-C462-A681-F620D1AF4F7A}"/>
          </ac:picMkLst>
        </pc:picChg>
        <pc:picChg chg="add del mod">
          <ac:chgData name="PATRUNO ANDREA" userId="434c2d3d-d760-4baf-8981-191d7218719d" providerId="ADAL" clId="{D49931E2-CE7A-4E79-93FA-3282CEFD0145}" dt="2026-04-22T10:38:07.813" v="2934" actId="478"/>
          <ac:picMkLst>
            <pc:docMk/>
            <pc:sldMk cId="377742269" sldId="297"/>
            <ac:picMk id="11" creationId="{C7E90BDB-257A-E531-3380-D16A2C694025}"/>
          </ac:picMkLst>
        </pc:picChg>
        <pc:picChg chg="add del mod">
          <ac:chgData name="PATRUNO ANDREA" userId="434c2d3d-d760-4baf-8981-191d7218719d" providerId="ADAL" clId="{D49931E2-CE7A-4E79-93FA-3282CEFD0145}" dt="2026-04-22T10:38:30.940" v="2938" actId="478"/>
          <ac:picMkLst>
            <pc:docMk/>
            <pc:sldMk cId="377742269" sldId="297"/>
            <ac:picMk id="13" creationId="{443F2E19-6B66-D291-A08D-25BB920E45C7}"/>
          </ac:picMkLst>
        </pc:picChg>
        <pc:picChg chg="add del mod">
          <ac:chgData name="PATRUNO ANDREA" userId="434c2d3d-d760-4baf-8981-191d7218719d" providerId="ADAL" clId="{D49931E2-CE7A-4E79-93FA-3282CEFD0145}" dt="2026-04-22T10:40:13.716" v="2950" actId="478"/>
          <ac:picMkLst>
            <pc:docMk/>
            <pc:sldMk cId="377742269" sldId="297"/>
            <ac:picMk id="15" creationId="{7F802094-508A-5D59-4728-826D0A08243A}"/>
          </ac:picMkLst>
        </pc:picChg>
        <pc:picChg chg="add mod">
          <ac:chgData name="PATRUNO ANDREA" userId="434c2d3d-d760-4baf-8981-191d7218719d" providerId="ADAL" clId="{D49931E2-CE7A-4E79-93FA-3282CEFD0145}" dt="2026-04-22T10:40:27.552" v="2959" actId="1076"/>
          <ac:picMkLst>
            <pc:docMk/>
            <pc:sldMk cId="377742269" sldId="297"/>
            <ac:picMk id="17" creationId="{AAFEDCC3-BE9A-0439-CA34-A8AE8AEF2D50}"/>
          </ac:picMkLst>
        </pc:picChg>
      </pc:sldChg>
      <pc:sldChg chg="modSp mod">
        <pc:chgData name="PATRUNO ANDREA" userId="434c2d3d-d760-4baf-8981-191d7218719d" providerId="ADAL" clId="{D49931E2-CE7A-4E79-93FA-3282CEFD0145}" dt="2026-04-22T10:48:06.491" v="3077" actId="14100"/>
        <pc:sldMkLst>
          <pc:docMk/>
          <pc:sldMk cId="2272666096" sldId="298"/>
        </pc:sldMkLst>
        <pc:spChg chg="mod">
          <ac:chgData name="PATRUNO ANDREA" userId="434c2d3d-d760-4baf-8981-191d7218719d" providerId="ADAL" clId="{D49931E2-CE7A-4E79-93FA-3282CEFD0145}" dt="2026-04-22T10:46:05.373" v="2989" actId="20577"/>
          <ac:spMkLst>
            <pc:docMk/>
            <pc:sldMk cId="2272666096" sldId="298"/>
            <ac:spMk id="6" creationId="{F6E46B46-E241-B56F-A765-AA3E2C80870E}"/>
          </ac:spMkLst>
        </pc:spChg>
        <pc:spChg chg="mod">
          <ac:chgData name="PATRUNO ANDREA" userId="434c2d3d-d760-4baf-8981-191d7218719d" providerId="ADAL" clId="{D49931E2-CE7A-4E79-93FA-3282CEFD0145}" dt="2026-04-22T10:48:06.491" v="3077" actId="14100"/>
          <ac:spMkLst>
            <pc:docMk/>
            <pc:sldMk cId="2272666096" sldId="298"/>
            <ac:spMk id="11" creationId="{2BD6FC31-2E7F-6ADC-0E18-E89BC6CD57A0}"/>
          </ac:spMkLst>
        </pc:spChg>
        <pc:spChg chg="mod">
          <ac:chgData name="PATRUNO ANDREA" userId="434c2d3d-d760-4baf-8981-191d7218719d" providerId="ADAL" clId="{D49931E2-CE7A-4E79-93FA-3282CEFD0145}" dt="2026-04-22T10:46:35.428" v="3048" actId="20577"/>
          <ac:spMkLst>
            <pc:docMk/>
            <pc:sldMk cId="2272666096" sldId="298"/>
            <ac:spMk id="13" creationId="{D6CFDA93-1674-7EE6-E1C9-50C638120488}"/>
          </ac:spMkLst>
        </pc:spChg>
        <pc:spChg chg="mod">
          <ac:chgData name="PATRUNO ANDREA" userId="434c2d3d-d760-4baf-8981-191d7218719d" providerId="ADAL" clId="{D49931E2-CE7A-4E79-93FA-3282CEFD0145}" dt="2026-04-22T10:47:34.164" v="3059" actId="1076"/>
          <ac:spMkLst>
            <pc:docMk/>
            <pc:sldMk cId="2272666096" sldId="298"/>
            <ac:spMk id="15" creationId="{B9C4B5B0-9464-0598-1CC6-2C0C6A1DF243}"/>
          </ac:spMkLst>
        </pc:spChg>
      </pc:sldChg>
    </pc:docChg>
  </pc:docChgLst>
  <pc:docChgLst>
    <pc:chgData name="PATRUNO ANDREA" userId="434c2d3d-d760-4baf-8981-191d7218719d" providerId="ADAL" clId="{16F693D4-62C4-4BA3-8943-81787A08A71E}"/>
    <pc:docChg chg="undo redo custSel addSld modSld sldOrd">
      <pc:chgData name="PATRUNO ANDREA" userId="434c2d3d-d760-4baf-8981-191d7218719d" providerId="ADAL" clId="{16F693D4-62C4-4BA3-8943-81787A08A71E}" dt="2026-04-10T12:09:05.589" v="746" actId="14100"/>
      <pc:docMkLst>
        <pc:docMk/>
      </pc:docMkLst>
      <pc:sldChg chg="addSp delSp modSp new mod">
        <pc:chgData name="PATRUNO ANDREA" userId="434c2d3d-d760-4baf-8981-191d7218719d" providerId="ADAL" clId="{16F693D4-62C4-4BA3-8943-81787A08A71E}" dt="2026-04-10T11:09:21.218" v="383" actId="207"/>
        <pc:sldMkLst>
          <pc:docMk/>
          <pc:sldMk cId="2814612309" sldId="267"/>
        </pc:sldMkLst>
        <pc:spChg chg="add mod">
          <ac:chgData name="PATRUNO ANDREA" userId="434c2d3d-d760-4baf-8981-191d7218719d" providerId="ADAL" clId="{16F693D4-62C4-4BA3-8943-81787A08A71E}" dt="2026-04-10T10:52:07.435" v="21" actId="20577"/>
          <ac:spMkLst>
            <pc:docMk/>
            <pc:sldMk cId="2814612309" sldId="267"/>
            <ac:spMk id="2" creationId="{EECF17F0-E193-7F72-05C6-23F7DF416B1D}"/>
          </ac:spMkLst>
        </pc:spChg>
        <pc:spChg chg="add mod">
          <ac:chgData name="PATRUNO ANDREA" userId="434c2d3d-d760-4baf-8981-191d7218719d" providerId="ADAL" clId="{16F693D4-62C4-4BA3-8943-81787A08A71E}" dt="2026-04-10T10:56:34.407" v="112" actId="14100"/>
          <ac:spMkLst>
            <pc:docMk/>
            <pc:sldMk cId="2814612309" sldId="267"/>
            <ac:spMk id="3" creationId="{B4856C3E-95A8-8FBB-BF61-42A33B3C7FA2}"/>
          </ac:spMkLst>
        </pc:spChg>
        <pc:spChg chg="add mod">
          <ac:chgData name="PATRUNO ANDREA" userId="434c2d3d-d760-4baf-8981-191d7218719d" providerId="ADAL" clId="{16F693D4-62C4-4BA3-8943-81787A08A71E}" dt="2026-04-10T10:55:20.211" v="102" actId="14100"/>
          <ac:spMkLst>
            <pc:docMk/>
            <pc:sldMk cId="2814612309" sldId="267"/>
            <ac:spMk id="4" creationId="{62B66494-BFC9-C502-95D6-0D93B9C4E241}"/>
          </ac:spMkLst>
        </pc:spChg>
        <pc:spChg chg="mod">
          <ac:chgData name="PATRUNO ANDREA" userId="434c2d3d-d760-4baf-8981-191d7218719d" providerId="ADAL" clId="{16F693D4-62C4-4BA3-8943-81787A08A71E}" dt="2026-04-10T11:08:44.904" v="374" actId="1076"/>
          <ac:spMkLst>
            <pc:docMk/>
            <pc:sldMk cId="2814612309" sldId="267"/>
            <ac:spMk id="13" creationId="{56070D00-0291-9D85-2A52-9D92F4CECE9D}"/>
          </ac:spMkLst>
        </pc:spChg>
        <pc:spChg chg="mod">
          <ac:chgData name="PATRUNO ANDREA" userId="434c2d3d-d760-4baf-8981-191d7218719d" providerId="ADAL" clId="{16F693D4-62C4-4BA3-8943-81787A08A71E}" dt="2026-04-10T11:08:44.904" v="374" actId="1076"/>
          <ac:spMkLst>
            <pc:docMk/>
            <pc:sldMk cId="2814612309" sldId="267"/>
            <ac:spMk id="22" creationId="{E4A50B6E-C841-B9C9-F420-D4E056B77277}"/>
          </ac:spMkLst>
        </pc:spChg>
        <pc:spChg chg="mod">
          <ac:chgData name="PATRUNO ANDREA" userId="434c2d3d-d760-4baf-8981-191d7218719d" providerId="ADAL" clId="{16F693D4-62C4-4BA3-8943-81787A08A71E}" dt="2026-04-10T11:08:52.611" v="375" actId="1076"/>
          <ac:spMkLst>
            <pc:docMk/>
            <pc:sldMk cId="2814612309" sldId="267"/>
            <ac:spMk id="26" creationId="{B609A615-04DA-125D-7648-437909D69EA7}"/>
          </ac:spMkLst>
        </pc:spChg>
        <pc:spChg chg="add del mod">
          <ac:chgData name="PATRUNO ANDREA" userId="434c2d3d-d760-4baf-8981-191d7218719d" providerId="ADAL" clId="{16F693D4-62C4-4BA3-8943-81787A08A71E}" dt="2026-04-10T11:08:44.904" v="374" actId="1076"/>
          <ac:spMkLst>
            <pc:docMk/>
            <pc:sldMk cId="2814612309" sldId="267"/>
            <ac:spMk id="35" creationId="{D6E0CC0D-7D94-AA1B-07AF-257B80682547}"/>
          </ac:spMkLst>
        </pc:spChg>
        <pc:spChg chg="add mod">
          <ac:chgData name="PATRUNO ANDREA" userId="434c2d3d-d760-4baf-8981-191d7218719d" providerId="ADAL" clId="{16F693D4-62C4-4BA3-8943-81787A08A71E}" dt="2026-04-10T11:08:44.904" v="374" actId="1076"/>
          <ac:spMkLst>
            <pc:docMk/>
            <pc:sldMk cId="2814612309" sldId="267"/>
            <ac:spMk id="36" creationId="{981C6F95-42A6-9117-4153-7A82AD31A77B}"/>
          </ac:spMkLst>
        </pc:spChg>
        <pc:spChg chg="add mod">
          <ac:chgData name="PATRUNO ANDREA" userId="434c2d3d-d760-4baf-8981-191d7218719d" providerId="ADAL" clId="{16F693D4-62C4-4BA3-8943-81787A08A71E}" dt="2026-04-10T11:08:52.611" v="375" actId="1076"/>
          <ac:spMkLst>
            <pc:docMk/>
            <pc:sldMk cId="2814612309" sldId="267"/>
            <ac:spMk id="39" creationId="{65724F8C-93D1-45DB-CCEF-B69D4C41B516}"/>
          </ac:spMkLst>
        </pc:spChg>
        <pc:picChg chg="add mod">
          <ac:chgData name="PATRUNO ANDREA" userId="434c2d3d-d760-4baf-8981-191d7218719d" providerId="ADAL" clId="{16F693D4-62C4-4BA3-8943-81787A08A71E}" dt="2026-04-10T11:08:44.904" v="374" actId="1076"/>
          <ac:picMkLst>
            <pc:docMk/>
            <pc:sldMk cId="2814612309" sldId="267"/>
            <ac:picMk id="41" creationId="{B96C1320-1210-606B-B69D-BC99BF88B19D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6594093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svg"/><Relationship Id="rId7" Type="http://schemas.openxmlformats.org/officeDocument/2006/relationships/image" Target="../media/image10.png"/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11" Type="http://schemas.openxmlformats.org/officeDocument/2006/relationships/image" Target="../media/image14.png"/><Relationship Id="rId5" Type="http://schemas.openxmlformats.org/officeDocument/2006/relationships/image" Target="../media/image8.svg"/><Relationship Id="rId10" Type="http://schemas.openxmlformats.org/officeDocument/2006/relationships/image" Target="../media/image13.png"/><Relationship Id="rId4" Type="http://schemas.openxmlformats.org/officeDocument/2006/relationships/image" Target="../media/image7.svg"/><Relationship Id="rId9" Type="http://schemas.openxmlformats.org/officeDocument/2006/relationships/image" Target="../media/image1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0.png"/><Relationship Id="rId7" Type="http://schemas.openxmlformats.org/officeDocument/2006/relationships/image" Target="../media/image19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svg"/><Relationship Id="rId5" Type="http://schemas.openxmlformats.org/officeDocument/2006/relationships/image" Target="../media/image17.svg"/><Relationship Id="rId4" Type="http://schemas.openxmlformats.org/officeDocument/2006/relationships/image" Target="../media/image16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23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5" Type="http://schemas.microsoft.com/office/2007/relationships/hdphoto" Target="../media/hdphoto1.wdp"/><Relationship Id="rId4" Type="http://schemas.openxmlformats.org/officeDocument/2006/relationships/image" Target="../media/image2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3.png"/><Relationship Id="rId4" Type="http://schemas.openxmlformats.org/officeDocument/2006/relationships/image" Target="../media/image2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10.png"/><Relationship Id="rId7" Type="http://schemas.openxmlformats.org/officeDocument/2006/relationships/image" Target="../media/image34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10" Type="http://schemas.openxmlformats.org/officeDocument/2006/relationships/image" Target="../media/image37.png"/><Relationship Id="rId4" Type="http://schemas.openxmlformats.org/officeDocument/2006/relationships/image" Target="../media/image31.png"/><Relationship Id="rId9" Type="http://schemas.openxmlformats.org/officeDocument/2006/relationships/image" Target="../media/image3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0.png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2.png"/><Relationship Id="rId4" Type="http://schemas.openxmlformats.org/officeDocument/2006/relationships/image" Target="../media/image41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3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8.png"/><Relationship Id="rId3" Type="http://schemas.openxmlformats.org/officeDocument/2006/relationships/image" Target="../media/image10.png"/><Relationship Id="rId7" Type="http://schemas.openxmlformats.org/officeDocument/2006/relationships/image" Target="../media/image47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6.png"/><Relationship Id="rId5" Type="http://schemas.openxmlformats.org/officeDocument/2006/relationships/image" Target="../media/image45.png"/><Relationship Id="rId4" Type="http://schemas.openxmlformats.org/officeDocument/2006/relationships/image" Target="../media/image44.png"/><Relationship Id="rId9" Type="http://schemas.openxmlformats.org/officeDocument/2006/relationships/image" Target="../media/image49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tangolo 1">
            <a:extLst>
              <a:ext uri="{FF2B5EF4-FFF2-40B4-BE49-F238E27FC236}">
                <a16:creationId xmlns:a16="http://schemas.microsoft.com/office/drawing/2014/main" id="{894E7780-B62A-57D6-8B36-32259F35210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 flip="none" rotWithShape="1">
            <a:gsLst>
              <a:gs pos="30000">
                <a:srgbClr val="0A1128"/>
              </a:gs>
              <a:gs pos="72000">
                <a:schemeClr val="accent1">
                  <a:lumMod val="45000"/>
                  <a:lumOff val="55000"/>
                </a:schemeClr>
              </a:gs>
              <a:gs pos="92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B43C55E8-F234-699D-79AB-233CF7603B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750" y="170878"/>
            <a:ext cx="2147126" cy="934268"/>
          </a:xfrm>
          <a:prstGeom prst="rect">
            <a:avLst/>
          </a:prstGeom>
        </p:spPr>
      </p:pic>
      <p:pic>
        <p:nvPicPr>
          <p:cNvPr id="4" name="Immagine 3">
            <a:extLst>
              <a:ext uri="{FF2B5EF4-FFF2-40B4-BE49-F238E27FC236}">
                <a16:creationId xmlns:a16="http://schemas.microsoft.com/office/drawing/2014/main" id="{10E134FA-C447-EBCB-1BDE-80C9B03836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6406" y="-245228"/>
            <a:ext cx="2998844" cy="1694212"/>
          </a:xfrm>
          <a:prstGeom prst="rect">
            <a:avLst/>
          </a:prstGeom>
        </p:spPr>
      </p:pic>
      <p:sp>
        <p:nvSpPr>
          <p:cNvPr id="22" name="CasellaDiTesto 21">
            <a:extLst>
              <a:ext uri="{FF2B5EF4-FFF2-40B4-BE49-F238E27FC236}">
                <a16:creationId xmlns:a16="http://schemas.microsoft.com/office/drawing/2014/main" id="{9E84622A-8BAB-D675-B711-7C1195C1A2F6}"/>
              </a:ext>
            </a:extLst>
          </p:cNvPr>
          <p:cNvSpPr txBox="1"/>
          <p:nvPr/>
        </p:nvSpPr>
        <p:spPr>
          <a:xfrm>
            <a:off x="1777309" y="1034529"/>
            <a:ext cx="558938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sz="3600" b="1" noProof="0" dirty="0">
                <a:solidFill>
                  <a:srgbClr val="FFFFFF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POLITECNICO DI BARI</a:t>
            </a:r>
            <a:endParaRPr lang="it-IT" sz="3600" noProof="0" dirty="0">
              <a:solidFill>
                <a:srgbClr val="FFFFFF"/>
              </a:solidFill>
            </a:endParaRPr>
          </a:p>
        </p:txBody>
      </p:sp>
      <p:sp>
        <p:nvSpPr>
          <p:cNvPr id="23" name="CasellaDiTesto 22">
            <a:extLst>
              <a:ext uri="{FF2B5EF4-FFF2-40B4-BE49-F238E27FC236}">
                <a16:creationId xmlns:a16="http://schemas.microsoft.com/office/drawing/2014/main" id="{E0F701B8-6840-FCD4-2530-D9252C98B354}"/>
              </a:ext>
            </a:extLst>
          </p:cNvPr>
          <p:cNvSpPr txBox="1"/>
          <p:nvPr/>
        </p:nvSpPr>
        <p:spPr>
          <a:xfrm>
            <a:off x="1375609" y="1619862"/>
            <a:ext cx="639278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sz="1600" noProof="0" dirty="0">
                <a:solidFill>
                  <a:srgbClr val="FFFFFF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Dipartimento di Ingegneria ELETTRICA e dell’INFORMAZIONE</a:t>
            </a:r>
          </a:p>
        </p:txBody>
      </p:sp>
      <p:sp>
        <p:nvSpPr>
          <p:cNvPr id="24" name="CasellaDiTesto 23">
            <a:extLst>
              <a:ext uri="{FF2B5EF4-FFF2-40B4-BE49-F238E27FC236}">
                <a16:creationId xmlns:a16="http://schemas.microsoft.com/office/drawing/2014/main" id="{E225BEF9-D6CB-384C-B802-5225887CB7D5}"/>
              </a:ext>
            </a:extLst>
          </p:cNvPr>
          <p:cNvSpPr txBox="1"/>
          <p:nvPr/>
        </p:nvSpPr>
        <p:spPr>
          <a:xfrm>
            <a:off x="2411674" y="2272646"/>
            <a:ext cx="410657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noProof="0" dirty="0">
                <a:solidFill>
                  <a:srgbClr val="FFFFFF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Statistical and Mathematical Methods for AI</a:t>
            </a:r>
            <a:endParaRPr lang="it-IT" sz="1600" noProof="0" dirty="0">
              <a:solidFill>
                <a:srgbClr val="FFFFFF"/>
              </a:solidFill>
              <a:effectLst/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25" name="CasellaDiTesto 24">
            <a:extLst>
              <a:ext uri="{FF2B5EF4-FFF2-40B4-BE49-F238E27FC236}">
                <a16:creationId xmlns:a16="http://schemas.microsoft.com/office/drawing/2014/main" id="{F51325BD-DEA7-F393-1454-B08CC9B68FD9}"/>
              </a:ext>
            </a:extLst>
          </p:cNvPr>
          <p:cNvSpPr txBox="1"/>
          <p:nvPr/>
        </p:nvSpPr>
        <p:spPr>
          <a:xfrm>
            <a:off x="1722796" y="2587875"/>
            <a:ext cx="5484329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SVD &amp; PCA per</a:t>
            </a:r>
            <a:r>
              <a:rPr lang="en-US" sz="2200" b="1" dirty="0">
                <a:solidFill>
                  <a:srgbClr val="FFFFFF"/>
                </a:solidFill>
              </a:rPr>
              <a:t> </a:t>
            </a:r>
            <a:r>
              <a:rPr lang="en-US" sz="22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l'Analisi</a:t>
            </a: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di</a:t>
            </a:r>
            <a:r>
              <a:rPr lang="en-US" sz="2200" b="1" dirty="0">
                <a:solidFill>
                  <a:srgbClr val="FFFFFF"/>
                </a:solidFill>
              </a:rPr>
              <a:t> </a:t>
            </a:r>
            <a:r>
              <a:rPr lang="en-US" sz="22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Immagini</a:t>
            </a: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2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Mediche</a:t>
            </a: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</a:p>
          <a:p>
            <a:pPr algn="ctr"/>
            <a:r>
              <a:rPr lang="en-US" sz="2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Compressione</a:t>
            </a: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</a:t>
            </a:r>
            <a:r>
              <a:rPr lang="en-US" sz="2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analisi</a:t>
            </a: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esplorativa</a:t>
            </a: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</a:t>
            </a: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radiografie</a:t>
            </a: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polmonari</a:t>
            </a:r>
            <a:endParaRPr lang="en-US" sz="2200" dirty="0">
              <a:solidFill>
                <a:srgbClr val="FFFFFF"/>
              </a:solidFill>
            </a:endParaRPr>
          </a:p>
        </p:txBody>
      </p:sp>
      <p:sp>
        <p:nvSpPr>
          <p:cNvPr id="27" name="CasellaDiTesto 26">
            <a:extLst>
              <a:ext uri="{FF2B5EF4-FFF2-40B4-BE49-F238E27FC236}">
                <a16:creationId xmlns:a16="http://schemas.microsoft.com/office/drawing/2014/main" id="{1533EE1E-5CC8-BDBC-FF83-C607D0486A36}"/>
              </a:ext>
            </a:extLst>
          </p:cNvPr>
          <p:cNvSpPr txBox="1"/>
          <p:nvPr/>
        </p:nvSpPr>
        <p:spPr>
          <a:xfrm>
            <a:off x="3649788" y="4727031"/>
            <a:ext cx="228661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tabLst>
                <a:tab pos="3060065" algn="ctr"/>
                <a:tab pos="6120130" algn="r"/>
                <a:tab pos="160020" algn="l"/>
                <a:tab pos="2877820" algn="ctr"/>
                <a:tab pos="3060065" algn="ctr"/>
                <a:tab pos="6120130" algn="r"/>
              </a:tabLst>
            </a:pPr>
            <a:r>
              <a:rPr lang="it-IT" sz="1400" b="1" noProof="0" dirty="0">
                <a:solidFill>
                  <a:srgbClr val="FFFFFF"/>
                </a:solidFill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Anno Accademico 2025/2026</a:t>
            </a:r>
            <a:endParaRPr lang="it-IT" sz="1400" noProof="0" dirty="0">
              <a:solidFill>
                <a:srgbClr val="FFFFFF"/>
              </a:solidFill>
              <a:effectLst/>
              <a:latin typeface="+mj-lt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28" name="CasellaDiTesto 27">
            <a:extLst>
              <a:ext uri="{FF2B5EF4-FFF2-40B4-BE49-F238E27FC236}">
                <a16:creationId xmlns:a16="http://schemas.microsoft.com/office/drawing/2014/main" id="{E6FE277C-C43C-D84B-8E03-812A84B72E8F}"/>
              </a:ext>
            </a:extLst>
          </p:cNvPr>
          <p:cNvSpPr txBox="1"/>
          <p:nvPr/>
        </p:nvSpPr>
        <p:spPr>
          <a:xfrm>
            <a:off x="2355875" y="1948341"/>
            <a:ext cx="4218173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sz="1600" b="1" dirty="0">
                <a:solidFill>
                  <a:srgbClr val="FFFFFF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M</a:t>
            </a:r>
            <a:r>
              <a:rPr lang="it-IT" sz="1600" b="1" noProof="0" dirty="0" err="1">
                <a:solidFill>
                  <a:srgbClr val="FFFFFF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aster’s</a:t>
            </a:r>
            <a:r>
              <a:rPr lang="it-IT" sz="1600" b="1" noProof="0" dirty="0">
                <a:solidFill>
                  <a:srgbClr val="FFFFFF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degree in computer engineering</a:t>
            </a:r>
          </a:p>
        </p:txBody>
      </p:sp>
      <p:graphicFrame>
        <p:nvGraphicFramePr>
          <p:cNvPr id="29" name="Tabella 28">
            <a:extLst>
              <a:ext uri="{FF2B5EF4-FFF2-40B4-BE49-F238E27FC236}">
                <a16:creationId xmlns:a16="http://schemas.microsoft.com/office/drawing/2014/main" id="{530CF4DA-0C03-D90A-4970-E37EBA806E0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14923093"/>
              </p:ext>
            </p:extLst>
          </p:nvPr>
        </p:nvGraphicFramePr>
        <p:xfrm>
          <a:off x="2866" y="3786264"/>
          <a:ext cx="9141134" cy="64008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4551361">
                  <a:extLst>
                    <a:ext uri="{9D8B030D-6E8A-4147-A177-3AD203B41FA5}">
                      <a16:colId xmlns:a16="http://schemas.microsoft.com/office/drawing/2014/main" val="2854318537"/>
                    </a:ext>
                  </a:extLst>
                </a:gridCol>
                <a:gridCol w="4589773">
                  <a:extLst>
                    <a:ext uri="{9D8B030D-6E8A-4147-A177-3AD203B41FA5}">
                      <a16:colId xmlns:a16="http://schemas.microsoft.com/office/drawing/2014/main" val="246300633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lnSpc>
                          <a:spcPct val="200000"/>
                        </a:lnSpc>
                        <a:buNone/>
                      </a:pPr>
                      <a:r>
                        <a:rPr lang="it-IT" sz="1400" b="1" noProof="0" dirty="0">
                          <a:solidFill>
                            <a:srgbClr val="FFFFFF"/>
                          </a:solidFill>
                          <a:effectLst/>
                        </a:rPr>
                        <a:t>                Coordinatrice del corso: </a:t>
                      </a:r>
                    </a:p>
                    <a:p>
                      <a:pPr algn="ctr">
                        <a:buNone/>
                      </a:pPr>
                      <a:r>
                        <a:rPr lang="it-IT" sz="1400" b="1" kern="1200" noProof="0" dirty="0">
                          <a:solidFill>
                            <a:srgbClr val="FFFF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           Prof. Marina Popolizio</a:t>
                      </a:r>
                    </a:p>
                  </a:txBody>
                  <a:tcPr marL="68580" marR="6858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400" b="1" noProof="0" dirty="0">
                          <a:solidFill>
                            <a:srgbClr val="FFFFFF"/>
                          </a:solidFill>
                          <a:effectLst/>
                        </a:rPr>
                        <a:t>                  Studenti:                </a:t>
                      </a:r>
                    </a:p>
                    <a:p>
                      <a:pPr algn="ctr">
                        <a:buNone/>
                      </a:pPr>
                      <a:r>
                        <a:rPr lang="it-IT" sz="1400" b="1" kern="1200" noProof="0" dirty="0">
                          <a:solidFill>
                            <a:srgbClr val="FFFF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             Andrea Patruno – 602617</a:t>
                      </a:r>
                    </a:p>
                    <a:p>
                      <a:pPr algn="ctr">
                        <a:buNone/>
                      </a:pPr>
                      <a:r>
                        <a:rPr lang="it-IT" sz="1400" b="1" noProof="0" dirty="0">
                          <a:solidFill>
                            <a:srgbClr val="FFFFFF"/>
                          </a:solidFill>
                          <a:effectLst/>
                        </a:rPr>
                        <a:t>                  Ivan Giacomo Colella </a:t>
                      </a:r>
                      <a:r>
                        <a:rPr lang="it-IT" sz="1400" b="1" kern="1200" noProof="0" dirty="0">
                          <a:solidFill>
                            <a:srgbClr val="FFFF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–</a:t>
                      </a:r>
                      <a:r>
                        <a:rPr lang="it-IT" sz="1400" b="1" noProof="0" dirty="0">
                          <a:solidFill>
                            <a:srgbClr val="FFFFFF"/>
                          </a:solidFill>
                          <a:effectLst/>
                        </a:rPr>
                        <a:t> 601432</a:t>
                      </a:r>
                      <a:endParaRPr lang="it-IT" sz="1400" b="1" kern="1200" noProof="0" dirty="0">
                        <a:solidFill>
                          <a:srgbClr val="FFFF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580" marR="6858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67698424"/>
                  </a:ext>
                </a:extLst>
              </a:tr>
            </a:tbl>
          </a:graphicData>
        </a:graphic>
      </p:graphicFrame>
      <p:pic>
        <p:nvPicPr>
          <p:cNvPr id="32" name="Immagine 31">
            <a:extLst>
              <a:ext uri="{FF2B5EF4-FFF2-40B4-BE49-F238E27FC236}">
                <a16:creationId xmlns:a16="http://schemas.microsoft.com/office/drawing/2014/main" id="{E1F71135-A507-A760-7497-F7F7D300E99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343878" y="1619862"/>
            <a:ext cx="2282868" cy="2013516"/>
          </a:xfrm>
          <a:prstGeom prst="rect">
            <a:avLst/>
          </a:prstGeom>
        </p:spPr>
      </p:pic>
      <p:pic>
        <p:nvPicPr>
          <p:cNvPr id="34" name="Immagine 33">
            <a:extLst>
              <a:ext uri="{FF2B5EF4-FFF2-40B4-BE49-F238E27FC236}">
                <a16:creationId xmlns:a16="http://schemas.microsoft.com/office/drawing/2014/main" id="{B279FB3C-7FA1-FB1B-A93D-52B049330F1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3731" y="2349404"/>
            <a:ext cx="1028556" cy="10188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48126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EECF17F0-E193-7F72-05C6-23F7DF416B1D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gradFill flip="none" rotWithShape="1">
            <a:gsLst>
              <a:gs pos="24000">
                <a:srgbClr val="0D1B4B"/>
              </a:gs>
              <a:gs pos="100000">
                <a:schemeClr val="accent1">
                  <a:lumMod val="45000"/>
                  <a:lumOff val="55000"/>
                </a:schemeClr>
              </a:gs>
              <a:gs pos="9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pPr algn="ctr"/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B4856C3E-95A8-8FBB-BF61-42A33B3C7FA2}"/>
              </a:ext>
            </a:extLst>
          </p:cNvPr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62B66494-BFC9-C502-95D6-0D93B9C4E241}"/>
              </a:ext>
            </a:extLst>
          </p:cNvPr>
          <p:cNvSpPr/>
          <p:nvPr/>
        </p:nvSpPr>
        <p:spPr>
          <a:xfrm>
            <a:off x="2813304" y="175601"/>
            <a:ext cx="35173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it-IT"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Le Motivazioni e gli Obiettivi</a:t>
            </a:r>
            <a:endParaRPr lang="en-US" sz="2200" b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6" name="Gruppo 15">
            <a:extLst>
              <a:ext uri="{FF2B5EF4-FFF2-40B4-BE49-F238E27FC236}">
                <a16:creationId xmlns:a16="http://schemas.microsoft.com/office/drawing/2014/main" id="{93CE9435-3668-2A0A-44B4-13A80E15F415}"/>
              </a:ext>
            </a:extLst>
          </p:cNvPr>
          <p:cNvGrpSpPr/>
          <p:nvPr/>
        </p:nvGrpSpPr>
        <p:grpSpPr>
          <a:xfrm>
            <a:off x="474851" y="1209463"/>
            <a:ext cx="3859249" cy="2008844"/>
            <a:chOff x="471390" y="1202987"/>
            <a:chExt cx="3859249" cy="2008844"/>
          </a:xfrm>
        </p:grpSpPr>
        <p:grpSp>
          <p:nvGrpSpPr>
            <p:cNvPr id="11" name="Gruppo 10">
              <a:extLst>
                <a:ext uri="{FF2B5EF4-FFF2-40B4-BE49-F238E27FC236}">
                  <a16:creationId xmlns:a16="http://schemas.microsoft.com/office/drawing/2014/main" id="{A938855D-FE1F-EF36-2A87-C378892A0A05}"/>
                </a:ext>
              </a:extLst>
            </p:cNvPr>
            <p:cNvGrpSpPr/>
            <p:nvPr/>
          </p:nvGrpSpPr>
          <p:grpSpPr>
            <a:xfrm>
              <a:off x="474618" y="1202987"/>
              <a:ext cx="3856021" cy="2008844"/>
              <a:chOff x="474618" y="1202986"/>
              <a:chExt cx="3856021" cy="2003510"/>
            </a:xfrm>
          </p:grpSpPr>
          <p:sp>
            <p:nvSpPr>
              <p:cNvPr id="7" name="Rettangolo 6">
                <a:extLst>
                  <a:ext uri="{FF2B5EF4-FFF2-40B4-BE49-F238E27FC236}">
                    <a16:creationId xmlns:a16="http://schemas.microsoft.com/office/drawing/2014/main" id="{9ACFA837-0B19-0EBF-16A7-F115B26974C5}"/>
                  </a:ext>
                </a:extLst>
              </p:cNvPr>
              <p:cNvSpPr/>
              <p:nvPr/>
            </p:nvSpPr>
            <p:spPr>
              <a:xfrm>
                <a:off x="474618" y="1202986"/>
                <a:ext cx="3856021" cy="200351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  <a:effectLst>
                <a:innerShdw blurRad="114300">
                  <a:prstClr val="black"/>
                </a:inn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t-IT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" name="Shape 5">
                <a:extLst>
                  <a:ext uri="{FF2B5EF4-FFF2-40B4-BE49-F238E27FC236}">
                    <a16:creationId xmlns:a16="http://schemas.microsoft.com/office/drawing/2014/main" id="{56070D00-0291-9D85-2A52-9D92F4CECE9D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474619" y="1202986"/>
                <a:ext cx="3854898" cy="416371"/>
              </a:xfrm>
              <a:prstGeom prst="rect">
                <a:avLst/>
              </a:prstGeom>
              <a:solidFill>
                <a:srgbClr val="0D1B4B"/>
              </a:solidFill>
              <a:ln w="12700">
                <a:noFill/>
                <a:prstDash val="solid"/>
              </a:ln>
            </p:spPr>
            <p:txBody>
              <a:bodyPr/>
              <a:lstStyle/>
              <a:p>
                <a:pPr algn="ctr"/>
                <a:r>
                  <a:rPr lang="en-US" b="1" dirty="0" err="1">
                    <a:solidFill>
                      <a:srgbClr val="FFFFFF"/>
                    </a:solidFill>
                    <a:latin typeface="Times New Roman" panose="02020603050405020304" pitchFamily="18" charset="0"/>
                    <a:ea typeface="Calibri" pitchFamily="34" charset="-122"/>
                    <a:cs typeface="Times New Roman" panose="02020603050405020304" pitchFamily="18" charset="0"/>
                  </a:rPr>
                  <a:t>Contesto</a:t>
                </a:r>
                <a:endParaRPr lang="it-IT" dirty="0">
                  <a:solidFill>
                    <a:srgbClr val="0D1B4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sp>
          <p:nvSpPr>
            <p:cNvPr id="22" name="Text 14">
              <a:extLst>
                <a:ext uri="{FF2B5EF4-FFF2-40B4-BE49-F238E27FC236}">
                  <a16:creationId xmlns:a16="http://schemas.microsoft.com/office/drawing/2014/main" id="{E4A50B6E-C841-B9C9-F420-D4E056B77277}"/>
                </a:ext>
              </a:extLst>
            </p:cNvPr>
            <p:cNvSpPr>
              <a:spLocks/>
            </p:cNvSpPr>
            <p:nvPr/>
          </p:nvSpPr>
          <p:spPr>
            <a:xfrm>
              <a:off x="653244" y="1613359"/>
              <a:ext cx="2117177" cy="3036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endParaRPr lang="en-US" sz="1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5" name="CasellaDiTesto 34">
              <a:extLst>
                <a:ext uri="{FF2B5EF4-FFF2-40B4-BE49-F238E27FC236}">
                  <a16:creationId xmlns:a16="http://schemas.microsoft.com/office/drawing/2014/main" id="{D6E0CC0D-7D94-AA1B-07AF-257B80682547}"/>
                </a:ext>
              </a:extLst>
            </p:cNvPr>
            <p:cNvSpPr txBox="1">
              <a:spLocks/>
            </p:cNvSpPr>
            <p:nvPr/>
          </p:nvSpPr>
          <p:spPr>
            <a:xfrm>
              <a:off x="471390" y="1680515"/>
              <a:ext cx="3405054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it-IT" sz="1200" b="1" dirty="0">
                  <a:solidFill>
                    <a:srgbClr val="0D1B4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Dominio Medico:</a:t>
              </a:r>
              <a:r>
                <a:rPr lang="it-IT" sz="1200" dirty="0">
                  <a:solidFill>
                    <a:srgbClr val="0D1B4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Le radiografie polmonari sono essenziali per il triage e la diagnosi di patologie respiratorie critiche.</a:t>
              </a:r>
              <a:endParaRPr lang="it-IT" sz="12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6" name="Text 20">
              <a:extLst>
                <a:ext uri="{FF2B5EF4-FFF2-40B4-BE49-F238E27FC236}">
                  <a16:creationId xmlns:a16="http://schemas.microsoft.com/office/drawing/2014/main" id="{981C6F95-42A6-9117-4153-7A82AD31A77B}"/>
                </a:ext>
              </a:extLst>
            </p:cNvPr>
            <p:cNvSpPr>
              <a:spLocks/>
            </p:cNvSpPr>
            <p:nvPr/>
          </p:nvSpPr>
          <p:spPr>
            <a:xfrm>
              <a:off x="542936" y="2370885"/>
              <a:ext cx="3079074" cy="7023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it-IT" sz="1200" b="1" dirty="0">
                  <a:solidFill>
                    <a:srgbClr val="0D1B4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Il Problema dei Dati:</a:t>
              </a:r>
              <a:r>
                <a:rPr lang="it-IT" sz="1200" dirty="0">
                  <a:solidFill>
                    <a:srgbClr val="0D1B4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Le immagini radiografiche sono matrici ad altissima dimensionalità. L'elaborazione diretta dei pixel grezzi è computazionalmente pesante</a:t>
              </a:r>
              <a:endParaRPr lang="en-US" sz="12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pic>
          <p:nvPicPr>
            <p:cNvPr id="41" name="Elemento grafico 40" descr="Stethoscope">
              <a:extLst>
                <a:ext uri="{FF2B5EF4-FFF2-40B4-BE49-F238E27FC236}">
                  <a16:creationId xmlns:a16="http://schemas.microsoft.com/office/drawing/2014/main" id="{B96C1320-1210-606B-B69D-BC99BF88B19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3685672" y="1746814"/>
              <a:ext cx="466574" cy="466574"/>
            </a:xfrm>
            <a:prstGeom prst="rect">
              <a:avLst/>
            </a:prstGeom>
          </p:spPr>
        </p:pic>
        <p:pic>
          <p:nvPicPr>
            <p:cNvPr id="6" name="Elemento grafico 5" descr="Database contorno">
              <a:extLst>
                <a:ext uri="{FF2B5EF4-FFF2-40B4-BE49-F238E27FC236}">
                  <a16:creationId xmlns:a16="http://schemas.microsoft.com/office/drawing/2014/main" id="{AA9C7609-2269-BC45-1053-6744CEFBD51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635587" y="2431927"/>
              <a:ext cx="530168" cy="530168"/>
            </a:xfrm>
            <a:prstGeom prst="rect">
              <a:avLst/>
            </a:prstGeom>
          </p:spPr>
        </p:pic>
      </p:grpSp>
      <p:grpSp>
        <p:nvGrpSpPr>
          <p:cNvPr id="17" name="Gruppo 16">
            <a:extLst>
              <a:ext uri="{FF2B5EF4-FFF2-40B4-BE49-F238E27FC236}">
                <a16:creationId xmlns:a16="http://schemas.microsoft.com/office/drawing/2014/main" id="{C69727D4-1C22-89D4-61E1-6030E14BC794}"/>
              </a:ext>
            </a:extLst>
          </p:cNvPr>
          <p:cNvGrpSpPr/>
          <p:nvPr/>
        </p:nvGrpSpPr>
        <p:grpSpPr>
          <a:xfrm>
            <a:off x="4572000" y="3005098"/>
            <a:ext cx="4118539" cy="1934748"/>
            <a:chOff x="4963625" y="1754909"/>
            <a:chExt cx="3989715" cy="1934748"/>
          </a:xfrm>
        </p:grpSpPr>
        <p:grpSp>
          <p:nvGrpSpPr>
            <p:cNvPr id="15" name="Gruppo 14">
              <a:extLst>
                <a:ext uri="{FF2B5EF4-FFF2-40B4-BE49-F238E27FC236}">
                  <a16:creationId xmlns:a16="http://schemas.microsoft.com/office/drawing/2014/main" id="{23AF93E8-794D-BF85-F59E-B917DE2733DA}"/>
                </a:ext>
              </a:extLst>
            </p:cNvPr>
            <p:cNvGrpSpPr/>
            <p:nvPr/>
          </p:nvGrpSpPr>
          <p:grpSpPr>
            <a:xfrm>
              <a:off x="4963625" y="1754909"/>
              <a:ext cx="3989715" cy="1934748"/>
              <a:chOff x="4923129" y="1673015"/>
              <a:chExt cx="3989715" cy="1934748"/>
            </a:xfrm>
          </p:grpSpPr>
          <p:sp>
            <p:nvSpPr>
              <p:cNvPr id="9" name="Rettangolo 8">
                <a:extLst>
                  <a:ext uri="{FF2B5EF4-FFF2-40B4-BE49-F238E27FC236}">
                    <a16:creationId xmlns:a16="http://schemas.microsoft.com/office/drawing/2014/main" id="{8D9E7345-9209-4DCF-E136-DAE004979E25}"/>
                  </a:ext>
                </a:extLst>
              </p:cNvPr>
              <p:cNvSpPr/>
              <p:nvPr/>
            </p:nvSpPr>
            <p:spPr>
              <a:xfrm>
                <a:off x="4923129" y="1773539"/>
                <a:ext cx="3989715" cy="1834224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  <a:effectLst>
                <a:innerShdw blurRad="114300">
                  <a:prstClr val="black"/>
                </a:inn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t-IT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5" name="Shape 5">
                <a:extLst>
                  <a:ext uri="{FF2B5EF4-FFF2-40B4-BE49-F238E27FC236}">
                    <a16:creationId xmlns:a16="http://schemas.microsoft.com/office/drawing/2014/main" id="{53DF13FC-B59A-8BC3-8138-04C998FE0A50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4924322" y="1673015"/>
                <a:ext cx="3988522" cy="416371"/>
              </a:xfrm>
              <a:prstGeom prst="rect">
                <a:avLst/>
              </a:prstGeom>
              <a:solidFill>
                <a:srgbClr val="028090"/>
              </a:solidFill>
              <a:ln w="12700">
                <a:noFill/>
                <a:prstDash val="solid"/>
              </a:ln>
            </p:spPr>
            <p:txBody>
              <a:bodyPr/>
              <a:lstStyle/>
              <a:p>
                <a:pPr algn="ctr"/>
                <a:r>
                  <a:rPr lang="en-US" b="1" dirty="0" err="1">
                    <a:solidFill>
                      <a:srgbClr val="FFFFFF"/>
                    </a:solidFill>
                    <a:latin typeface="Times New Roman" panose="02020603050405020304" pitchFamily="18" charset="0"/>
                    <a:ea typeface="Calibri" pitchFamily="34" charset="-122"/>
                    <a:cs typeface="Times New Roman" panose="02020603050405020304" pitchFamily="18" charset="0"/>
                  </a:rPr>
                  <a:t>Obiettivo</a:t>
                </a:r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sp>
          <p:nvSpPr>
            <p:cNvPr id="26" name="Text 18">
              <a:extLst>
                <a:ext uri="{FF2B5EF4-FFF2-40B4-BE49-F238E27FC236}">
                  <a16:creationId xmlns:a16="http://schemas.microsoft.com/office/drawing/2014/main" id="{B609A615-04DA-125D-7648-437909D69EA7}"/>
                </a:ext>
              </a:extLst>
            </p:cNvPr>
            <p:cNvSpPr>
              <a:spLocks/>
            </p:cNvSpPr>
            <p:nvPr/>
          </p:nvSpPr>
          <p:spPr>
            <a:xfrm>
              <a:off x="5069835" y="2188300"/>
              <a:ext cx="3773716" cy="73872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just">
                <a:buNone/>
              </a:pPr>
              <a:endParaRPr lang="en-US" sz="12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9" name="Text 18">
              <a:extLst>
                <a:ext uri="{FF2B5EF4-FFF2-40B4-BE49-F238E27FC236}">
                  <a16:creationId xmlns:a16="http://schemas.microsoft.com/office/drawing/2014/main" id="{65724F8C-93D1-45DB-CCEF-B69D4C41B516}"/>
                </a:ext>
              </a:extLst>
            </p:cNvPr>
            <p:cNvSpPr>
              <a:spLocks/>
            </p:cNvSpPr>
            <p:nvPr/>
          </p:nvSpPr>
          <p:spPr>
            <a:xfrm>
              <a:off x="5045013" y="2242226"/>
              <a:ext cx="3537284" cy="13915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it-IT" sz="1200" b="1" dirty="0">
                  <a:solidFill>
                    <a:srgbClr val="028090"/>
                  </a:solidFill>
                  <a:latin typeface="Times New Roman" panose="02020603050405020304" pitchFamily="18" charset="0"/>
                  <a:ea typeface="Calibri" pitchFamily="34" charset="-122"/>
                  <a:cs typeface="Times New Roman" panose="02020603050405020304" pitchFamily="18" charset="0"/>
                </a:rPr>
                <a:t>Compressione (SVD): </a:t>
              </a:r>
              <a:r>
                <a:rPr lang="it-IT" sz="1200" dirty="0">
                  <a:solidFill>
                    <a:srgbClr val="028090"/>
                  </a:solidFill>
                  <a:latin typeface="Times New Roman" panose="02020603050405020304" pitchFamily="18" charset="0"/>
                  <a:ea typeface="Calibri" pitchFamily="34" charset="-122"/>
                  <a:cs typeface="Times New Roman" panose="02020603050405020304" pitchFamily="18" charset="0"/>
                </a:rPr>
                <a:t>La </a:t>
              </a:r>
              <a:r>
                <a:rPr lang="it-IT" sz="1200" b="1" dirty="0">
                  <a:solidFill>
                    <a:srgbClr val="028090"/>
                  </a:solidFill>
                  <a:latin typeface="Times New Roman" panose="02020603050405020304" pitchFamily="18" charset="0"/>
                  <a:ea typeface="Calibri" pitchFamily="34" charset="-122"/>
                  <a:cs typeface="Times New Roman" panose="02020603050405020304" pitchFamily="18" charset="0"/>
                </a:rPr>
                <a:t>SVD</a:t>
              </a:r>
              <a:r>
                <a:rPr lang="it-IT" sz="1200" dirty="0">
                  <a:solidFill>
                    <a:srgbClr val="028090"/>
                  </a:solidFill>
                  <a:latin typeface="Times New Roman" panose="02020603050405020304" pitchFamily="18" charset="0"/>
                  <a:ea typeface="Calibri" pitchFamily="34" charset="-122"/>
                  <a:cs typeface="Times New Roman" panose="02020603050405020304" pitchFamily="18" charset="0"/>
                </a:rPr>
                <a:t> può comprimere le radiografie toraciche preservando le informazioni clinicamente rilevanti?</a:t>
              </a:r>
              <a:endParaRPr lang="en-US" sz="12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br>
                <a:rPr lang="it-IT" sz="1200" b="1" dirty="0">
                  <a:solidFill>
                    <a:srgbClr val="02809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</a:br>
              <a:r>
                <a:rPr lang="it-IT" sz="1200" b="1" dirty="0">
                  <a:solidFill>
                    <a:srgbClr val="02809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Classificazione (PCA):</a:t>
              </a:r>
              <a:r>
                <a:rPr lang="it-IT" sz="1200" dirty="0">
                  <a:solidFill>
                    <a:srgbClr val="02809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La </a:t>
              </a:r>
              <a:r>
                <a:rPr lang="it-IT" sz="1200" b="1" dirty="0">
                  <a:solidFill>
                    <a:srgbClr val="02809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PCA</a:t>
              </a:r>
              <a:r>
                <a:rPr lang="it-IT" sz="1200" dirty="0">
                  <a:solidFill>
                    <a:srgbClr val="02809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può rivelare strutture latenti utili a separare parzialmente le diverse patologie polmonari?</a:t>
              </a:r>
            </a:p>
          </p:txBody>
        </p:sp>
        <p:pic>
          <p:nvPicPr>
            <p:cNvPr id="8" name="Elemento grafico 7" descr="Priorità con riempimento a tinta unita">
              <a:extLst>
                <a:ext uri="{FF2B5EF4-FFF2-40B4-BE49-F238E27FC236}">
                  <a16:creationId xmlns:a16="http://schemas.microsoft.com/office/drawing/2014/main" id="{2B551850-2098-687C-4E42-99023C6E628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8281489" y="3028230"/>
              <a:ext cx="519952" cy="519952"/>
            </a:xfrm>
            <a:prstGeom prst="rect">
              <a:avLst/>
            </a:prstGeom>
          </p:spPr>
        </p:pic>
        <p:pic>
          <p:nvPicPr>
            <p:cNvPr id="10" name="Elemento grafico 9" descr="Grafico a barre con riempimento a tinta unita">
              <a:extLst>
                <a:ext uri="{FF2B5EF4-FFF2-40B4-BE49-F238E27FC236}">
                  <a16:creationId xmlns:a16="http://schemas.microsoft.com/office/drawing/2014/main" id="{A68B14DE-C534-C503-C04F-A1A49507C34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8281489" y="2252021"/>
              <a:ext cx="545218" cy="545218"/>
            </a:xfrm>
            <a:prstGeom prst="rect">
              <a:avLst/>
            </a:prstGeom>
          </p:spPr>
        </p:pic>
      </p:grpSp>
      <p:pic>
        <p:nvPicPr>
          <p:cNvPr id="21" name="Immagine 20">
            <a:extLst>
              <a:ext uri="{FF2B5EF4-FFF2-40B4-BE49-F238E27FC236}">
                <a16:creationId xmlns:a16="http://schemas.microsoft.com/office/drawing/2014/main" id="{2E5A357A-31FA-2019-97B4-B51957686CC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98952" y="-259528"/>
            <a:ext cx="1377647" cy="1390257"/>
          </a:xfrm>
          <a:prstGeom prst="rect">
            <a:avLst/>
          </a:prstGeom>
        </p:spPr>
      </p:pic>
      <p:pic>
        <p:nvPicPr>
          <p:cNvPr id="28" name="Immagine 27">
            <a:extLst>
              <a:ext uri="{FF2B5EF4-FFF2-40B4-BE49-F238E27FC236}">
                <a16:creationId xmlns:a16="http://schemas.microsoft.com/office/drawing/2014/main" id="{F3659CE5-4616-E476-3F52-46945814E24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7401" y="81880"/>
            <a:ext cx="779053" cy="772472"/>
          </a:xfrm>
          <a:prstGeom prst="rect">
            <a:avLst/>
          </a:prstGeom>
        </p:spPr>
      </p:pic>
      <p:pic>
        <p:nvPicPr>
          <p:cNvPr id="30" name="Immagine 29">
            <a:extLst>
              <a:ext uri="{FF2B5EF4-FFF2-40B4-BE49-F238E27FC236}">
                <a16:creationId xmlns:a16="http://schemas.microsoft.com/office/drawing/2014/main" id="{14449884-93BB-8A53-3CF6-DA52ACBB20C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922420" y="3255825"/>
            <a:ext cx="609685" cy="609685"/>
          </a:xfrm>
          <a:prstGeom prst="rect">
            <a:avLst/>
          </a:prstGeom>
        </p:spPr>
      </p:pic>
      <p:pic>
        <p:nvPicPr>
          <p:cNvPr id="32" name="Immagine 31">
            <a:extLst>
              <a:ext uri="{FF2B5EF4-FFF2-40B4-BE49-F238E27FC236}">
                <a16:creationId xmlns:a16="http://schemas.microsoft.com/office/drawing/2014/main" id="{DBFD64FC-C7A6-DB2C-7EAE-736A78829582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 rot="10800000">
            <a:off x="4376796" y="2350518"/>
            <a:ext cx="609685" cy="609685"/>
          </a:xfrm>
          <a:prstGeom prst="rect">
            <a:avLst/>
          </a:prstGeom>
        </p:spPr>
      </p:pic>
      <p:pic>
        <p:nvPicPr>
          <p:cNvPr id="34" name="Immagine 33">
            <a:extLst>
              <a:ext uri="{FF2B5EF4-FFF2-40B4-BE49-F238E27FC236}">
                <a16:creationId xmlns:a16="http://schemas.microsoft.com/office/drawing/2014/main" id="{F4451F7B-C573-990E-C3CB-DF6B3CBFD138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549704" y="806477"/>
            <a:ext cx="2293034" cy="2293034"/>
          </a:xfrm>
          <a:prstGeom prst="rect">
            <a:avLst/>
          </a:prstGeom>
        </p:spPr>
      </p:pic>
      <p:pic>
        <p:nvPicPr>
          <p:cNvPr id="38" name="Immagine 37">
            <a:extLst>
              <a:ext uri="{FF2B5EF4-FFF2-40B4-BE49-F238E27FC236}">
                <a16:creationId xmlns:a16="http://schemas.microsoft.com/office/drawing/2014/main" id="{6AD4A705-AC96-D927-74C9-D1BF889B8FC7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02192" y="2875765"/>
            <a:ext cx="2343326" cy="23433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461230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B87EDD-EE59-1A32-9B4B-EF7C145B31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82629C79-FB3B-F87B-3757-442C883997D7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gradFill flip="none" rotWithShape="1">
            <a:gsLst>
              <a:gs pos="24000">
                <a:srgbClr val="0D1B4B"/>
              </a:gs>
              <a:gs pos="100000">
                <a:schemeClr val="accent1">
                  <a:lumMod val="45000"/>
                  <a:lumOff val="55000"/>
                </a:schemeClr>
              </a:gs>
              <a:gs pos="9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pPr algn="ctr"/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568F40D0-20DD-2F42-E037-C9B841B57666}"/>
              </a:ext>
            </a:extLst>
          </p:cNvPr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8C355663-5FAB-89B9-E3EE-59A84F559B11}"/>
              </a:ext>
            </a:extLst>
          </p:cNvPr>
          <p:cNvSpPr/>
          <p:nvPr/>
        </p:nvSpPr>
        <p:spPr>
          <a:xfrm>
            <a:off x="2482440" y="64674"/>
            <a:ext cx="4347151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it-IT"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Dataset - </a:t>
            </a:r>
            <a:r>
              <a:rPr lang="it-IT" sz="22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Lung</a:t>
            </a:r>
            <a:r>
              <a:rPr lang="it-IT"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X-Rays </a:t>
            </a:r>
            <a:r>
              <a:rPr lang="it-IT" sz="22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Grayscale</a:t>
            </a:r>
            <a:endParaRPr lang="it-IT" sz="2200" b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1" name="Immagine 20">
            <a:extLst>
              <a:ext uri="{FF2B5EF4-FFF2-40B4-BE49-F238E27FC236}">
                <a16:creationId xmlns:a16="http://schemas.microsoft.com/office/drawing/2014/main" id="{AE4C614E-9644-F6A5-7DD5-2DDB2FB06F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8952" y="-259528"/>
            <a:ext cx="1377647" cy="1390257"/>
          </a:xfrm>
          <a:prstGeom prst="rect">
            <a:avLst/>
          </a:prstGeom>
        </p:spPr>
      </p:pic>
      <p:pic>
        <p:nvPicPr>
          <p:cNvPr id="28" name="Immagine 27">
            <a:extLst>
              <a:ext uri="{FF2B5EF4-FFF2-40B4-BE49-F238E27FC236}">
                <a16:creationId xmlns:a16="http://schemas.microsoft.com/office/drawing/2014/main" id="{BEBA4B30-5044-27F3-1E57-6C97D54150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401" y="81880"/>
            <a:ext cx="779053" cy="772472"/>
          </a:xfrm>
          <a:prstGeom prst="rect">
            <a:avLst/>
          </a:prstGeom>
        </p:spPr>
      </p:pic>
      <p:sp>
        <p:nvSpPr>
          <p:cNvPr id="12" name="Text 3">
            <a:extLst>
              <a:ext uri="{FF2B5EF4-FFF2-40B4-BE49-F238E27FC236}">
                <a16:creationId xmlns:a16="http://schemas.microsoft.com/office/drawing/2014/main" id="{514025A6-BFB3-5EF9-9884-20D33A1A9B3D}"/>
              </a:ext>
            </a:extLst>
          </p:cNvPr>
          <p:cNvSpPr/>
          <p:nvPr/>
        </p:nvSpPr>
        <p:spPr>
          <a:xfrm>
            <a:off x="1828800" y="595026"/>
            <a:ext cx="5314281" cy="337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2C39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4 </a:t>
            </a:r>
            <a:r>
              <a:rPr lang="en-US" sz="1100" b="1" dirty="0" err="1">
                <a:solidFill>
                  <a:srgbClr val="02C39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classi</a:t>
            </a:r>
            <a:r>
              <a:rPr lang="en-US" sz="1100" b="1" dirty="0">
                <a:solidFill>
                  <a:srgbClr val="02C39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</a:t>
            </a:r>
            <a:r>
              <a:rPr lang="en-US" sz="1100" b="1" dirty="0" err="1">
                <a:solidFill>
                  <a:srgbClr val="02C39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diagnostiche</a:t>
            </a:r>
            <a:r>
              <a:rPr lang="en-US" sz="1100" b="1" dirty="0">
                <a:solidFill>
                  <a:srgbClr val="02C39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: </a:t>
            </a:r>
            <a:r>
              <a:rPr lang="it-IT" sz="1100" b="1" dirty="0">
                <a:solidFill>
                  <a:srgbClr val="02C39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Fino a 120 immagini per classe, in scala di grigi.</a:t>
            </a:r>
          </a:p>
          <a:p>
            <a:pPr marL="0" indent="0" algn="ctr">
              <a:buNone/>
            </a:pPr>
            <a:endParaRPr lang="en-US" sz="1100" dirty="0"/>
          </a:p>
        </p:txBody>
      </p:sp>
      <p:grpSp>
        <p:nvGrpSpPr>
          <p:cNvPr id="19" name="Gruppo 18">
            <a:extLst>
              <a:ext uri="{FF2B5EF4-FFF2-40B4-BE49-F238E27FC236}">
                <a16:creationId xmlns:a16="http://schemas.microsoft.com/office/drawing/2014/main" id="{F496B4B4-3679-7570-CEBD-BDB73F8B355E}"/>
              </a:ext>
            </a:extLst>
          </p:cNvPr>
          <p:cNvGrpSpPr/>
          <p:nvPr/>
        </p:nvGrpSpPr>
        <p:grpSpPr>
          <a:xfrm>
            <a:off x="461009" y="1005095"/>
            <a:ext cx="8221981" cy="4073731"/>
            <a:chOff x="68579" y="1130729"/>
            <a:chExt cx="7901941" cy="3888000"/>
          </a:xfrm>
        </p:grpSpPr>
        <p:sp>
          <p:nvSpPr>
            <p:cNvPr id="18" name="Rettangolo 17">
              <a:extLst>
                <a:ext uri="{FF2B5EF4-FFF2-40B4-BE49-F238E27FC236}">
                  <a16:creationId xmlns:a16="http://schemas.microsoft.com/office/drawing/2014/main" id="{2E8B2506-A101-6DDA-7F3E-2EF4E42AF7C0}"/>
                </a:ext>
              </a:extLst>
            </p:cNvPr>
            <p:cNvSpPr/>
            <p:nvPr/>
          </p:nvSpPr>
          <p:spPr>
            <a:xfrm>
              <a:off x="68579" y="1130729"/>
              <a:ext cx="7901941" cy="3888000"/>
            </a:xfrm>
            <a:prstGeom prst="rect">
              <a:avLst/>
            </a:prstGeom>
            <a:solidFill>
              <a:srgbClr val="0D1B4B">
                <a:alpha val="76000"/>
              </a:srgbClr>
            </a:solidFill>
            <a:ln>
              <a:noFill/>
            </a:ln>
            <a:effectLst>
              <a:softEdge rad="1270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pic>
          <p:nvPicPr>
            <p:cNvPr id="14" name="Immagine 13">
              <a:extLst>
                <a:ext uri="{FF2B5EF4-FFF2-40B4-BE49-F238E27FC236}">
                  <a16:creationId xmlns:a16="http://schemas.microsoft.com/office/drawing/2014/main" id="{73730EA7-4FDC-CD2A-8F8D-5C0BA6753C7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34767" y="1390257"/>
              <a:ext cx="7376674" cy="338425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84566366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3649E0-A1D9-F956-9A55-E7C61EDC3C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A4136632-51D8-898C-0AB0-3F47039DA835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gradFill flip="none" rotWithShape="1">
            <a:gsLst>
              <a:gs pos="24000">
                <a:srgbClr val="0D1B4B"/>
              </a:gs>
              <a:gs pos="100000">
                <a:schemeClr val="accent1">
                  <a:lumMod val="45000"/>
                  <a:lumOff val="55000"/>
                </a:schemeClr>
              </a:gs>
              <a:gs pos="9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pPr algn="ctr"/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33A782D2-3E1F-21CE-1250-2220BB53100F}"/>
              </a:ext>
            </a:extLst>
          </p:cNvPr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524DCBE4-3B79-CDBC-73D0-C9697F537DFA}"/>
              </a:ext>
            </a:extLst>
          </p:cNvPr>
          <p:cNvSpPr/>
          <p:nvPr/>
        </p:nvSpPr>
        <p:spPr>
          <a:xfrm>
            <a:off x="3115739" y="11889"/>
            <a:ext cx="2912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it-IT" sz="22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Pre</a:t>
            </a:r>
            <a:r>
              <a:rPr lang="it-IT"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-processing Pipeline</a:t>
            </a:r>
          </a:p>
        </p:txBody>
      </p:sp>
      <p:pic>
        <p:nvPicPr>
          <p:cNvPr id="21" name="Immagine 20">
            <a:extLst>
              <a:ext uri="{FF2B5EF4-FFF2-40B4-BE49-F238E27FC236}">
                <a16:creationId xmlns:a16="http://schemas.microsoft.com/office/drawing/2014/main" id="{C039B4A6-7CEA-007C-FB0A-6AC4ECFD41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8952" y="-259528"/>
            <a:ext cx="1377647" cy="1390257"/>
          </a:xfrm>
          <a:prstGeom prst="rect">
            <a:avLst/>
          </a:prstGeom>
        </p:spPr>
      </p:pic>
      <p:pic>
        <p:nvPicPr>
          <p:cNvPr id="28" name="Immagine 27">
            <a:extLst>
              <a:ext uri="{FF2B5EF4-FFF2-40B4-BE49-F238E27FC236}">
                <a16:creationId xmlns:a16="http://schemas.microsoft.com/office/drawing/2014/main" id="{67F8BF84-8091-154F-DCE2-20B13ADC31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401" y="81880"/>
            <a:ext cx="779053" cy="772472"/>
          </a:xfrm>
          <a:prstGeom prst="rect">
            <a:avLst/>
          </a:prstGeom>
        </p:spPr>
      </p:pic>
      <p:sp>
        <p:nvSpPr>
          <p:cNvPr id="12" name="Text 3">
            <a:extLst>
              <a:ext uri="{FF2B5EF4-FFF2-40B4-BE49-F238E27FC236}">
                <a16:creationId xmlns:a16="http://schemas.microsoft.com/office/drawing/2014/main" id="{CCE43264-CA2B-B7F4-5EEF-5C00A92D80E9}"/>
              </a:ext>
            </a:extLst>
          </p:cNvPr>
          <p:cNvSpPr/>
          <p:nvPr/>
        </p:nvSpPr>
        <p:spPr>
          <a:xfrm>
            <a:off x="1823417" y="564186"/>
            <a:ext cx="549716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it-IT" sz="1100" b="1" dirty="0">
                <a:solidFill>
                  <a:srgbClr val="02C39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Problema iniziale: Le immagini mediche grezze contenevano inclinazione e bordi incorretti</a:t>
            </a:r>
          </a:p>
          <a:p>
            <a:pPr marL="0" indent="0" algn="ctr">
              <a:buNone/>
            </a:pPr>
            <a:endParaRPr lang="en-US" sz="1100" dirty="0"/>
          </a:p>
        </p:txBody>
      </p:sp>
      <p:sp>
        <p:nvSpPr>
          <p:cNvPr id="5" name="Text 9">
            <a:extLst>
              <a:ext uri="{FF2B5EF4-FFF2-40B4-BE49-F238E27FC236}">
                <a16:creationId xmlns:a16="http://schemas.microsoft.com/office/drawing/2014/main" id="{28F0E4D4-0A26-EDB0-9B26-8F50B4786ACC}"/>
              </a:ext>
            </a:extLst>
          </p:cNvPr>
          <p:cNvSpPr/>
          <p:nvPr/>
        </p:nvSpPr>
        <p:spPr>
          <a:xfrm>
            <a:off x="1995328" y="2239248"/>
            <a:ext cx="437614" cy="5400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3200" dirty="0"/>
          </a:p>
        </p:txBody>
      </p:sp>
      <p:sp>
        <p:nvSpPr>
          <p:cNvPr id="30" name="Text 14">
            <a:extLst>
              <a:ext uri="{FF2B5EF4-FFF2-40B4-BE49-F238E27FC236}">
                <a16:creationId xmlns:a16="http://schemas.microsoft.com/office/drawing/2014/main" id="{653CD841-0AF0-CA36-DF40-E664654D37F0}"/>
              </a:ext>
            </a:extLst>
          </p:cNvPr>
          <p:cNvSpPr/>
          <p:nvPr/>
        </p:nvSpPr>
        <p:spPr>
          <a:xfrm>
            <a:off x="82551" y="1687419"/>
            <a:ext cx="1759464" cy="18482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/>
            <a:endParaRPr lang="it-IT" altLang="it-IT" sz="1100" dirty="0">
              <a:solidFill>
                <a:srgbClr val="0D1B4B"/>
              </a:solidFill>
            </a:endParaRPr>
          </a:p>
        </p:txBody>
      </p:sp>
      <p:grpSp>
        <p:nvGrpSpPr>
          <p:cNvPr id="120" name="Gruppo 119">
            <a:extLst>
              <a:ext uri="{FF2B5EF4-FFF2-40B4-BE49-F238E27FC236}">
                <a16:creationId xmlns:a16="http://schemas.microsoft.com/office/drawing/2014/main" id="{3A6124C3-88BB-A7D1-B348-5C27D43AA4E3}"/>
              </a:ext>
            </a:extLst>
          </p:cNvPr>
          <p:cNvGrpSpPr/>
          <p:nvPr/>
        </p:nvGrpSpPr>
        <p:grpSpPr>
          <a:xfrm>
            <a:off x="101225" y="1058178"/>
            <a:ext cx="1897200" cy="2880000"/>
            <a:chOff x="147525" y="1058178"/>
            <a:chExt cx="1897200" cy="2880000"/>
          </a:xfrm>
        </p:grpSpPr>
        <p:grpSp>
          <p:nvGrpSpPr>
            <p:cNvPr id="66" name="Gruppo 65">
              <a:extLst>
                <a:ext uri="{FF2B5EF4-FFF2-40B4-BE49-F238E27FC236}">
                  <a16:creationId xmlns:a16="http://schemas.microsoft.com/office/drawing/2014/main" id="{FFA9362B-E09F-3580-C047-3F7AC4FAF2AA}"/>
                </a:ext>
              </a:extLst>
            </p:cNvPr>
            <p:cNvGrpSpPr/>
            <p:nvPr/>
          </p:nvGrpSpPr>
          <p:grpSpPr>
            <a:xfrm>
              <a:off x="147525" y="1058178"/>
              <a:ext cx="1897200" cy="2880000"/>
              <a:chOff x="305307" y="1663694"/>
              <a:chExt cx="1897200" cy="2210400"/>
            </a:xfrm>
          </p:grpSpPr>
          <p:grpSp>
            <p:nvGrpSpPr>
              <p:cNvPr id="44" name="Gruppo 43">
                <a:extLst>
                  <a:ext uri="{FF2B5EF4-FFF2-40B4-BE49-F238E27FC236}">
                    <a16:creationId xmlns:a16="http://schemas.microsoft.com/office/drawing/2014/main" id="{332A32D4-0D37-A91D-8047-E76799F9C2F4}"/>
                  </a:ext>
                </a:extLst>
              </p:cNvPr>
              <p:cNvGrpSpPr/>
              <p:nvPr/>
            </p:nvGrpSpPr>
            <p:grpSpPr>
              <a:xfrm>
                <a:off x="305307" y="1663694"/>
                <a:ext cx="1897200" cy="2210400"/>
                <a:chOff x="474618" y="1202987"/>
                <a:chExt cx="3856021" cy="2008844"/>
              </a:xfrm>
            </p:grpSpPr>
            <p:grpSp>
              <p:nvGrpSpPr>
                <p:cNvPr id="45" name="Gruppo 44">
                  <a:extLst>
                    <a:ext uri="{FF2B5EF4-FFF2-40B4-BE49-F238E27FC236}">
                      <a16:creationId xmlns:a16="http://schemas.microsoft.com/office/drawing/2014/main" id="{92532C61-254E-B746-060B-5E4D5A737CEF}"/>
                    </a:ext>
                  </a:extLst>
                </p:cNvPr>
                <p:cNvGrpSpPr/>
                <p:nvPr/>
              </p:nvGrpSpPr>
              <p:grpSpPr>
                <a:xfrm>
                  <a:off x="474618" y="1202987"/>
                  <a:ext cx="3856021" cy="2008844"/>
                  <a:chOff x="474618" y="1202986"/>
                  <a:chExt cx="3856021" cy="2003510"/>
                </a:xfrm>
              </p:grpSpPr>
              <p:sp>
                <p:nvSpPr>
                  <p:cNvPr id="51" name="Rettangolo 50">
                    <a:extLst>
                      <a:ext uri="{FF2B5EF4-FFF2-40B4-BE49-F238E27FC236}">
                        <a16:creationId xmlns:a16="http://schemas.microsoft.com/office/drawing/2014/main" id="{E671B6EE-7C23-A7F5-D86F-C4F0B6ACB7D5}"/>
                      </a:ext>
                    </a:extLst>
                  </p:cNvPr>
                  <p:cNvSpPr/>
                  <p:nvPr/>
                </p:nvSpPr>
                <p:spPr>
                  <a:xfrm>
                    <a:off x="474618" y="1202986"/>
                    <a:ext cx="3856021" cy="2003510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noFill/>
                  </a:ln>
                  <a:effectLst>
                    <a:innerShdw blurRad="114300">
                      <a:prstClr val="black"/>
                    </a:innerShdw>
                  </a:effectLst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it-IT" dirty="0"/>
                  </a:p>
                </p:txBody>
              </p:sp>
              <p:sp>
                <p:nvSpPr>
                  <p:cNvPr id="52" name="Shape 5">
                    <a:extLst>
                      <a:ext uri="{FF2B5EF4-FFF2-40B4-BE49-F238E27FC236}">
                        <a16:creationId xmlns:a16="http://schemas.microsoft.com/office/drawing/2014/main" id="{23F99F36-7D25-F4AD-94D1-A3F0ECBDD6AA}"/>
                      </a:ext>
                    </a:extLst>
                  </p:cNvPr>
                  <p:cNvSpPr>
                    <a:spLocks/>
                  </p:cNvSpPr>
                  <p:nvPr/>
                </p:nvSpPr>
                <p:spPr>
                  <a:xfrm>
                    <a:off x="474619" y="1202986"/>
                    <a:ext cx="3854898" cy="540087"/>
                  </a:xfrm>
                  <a:prstGeom prst="rect">
                    <a:avLst/>
                  </a:prstGeom>
                  <a:solidFill>
                    <a:srgbClr val="0D1B4B"/>
                  </a:solidFill>
                  <a:ln w="12700">
                    <a:noFill/>
                    <a:prstDash val="solid"/>
                  </a:ln>
                </p:spPr>
                <p:txBody>
                  <a:bodyPr/>
                  <a:lstStyle/>
                  <a:p>
                    <a:pPr algn="ctr"/>
                    <a:endParaRPr lang="it-IT" dirty="0">
                      <a:solidFill>
                        <a:srgbClr val="0D1B4B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</p:grpSp>
            <p:sp>
              <p:nvSpPr>
                <p:cNvPr id="46" name="Text 14">
                  <a:extLst>
                    <a:ext uri="{FF2B5EF4-FFF2-40B4-BE49-F238E27FC236}">
                      <a16:creationId xmlns:a16="http://schemas.microsoft.com/office/drawing/2014/main" id="{C701DB6D-AAC3-C0D4-A91F-CEFB1AE8C076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653244" y="1613359"/>
                  <a:ext cx="2117177" cy="303605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/>
                <a:lstStyle/>
                <a:p>
                  <a:pPr marL="0" indent="0">
                    <a:buNone/>
                  </a:pPr>
                  <a:endParaRPr lang="en-US" sz="1000" dirty="0"/>
                </a:p>
              </p:txBody>
            </p:sp>
          </p:grpSp>
          <p:sp>
            <p:nvSpPr>
              <p:cNvPr id="42" name="CasellaDiTesto 41">
                <a:extLst>
                  <a:ext uri="{FF2B5EF4-FFF2-40B4-BE49-F238E27FC236}">
                    <a16:creationId xmlns:a16="http://schemas.microsoft.com/office/drawing/2014/main" id="{2F21829D-71C2-384A-A037-4DC27FC5E23A}"/>
                  </a:ext>
                </a:extLst>
              </p:cNvPr>
              <p:cNvSpPr txBox="1"/>
              <p:nvPr/>
            </p:nvSpPr>
            <p:spPr>
              <a:xfrm>
                <a:off x="305308" y="2687997"/>
                <a:ext cx="1896646" cy="87511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it-IT" sz="1200" b="1" dirty="0">
                    <a:solidFill>
                      <a:srgbClr val="0D1B4B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Scarto</a:t>
                </a:r>
                <a:r>
                  <a:rPr lang="it-IT" sz="1200" dirty="0">
                    <a:solidFill>
                      <a:srgbClr val="0D1B4B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automatico di  radiografie laterali, file </a:t>
                </a:r>
                <a:r>
                  <a:rPr lang="it-IT" sz="1200" b="1" dirty="0">
                    <a:solidFill>
                      <a:srgbClr val="0D1B4B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corrotti</a:t>
                </a:r>
                <a:r>
                  <a:rPr lang="it-IT" sz="1200" dirty="0">
                    <a:solidFill>
                      <a:srgbClr val="0D1B4B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e immagini con </a:t>
                </a:r>
                <a:r>
                  <a:rPr lang="it-IT" sz="1200" b="1" dirty="0">
                    <a:solidFill>
                      <a:srgbClr val="0D1B4B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inclinazioni</a:t>
                </a:r>
                <a:r>
                  <a:rPr lang="it-IT" sz="1200" dirty="0">
                    <a:solidFill>
                      <a:srgbClr val="0D1B4B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irrecuperabili (&gt; 10°).</a:t>
                </a:r>
              </a:p>
            </p:txBody>
          </p:sp>
        </p:grpSp>
        <p:pic>
          <p:nvPicPr>
            <p:cNvPr id="38" name="Elemento grafico 37" descr="Badge 1 con riempimento a tinta unita">
              <a:extLst>
                <a:ext uri="{FF2B5EF4-FFF2-40B4-BE49-F238E27FC236}">
                  <a16:creationId xmlns:a16="http://schemas.microsoft.com/office/drawing/2014/main" id="{94C67444-0691-59D9-4720-104F072D990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824902" y="1177585"/>
              <a:ext cx="540067" cy="540067"/>
            </a:xfrm>
            <a:prstGeom prst="rect">
              <a:avLst/>
            </a:prstGeom>
            <a:effectLst>
              <a:glow rad="101600">
                <a:srgbClr val="0A1128">
                  <a:alpha val="60000"/>
                </a:srgbClr>
              </a:glow>
            </a:effectLst>
          </p:spPr>
        </p:pic>
      </p:grpSp>
      <p:sp>
        <p:nvSpPr>
          <p:cNvPr id="68" name="CasellaDiTesto 67">
            <a:extLst>
              <a:ext uri="{FF2B5EF4-FFF2-40B4-BE49-F238E27FC236}">
                <a16:creationId xmlns:a16="http://schemas.microsoft.com/office/drawing/2014/main" id="{B6420E5E-CB18-07D9-42F4-7704B6DD9A0C}"/>
              </a:ext>
            </a:extLst>
          </p:cNvPr>
          <p:cNvSpPr txBox="1"/>
          <p:nvPr/>
        </p:nvSpPr>
        <p:spPr>
          <a:xfrm>
            <a:off x="147524" y="1920989"/>
            <a:ext cx="189664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sz="12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Filtraggio e validazione</a:t>
            </a:r>
          </a:p>
        </p:txBody>
      </p:sp>
      <p:grpSp>
        <p:nvGrpSpPr>
          <p:cNvPr id="99" name="Gruppo 98">
            <a:extLst>
              <a:ext uri="{FF2B5EF4-FFF2-40B4-BE49-F238E27FC236}">
                <a16:creationId xmlns:a16="http://schemas.microsoft.com/office/drawing/2014/main" id="{24B5F93C-1E4B-CB90-4B9E-DC3F3FA25E5F}"/>
              </a:ext>
            </a:extLst>
          </p:cNvPr>
          <p:cNvGrpSpPr/>
          <p:nvPr/>
        </p:nvGrpSpPr>
        <p:grpSpPr>
          <a:xfrm>
            <a:off x="2437942" y="1453802"/>
            <a:ext cx="1897200" cy="2880000"/>
            <a:chOff x="474618" y="1202987"/>
            <a:chExt cx="3856021" cy="2008844"/>
          </a:xfrm>
        </p:grpSpPr>
        <p:grpSp>
          <p:nvGrpSpPr>
            <p:cNvPr id="101" name="Gruppo 100">
              <a:extLst>
                <a:ext uri="{FF2B5EF4-FFF2-40B4-BE49-F238E27FC236}">
                  <a16:creationId xmlns:a16="http://schemas.microsoft.com/office/drawing/2014/main" id="{5DC48541-08CB-092D-5383-FC0634491589}"/>
                </a:ext>
              </a:extLst>
            </p:cNvPr>
            <p:cNvGrpSpPr/>
            <p:nvPr/>
          </p:nvGrpSpPr>
          <p:grpSpPr>
            <a:xfrm>
              <a:off x="474618" y="1202987"/>
              <a:ext cx="3856021" cy="2008844"/>
              <a:chOff x="474618" y="1202986"/>
              <a:chExt cx="3856021" cy="2003510"/>
            </a:xfrm>
          </p:grpSpPr>
          <p:sp>
            <p:nvSpPr>
              <p:cNvPr id="103" name="Rettangolo 102">
                <a:extLst>
                  <a:ext uri="{FF2B5EF4-FFF2-40B4-BE49-F238E27FC236}">
                    <a16:creationId xmlns:a16="http://schemas.microsoft.com/office/drawing/2014/main" id="{BE516774-2816-622B-CBB7-3AC7E5EE5860}"/>
                  </a:ext>
                </a:extLst>
              </p:cNvPr>
              <p:cNvSpPr/>
              <p:nvPr/>
            </p:nvSpPr>
            <p:spPr>
              <a:xfrm>
                <a:off x="474618" y="1202986"/>
                <a:ext cx="3856021" cy="200351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  <a:effectLst>
                <a:innerShdw blurRad="114300">
                  <a:prstClr val="black"/>
                </a:inn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t-IT" dirty="0"/>
              </a:p>
            </p:txBody>
          </p:sp>
          <p:sp>
            <p:nvSpPr>
              <p:cNvPr id="104" name="Shape 5">
                <a:extLst>
                  <a:ext uri="{FF2B5EF4-FFF2-40B4-BE49-F238E27FC236}">
                    <a16:creationId xmlns:a16="http://schemas.microsoft.com/office/drawing/2014/main" id="{C31C68C6-715E-7CE9-E7EF-4F603EEC618C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474619" y="1202986"/>
                <a:ext cx="3854898" cy="540087"/>
              </a:xfrm>
              <a:prstGeom prst="rect">
                <a:avLst/>
              </a:prstGeom>
              <a:solidFill>
                <a:srgbClr val="0D1B4B"/>
              </a:solidFill>
              <a:ln w="12700">
                <a:noFill/>
                <a:prstDash val="solid"/>
              </a:ln>
            </p:spPr>
            <p:txBody>
              <a:bodyPr/>
              <a:lstStyle/>
              <a:p>
                <a:pPr algn="ctr"/>
                <a:endParaRPr lang="it-IT" dirty="0">
                  <a:solidFill>
                    <a:srgbClr val="0D1B4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sp>
          <p:nvSpPr>
            <p:cNvPr id="102" name="Text 14">
              <a:extLst>
                <a:ext uri="{FF2B5EF4-FFF2-40B4-BE49-F238E27FC236}">
                  <a16:creationId xmlns:a16="http://schemas.microsoft.com/office/drawing/2014/main" id="{C23B3B2A-1B29-F7B1-ADCC-1858A36DCD88}"/>
                </a:ext>
              </a:extLst>
            </p:cNvPr>
            <p:cNvSpPr>
              <a:spLocks/>
            </p:cNvSpPr>
            <p:nvPr/>
          </p:nvSpPr>
          <p:spPr>
            <a:xfrm>
              <a:off x="653244" y="1613359"/>
              <a:ext cx="2117177" cy="3036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endParaRPr lang="en-US" sz="1000" dirty="0"/>
            </a:p>
          </p:txBody>
        </p:sp>
      </p:grpSp>
      <p:pic>
        <p:nvPicPr>
          <p:cNvPr id="39" name="Elemento grafico 38" descr="Badge con riempimento a tinta unita">
            <a:extLst>
              <a:ext uri="{FF2B5EF4-FFF2-40B4-BE49-F238E27FC236}">
                <a16:creationId xmlns:a16="http://schemas.microsoft.com/office/drawing/2014/main" id="{1B18D434-493B-FEF2-2E0B-4536C666789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102532" y="1559430"/>
            <a:ext cx="553066" cy="553066"/>
          </a:xfrm>
          <a:prstGeom prst="rect">
            <a:avLst/>
          </a:prstGeom>
          <a:effectLst>
            <a:glow rad="101600">
              <a:srgbClr val="0A1128">
                <a:alpha val="60000"/>
              </a:srgbClr>
            </a:glow>
          </a:effectLst>
        </p:spPr>
      </p:pic>
      <p:grpSp>
        <p:nvGrpSpPr>
          <p:cNvPr id="106" name="Gruppo 105">
            <a:extLst>
              <a:ext uri="{FF2B5EF4-FFF2-40B4-BE49-F238E27FC236}">
                <a16:creationId xmlns:a16="http://schemas.microsoft.com/office/drawing/2014/main" id="{64FDAF73-26BB-F400-78ED-61AD9D963309}"/>
              </a:ext>
            </a:extLst>
          </p:cNvPr>
          <p:cNvGrpSpPr/>
          <p:nvPr/>
        </p:nvGrpSpPr>
        <p:grpSpPr>
          <a:xfrm>
            <a:off x="4781101" y="1864085"/>
            <a:ext cx="1897200" cy="2880000"/>
            <a:chOff x="474618" y="1202987"/>
            <a:chExt cx="3856021" cy="2008844"/>
          </a:xfrm>
        </p:grpSpPr>
        <p:grpSp>
          <p:nvGrpSpPr>
            <p:cNvPr id="108" name="Gruppo 107">
              <a:extLst>
                <a:ext uri="{FF2B5EF4-FFF2-40B4-BE49-F238E27FC236}">
                  <a16:creationId xmlns:a16="http://schemas.microsoft.com/office/drawing/2014/main" id="{FCE382B7-1A34-5C98-9201-9BA0E35B0950}"/>
                </a:ext>
              </a:extLst>
            </p:cNvPr>
            <p:cNvGrpSpPr/>
            <p:nvPr/>
          </p:nvGrpSpPr>
          <p:grpSpPr>
            <a:xfrm>
              <a:off x="474618" y="1202987"/>
              <a:ext cx="3856021" cy="2008844"/>
              <a:chOff x="474618" y="1202986"/>
              <a:chExt cx="3856021" cy="2003510"/>
            </a:xfrm>
          </p:grpSpPr>
          <p:sp>
            <p:nvSpPr>
              <p:cNvPr id="110" name="Rettangolo 109">
                <a:extLst>
                  <a:ext uri="{FF2B5EF4-FFF2-40B4-BE49-F238E27FC236}">
                    <a16:creationId xmlns:a16="http://schemas.microsoft.com/office/drawing/2014/main" id="{BA3482A8-0263-5BB7-D119-701939EDE716}"/>
                  </a:ext>
                </a:extLst>
              </p:cNvPr>
              <p:cNvSpPr/>
              <p:nvPr/>
            </p:nvSpPr>
            <p:spPr>
              <a:xfrm>
                <a:off x="474618" y="1202986"/>
                <a:ext cx="3856021" cy="200351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  <a:effectLst>
                <a:innerShdw blurRad="114300">
                  <a:prstClr val="black"/>
                </a:inn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t-IT" dirty="0"/>
              </a:p>
            </p:txBody>
          </p:sp>
          <p:sp>
            <p:nvSpPr>
              <p:cNvPr id="111" name="Shape 5">
                <a:extLst>
                  <a:ext uri="{FF2B5EF4-FFF2-40B4-BE49-F238E27FC236}">
                    <a16:creationId xmlns:a16="http://schemas.microsoft.com/office/drawing/2014/main" id="{F3F251C2-54BD-FAD7-2F87-609B5C318B0D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474619" y="1202986"/>
                <a:ext cx="3854898" cy="540087"/>
              </a:xfrm>
              <a:prstGeom prst="rect">
                <a:avLst/>
              </a:prstGeom>
              <a:solidFill>
                <a:srgbClr val="0D1B4B"/>
              </a:solidFill>
              <a:ln w="12700">
                <a:noFill/>
                <a:prstDash val="solid"/>
              </a:ln>
            </p:spPr>
            <p:txBody>
              <a:bodyPr/>
              <a:lstStyle/>
              <a:p>
                <a:pPr algn="ctr"/>
                <a:endParaRPr lang="it-IT" dirty="0">
                  <a:solidFill>
                    <a:srgbClr val="0D1B4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sp>
          <p:nvSpPr>
            <p:cNvPr id="109" name="Text 14">
              <a:extLst>
                <a:ext uri="{FF2B5EF4-FFF2-40B4-BE49-F238E27FC236}">
                  <a16:creationId xmlns:a16="http://schemas.microsoft.com/office/drawing/2014/main" id="{C624066F-086A-13C5-3E86-3AE0BE3BFD87}"/>
                </a:ext>
              </a:extLst>
            </p:cNvPr>
            <p:cNvSpPr>
              <a:spLocks/>
            </p:cNvSpPr>
            <p:nvPr/>
          </p:nvSpPr>
          <p:spPr>
            <a:xfrm>
              <a:off x="653244" y="1613359"/>
              <a:ext cx="2117177" cy="3036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endParaRPr lang="en-US" sz="1000" dirty="0"/>
            </a:p>
          </p:txBody>
        </p:sp>
      </p:grpSp>
      <p:sp>
        <p:nvSpPr>
          <p:cNvPr id="63" name="CasellaDiTesto 62">
            <a:extLst>
              <a:ext uri="{FF2B5EF4-FFF2-40B4-BE49-F238E27FC236}">
                <a16:creationId xmlns:a16="http://schemas.microsoft.com/office/drawing/2014/main" id="{8655A7FA-F7C3-4590-4AFB-1DBB14176919}"/>
              </a:ext>
            </a:extLst>
          </p:cNvPr>
          <p:cNvSpPr txBox="1"/>
          <p:nvPr/>
        </p:nvSpPr>
        <p:spPr>
          <a:xfrm>
            <a:off x="2463904" y="2278449"/>
            <a:ext cx="183693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sz="12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Standardizzazione spaziale</a:t>
            </a:r>
          </a:p>
        </p:txBody>
      </p:sp>
      <p:pic>
        <p:nvPicPr>
          <p:cNvPr id="40" name="Elemento grafico 39" descr="Badge 3 con riempimento a tinta unita">
            <a:extLst>
              <a:ext uri="{FF2B5EF4-FFF2-40B4-BE49-F238E27FC236}">
                <a16:creationId xmlns:a16="http://schemas.microsoft.com/office/drawing/2014/main" id="{57D99C72-C05B-9499-C02A-C20DB65FD78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442883" y="1965725"/>
            <a:ext cx="573082" cy="573082"/>
          </a:xfrm>
          <a:prstGeom prst="rect">
            <a:avLst/>
          </a:prstGeom>
          <a:effectLst>
            <a:glow rad="101600">
              <a:srgbClr val="0A1128">
                <a:alpha val="60000"/>
              </a:srgbClr>
            </a:glow>
          </a:effectLst>
        </p:spPr>
      </p:pic>
      <p:grpSp>
        <p:nvGrpSpPr>
          <p:cNvPr id="113" name="Gruppo 112">
            <a:extLst>
              <a:ext uri="{FF2B5EF4-FFF2-40B4-BE49-F238E27FC236}">
                <a16:creationId xmlns:a16="http://schemas.microsoft.com/office/drawing/2014/main" id="{E966B725-C4B7-1BA2-FA86-C14B5D7AC428}"/>
              </a:ext>
            </a:extLst>
          </p:cNvPr>
          <p:cNvGrpSpPr/>
          <p:nvPr/>
        </p:nvGrpSpPr>
        <p:grpSpPr>
          <a:xfrm>
            <a:off x="7122029" y="2081778"/>
            <a:ext cx="1971209" cy="2980628"/>
            <a:chOff x="474618" y="1202987"/>
            <a:chExt cx="3997360" cy="2135598"/>
          </a:xfrm>
        </p:grpSpPr>
        <p:grpSp>
          <p:nvGrpSpPr>
            <p:cNvPr id="115" name="Gruppo 114">
              <a:extLst>
                <a:ext uri="{FF2B5EF4-FFF2-40B4-BE49-F238E27FC236}">
                  <a16:creationId xmlns:a16="http://schemas.microsoft.com/office/drawing/2014/main" id="{D03A61DF-806F-5CE9-318E-5F0ADEB329A5}"/>
                </a:ext>
              </a:extLst>
            </p:cNvPr>
            <p:cNvGrpSpPr/>
            <p:nvPr/>
          </p:nvGrpSpPr>
          <p:grpSpPr>
            <a:xfrm>
              <a:off x="474618" y="1202987"/>
              <a:ext cx="3997360" cy="2135598"/>
              <a:chOff x="474618" y="1202986"/>
              <a:chExt cx="3997360" cy="2129927"/>
            </a:xfrm>
          </p:grpSpPr>
          <p:sp>
            <p:nvSpPr>
              <p:cNvPr id="117" name="Rettangolo 116">
                <a:extLst>
                  <a:ext uri="{FF2B5EF4-FFF2-40B4-BE49-F238E27FC236}">
                    <a16:creationId xmlns:a16="http://schemas.microsoft.com/office/drawing/2014/main" id="{EA496999-A2FC-1B01-D395-C4A02FDDE0D1}"/>
                  </a:ext>
                </a:extLst>
              </p:cNvPr>
              <p:cNvSpPr/>
              <p:nvPr/>
            </p:nvSpPr>
            <p:spPr>
              <a:xfrm>
                <a:off x="474618" y="1202986"/>
                <a:ext cx="3997360" cy="2129927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  <a:effectLst>
                <a:innerShdw blurRad="114300">
                  <a:prstClr val="black"/>
                </a:inn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t-IT" dirty="0"/>
              </a:p>
            </p:txBody>
          </p:sp>
          <p:sp>
            <p:nvSpPr>
              <p:cNvPr id="118" name="Shape 5">
                <a:extLst>
                  <a:ext uri="{FF2B5EF4-FFF2-40B4-BE49-F238E27FC236}">
                    <a16:creationId xmlns:a16="http://schemas.microsoft.com/office/drawing/2014/main" id="{43EC8918-7BBB-9421-09DC-9AD9A75601DF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474619" y="1202986"/>
                <a:ext cx="3854898" cy="540087"/>
              </a:xfrm>
              <a:prstGeom prst="rect">
                <a:avLst/>
              </a:prstGeom>
              <a:solidFill>
                <a:srgbClr val="0D1B4B"/>
              </a:solidFill>
              <a:ln w="12700">
                <a:noFill/>
                <a:prstDash val="solid"/>
              </a:ln>
            </p:spPr>
            <p:txBody>
              <a:bodyPr/>
              <a:lstStyle/>
              <a:p>
                <a:pPr algn="ctr"/>
                <a:endParaRPr lang="it-IT" dirty="0">
                  <a:solidFill>
                    <a:srgbClr val="0D1B4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sp>
          <p:nvSpPr>
            <p:cNvPr id="116" name="Text 14">
              <a:extLst>
                <a:ext uri="{FF2B5EF4-FFF2-40B4-BE49-F238E27FC236}">
                  <a16:creationId xmlns:a16="http://schemas.microsoft.com/office/drawing/2014/main" id="{5E40B1D3-48E7-9A60-801E-AFCC7B1028BC}"/>
                </a:ext>
              </a:extLst>
            </p:cNvPr>
            <p:cNvSpPr>
              <a:spLocks/>
            </p:cNvSpPr>
            <p:nvPr/>
          </p:nvSpPr>
          <p:spPr>
            <a:xfrm>
              <a:off x="653244" y="1613359"/>
              <a:ext cx="2117177" cy="3036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endParaRPr lang="en-US" sz="1000" dirty="0"/>
            </a:p>
          </p:txBody>
        </p:sp>
      </p:grpSp>
      <p:pic>
        <p:nvPicPr>
          <p:cNvPr id="41" name="Elemento grafico 40" descr="Badge 4 con riempimento a tinta unita">
            <a:extLst>
              <a:ext uri="{FF2B5EF4-FFF2-40B4-BE49-F238E27FC236}">
                <a16:creationId xmlns:a16="http://schemas.microsoft.com/office/drawing/2014/main" id="{781315AB-AC71-2C7D-D378-EDF5E1B2E0B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784101" y="2179239"/>
            <a:ext cx="581439" cy="581439"/>
          </a:xfrm>
          <a:prstGeom prst="rect">
            <a:avLst/>
          </a:prstGeom>
          <a:effectLst>
            <a:glow rad="101600">
              <a:srgbClr val="0A1128">
                <a:alpha val="60000"/>
              </a:srgbClr>
            </a:glow>
          </a:effectLst>
        </p:spPr>
      </p:pic>
      <p:sp>
        <p:nvSpPr>
          <p:cNvPr id="121" name="Text 9">
            <a:extLst>
              <a:ext uri="{FF2B5EF4-FFF2-40B4-BE49-F238E27FC236}">
                <a16:creationId xmlns:a16="http://schemas.microsoft.com/office/drawing/2014/main" id="{B5A3B16A-8C43-0A50-AD48-CDD523785451}"/>
              </a:ext>
            </a:extLst>
          </p:cNvPr>
          <p:cNvSpPr/>
          <p:nvPr/>
        </p:nvSpPr>
        <p:spPr>
          <a:xfrm>
            <a:off x="4337045" y="2733364"/>
            <a:ext cx="437614" cy="5400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3200" dirty="0"/>
          </a:p>
        </p:txBody>
      </p:sp>
      <p:sp>
        <p:nvSpPr>
          <p:cNvPr id="122" name="Text 9">
            <a:extLst>
              <a:ext uri="{FF2B5EF4-FFF2-40B4-BE49-F238E27FC236}">
                <a16:creationId xmlns:a16="http://schemas.microsoft.com/office/drawing/2014/main" id="{C9197C79-8AB2-E8C2-493F-DAA4D85343E3}"/>
              </a:ext>
            </a:extLst>
          </p:cNvPr>
          <p:cNvSpPr/>
          <p:nvPr/>
        </p:nvSpPr>
        <p:spPr>
          <a:xfrm>
            <a:off x="6684415" y="3265617"/>
            <a:ext cx="437614" cy="5400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3200" dirty="0"/>
          </a:p>
        </p:txBody>
      </p:sp>
      <p:sp>
        <p:nvSpPr>
          <p:cNvPr id="124" name="CasellaDiTesto 123">
            <a:extLst>
              <a:ext uri="{FF2B5EF4-FFF2-40B4-BE49-F238E27FC236}">
                <a16:creationId xmlns:a16="http://schemas.microsoft.com/office/drawing/2014/main" id="{FC8F0CD8-55F8-604A-3064-DA7968B31D49}"/>
              </a:ext>
            </a:extLst>
          </p:cNvPr>
          <p:cNvSpPr txBox="1"/>
          <p:nvPr/>
        </p:nvSpPr>
        <p:spPr>
          <a:xfrm>
            <a:off x="2518143" y="2699909"/>
            <a:ext cx="1747387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1200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Conversione in </a:t>
            </a:r>
            <a:r>
              <a:rPr lang="it-IT" sz="1200" b="1" i="1" dirty="0" err="1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Grayscale</a:t>
            </a:r>
            <a:r>
              <a:rPr lang="it-IT" sz="1200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e </a:t>
            </a:r>
            <a:r>
              <a:rPr lang="it-IT" sz="1200" b="1" i="1" dirty="0" err="1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Resize</a:t>
            </a:r>
            <a:r>
              <a:rPr lang="it-IT" sz="1200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(256x256).</a:t>
            </a:r>
          </a:p>
          <a:p>
            <a:pPr algn="ctr"/>
            <a:endParaRPr lang="it-IT" sz="1200" dirty="0">
              <a:solidFill>
                <a:srgbClr val="0D1B4B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it-IT" sz="1200" b="1" i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Perché</a:t>
            </a:r>
            <a:r>
              <a:rPr lang="it-IT" sz="1200" i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r>
              <a:rPr lang="it-IT" sz="1200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Ridurre la complessità computazionale e uniformare i campioni.</a:t>
            </a:r>
            <a:endParaRPr lang="en-US" sz="1200" dirty="0">
              <a:solidFill>
                <a:srgbClr val="0D1B4B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3" name="CasellaDiTesto 82">
            <a:extLst>
              <a:ext uri="{FF2B5EF4-FFF2-40B4-BE49-F238E27FC236}">
                <a16:creationId xmlns:a16="http://schemas.microsoft.com/office/drawing/2014/main" id="{E59B2D4F-52E5-D2AE-42E5-78C3A14A9A86}"/>
              </a:ext>
            </a:extLst>
          </p:cNvPr>
          <p:cNvSpPr txBox="1"/>
          <p:nvPr/>
        </p:nvSpPr>
        <p:spPr>
          <a:xfrm>
            <a:off x="4789630" y="2689749"/>
            <a:ext cx="187958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sz="12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Correzione dell’inclinazione</a:t>
            </a:r>
          </a:p>
        </p:txBody>
      </p:sp>
      <p:sp>
        <p:nvSpPr>
          <p:cNvPr id="125" name="CasellaDiTesto 124">
            <a:extLst>
              <a:ext uri="{FF2B5EF4-FFF2-40B4-BE49-F238E27FC236}">
                <a16:creationId xmlns:a16="http://schemas.microsoft.com/office/drawing/2014/main" id="{48972460-D82B-D797-6857-9245FA137E43}"/>
              </a:ext>
            </a:extLst>
          </p:cNvPr>
          <p:cNvSpPr txBox="1"/>
          <p:nvPr/>
        </p:nvSpPr>
        <p:spPr>
          <a:xfrm>
            <a:off x="4750620" y="3121279"/>
            <a:ext cx="196674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12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Rilevamento</a:t>
            </a:r>
            <a:r>
              <a:rPr lang="it-IT" sz="1200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e </a:t>
            </a:r>
            <a:r>
              <a:rPr lang="it-IT" sz="12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rotazione</a:t>
            </a:r>
            <a:r>
              <a:rPr lang="it-IT" sz="1200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automatica dell'inclinazione. </a:t>
            </a:r>
          </a:p>
          <a:p>
            <a:pPr algn="ctr"/>
            <a:endParaRPr lang="it-IT" altLang="it-IT" sz="1200" dirty="0">
              <a:solidFill>
                <a:srgbClr val="0D1B4B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it-IT" sz="1200" b="1" i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Perché</a:t>
            </a:r>
            <a:r>
              <a:rPr lang="it-IT" sz="1200" i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r>
              <a:rPr lang="it-IT" sz="1200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La PCA è sensibile all'allineamento; radiografie storte creerebbero "falsa varianza".</a:t>
            </a:r>
            <a:endParaRPr lang="it-IT" altLang="it-IT" sz="1200" dirty="0">
              <a:solidFill>
                <a:srgbClr val="0D1B4B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1" name="CasellaDiTesto 90">
            <a:extLst>
              <a:ext uri="{FF2B5EF4-FFF2-40B4-BE49-F238E27FC236}">
                <a16:creationId xmlns:a16="http://schemas.microsoft.com/office/drawing/2014/main" id="{B136E215-22E0-355E-28D6-5056770D0531}"/>
              </a:ext>
            </a:extLst>
          </p:cNvPr>
          <p:cNvSpPr txBox="1"/>
          <p:nvPr/>
        </p:nvSpPr>
        <p:spPr>
          <a:xfrm>
            <a:off x="7136534" y="2884705"/>
            <a:ext cx="186781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sz="12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Normalizzazione e Centratura</a:t>
            </a:r>
          </a:p>
        </p:txBody>
      </p:sp>
      <p:sp>
        <p:nvSpPr>
          <p:cNvPr id="126" name="CasellaDiTesto 125">
            <a:extLst>
              <a:ext uri="{FF2B5EF4-FFF2-40B4-BE49-F238E27FC236}">
                <a16:creationId xmlns:a16="http://schemas.microsoft.com/office/drawing/2014/main" id="{E3FCDA02-CB92-58D3-8DD2-BA565B7FED63}"/>
              </a:ext>
            </a:extLst>
          </p:cNvPr>
          <p:cNvSpPr txBox="1"/>
          <p:nvPr/>
        </p:nvSpPr>
        <p:spPr>
          <a:xfrm>
            <a:off x="7156694" y="3446579"/>
            <a:ext cx="1833017" cy="16158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1100" b="1" i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Per PCA: Vettorizzazione dell’immagine</a:t>
            </a:r>
            <a:r>
              <a:rPr lang="it-IT" sz="1100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(Vettore da 65.536 elementi) e sottrazione della media.</a:t>
            </a:r>
          </a:p>
          <a:p>
            <a:pPr algn="ctr"/>
            <a:endParaRPr lang="it-IT" sz="1100" dirty="0">
              <a:solidFill>
                <a:srgbClr val="0D1B4B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it-IT" sz="1100" b="1" i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Normalizzazione</a:t>
            </a:r>
            <a:r>
              <a:rPr lang="it-IT" sz="1100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Mappatura dei valori di intensità dei pixel nel range continuo </a:t>
            </a:r>
            <a:r>
              <a:rPr lang="it-IT" sz="11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[0, 1]</a:t>
            </a:r>
            <a:r>
              <a:rPr lang="it-IT" sz="1100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  <p:pic>
        <p:nvPicPr>
          <p:cNvPr id="128" name="Immagine 127">
            <a:extLst>
              <a:ext uri="{FF2B5EF4-FFF2-40B4-BE49-F238E27FC236}">
                <a16:creationId xmlns:a16="http://schemas.microsoft.com/office/drawing/2014/main" id="{ED5C435C-9214-5963-D508-D203FB02647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34879" y="3813776"/>
            <a:ext cx="1821039" cy="18210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151667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30B014-6A93-691C-47CB-C6E7F7110E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C94251C4-60A6-91A8-C931-D2DACE34A52C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gradFill flip="none" rotWithShape="1">
            <a:gsLst>
              <a:gs pos="24000">
                <a:srgbClr val="0D1B4B"/>
              </a:gs>
              <a:gs pos="100000">
                <a:schemeClr val="accent1">
                  <a:lumMod val="45000"/>
                  <a:lumOff val="55000"/>
                </a:schemeClr>
              </a:gs>
              <a:gs pos="9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pPr algn="ctr"/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2371AD63-F480-C3D4-E682-4DBD8C43E992}"/>
              </a:ext>
            </a:extLst>
          </p:cNvPr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02A37B2C-82E3-C6C3-1ED3-D0115E2ACCEF}"/>
              </a:ext>
            </a:extLst>
          </p:cNvPr>
          <p:cNvSpPr/>
          <p:nvPr/>
        </p:nvSpPr>
        <p:spPr>
          <a:xfrm>
            <a:off x="2180461" y="202940"/>
            <a:ext cx="5140317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it-IT" sz="22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Singular</a:t>
            </a:r>
            <a:r>
              <a:rPr lang="it-IT"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Value </a:t>
            </a:r>
            <a:r>
              <a:rPr lang="it-IT" sz="22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Decomposition</a:t>
            </a:r>
            <a:r>
              <a:rPr lang="it-IT"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- </a:t>
            </a:r>
            <a:r>
              <a:rPr lang="it-IT" sz="2200" b="1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Teoria</a:t>
            </a:r>
          </a:p>
        </p:txBody>
      </p:sp>
      <p:pic>
        <p:nvPicPr>
          <p:cNvPr id="21" name="Immagine 20">
            <a:extLst>
              <a:ext uri="{FF2B5EF4-FFF2-40B4-BE49-F238E27FC236}">
                <a16:creationId xmlns:a16="http://schemas.microsoft.com/office/drawing/2014/main" id="{30D93575-1502-7411-6746-1F85DC2CAF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8952" y="-259528"/>
            <a:ext cx="1377647" cy="1390257"/>
          </a:xfrm>
          <a:prstGeom prst="rect">
            <a:avLst/>
          </a:prstGeom>
        </p:spPr>
      </p:pic>
      <p:pic>
        <p:nvPicPr>
          <p:cNvPr id="28" name="Immagine 27">
            <a:extLst>
              <a:ext uri="{FF2B5EF4-FFF2-40B4-BE49-F238E27FC236}">
                <a16:creationId xmlns:a16="http://schemas.microsoft.com/office/drawing/2014/main" id="{67D70EDB-DFE8-0FAC-1992-79B4118E14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401" y="81880"/>
            <a:ext cx="779053" cy="772472"/>
          </a:xfrm>
          <a:prstGeom prst="rect">
            <a:avLst/>
          </a:prstGeom>
        </p:spPr>
      </p:pic>
      <p:sp>
        <p:nvSpPr>
          <p:cNvPr id="6" name="Shape 4">
            <a:extLst>
              <a:ext uri="{FF2B5EF4-FFF2-40B4-BE49-F238E27FC236}">
                <a16:creationId xmlns:a16="http://schemas.microsoft.com/office/drawing/2014/main" id="{E2BB2304-F84B-9C22-6F9E-506CF77228BD}"/>
              </a:ext>
            </a:extLst>
          </p:cNvPr>
          <p:cNvSpPr/>
          <p:nvPr/>
        </p:nvSpPr>
        <p:spPr>
          <a:xfrm>
            <a:off x="320040" y="1097280"/>
            <a:ext cx="8503920" cy="1078992"/>
          </a:xfrm>
          <a:prstGeom prst="rect">
            <a:avLst/>
          </a:prstGeom>
          <a:solidFill>
            <a:srgbClr val="FFFFFF"/>
          </a:solidFill>
          <a:ln w="6350">
            <a:noFill/>
            <a:prstDash val="solid"/>
          </a:ln>
          <a:effectLst>
            <a:innerShdw blurRad="114300">
              <a:prstClr val="black"/>
            </a:innerShdw>
          </a:effectLst>
        </p:spPr>
        <p:txBody>
          <a:bodyPr/>
          <a:lstStyle/>
          <a:p>
            <a:endParaRPr lang="it-IT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78CEE599-E4C0-928C-2E82-5AD132918FDF}"/>
              </a:ext>
            </a:extLst>
          </p:cNvPr>
          <p:cNvSpPr/>
          <p:nvPr/>
        </p:nvSpPr>
        <p:spPr>
          <a:xfrm>
            <a:off x="320040" y="1094153"/>
            <a:ext cx="8503920" cy="73152"/>
          </a:xfrm>
          <a:prstGeom prst="rect">
            <a:avLst/>
          </a:prstGeom>
          <a:solidFill>
            <a:srgbClr val="028090"/>
          </a:solidFill>
          <a:ln w="12700">
            <a:noFill/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D6E6D367-4475-88D2-5CAD-971E388D8666}"/>
              </a:ext>
            </a:extLst>
          </p:cNvPr>
          <p:cNvSpPr/>
          <p:nvPr/>
        </p:nvSpPr>
        <p:spPr>
          <a:xfrm>
            <a:off x="320040" y="1188720"/>
            <a:ext cx="38404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D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 =  U · Σ · Vᵀ</a:t>
            </a:r>
            <a:endParaRPr lang="en-US" sz="280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2A3C2CFB-F696-2425-7AC1-166660B2CC5B}"/>
              </a:ext>
            </a:extLst>
          </p:cNvPr>
          <p:cNvSpPr/>
          <p:nvPr/>
        </p:nvSpPr>
        <p:spPr>
          <a:xfrm>
            <a:off x="4297680" y="1188720"/>
            <a:ext cx="43891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Approssimazione rango k:   Aₖ = Σᵢ₌₁ᵏ σᵢ uᵢ vᵢᵀ</a:t>
            </a:r>
            <a:endParaRPr lang="en-US" sz="1600" dirty="0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8443EACD-A57D-C9EC-451A-D0012FEF89E9}"/>
              </a:ext>
            </a:extLst>
          </p:cNvPr>
          <p:cNvSpPr/>
          <p:nvPr/>
        </p:nvSpPr>
        <p:spPr>
          <a:xfrm>
            <a:off x="320040" y="2359152"/>
            <a:ext cx="2743200" cy="1463040"/>
          </a:xfrm>
          <a:prstGeom prst="rect">
            <a:avLst/>
          </a:prstGeom>
          <a:solidFill>
            <a:srgbClr val="FFFFFF"/>
          </a:solidFill>
          <a:ln w="6350">
            <a:noFill/>
            <a:prstDash val="solid"/>
          </a:ln>
          <a:effectLst>
            <a:innerShdw blurRad="114300">
              <a:prstClr val="black"/>
            </a:innerShdw>
          </a:effectLst>
        </p:spPr>
        <p:txBody>
          <a:bodyPr/>
          <a:lstStyle/>
          <a:p>
            <a:endParaRPr lang="it-IT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AAC5DAA2-081B-F8D3-35B8-E763BC49DE68}"/>
              </a:ext>
            </a:extLst>
          </p:cNvPr>
          <p:cNvSpPr/>
          <p:nvPr/>
        </p:nvSpPr>
        <p:spPr>
          <a:xfrm>
            <a:off x="320040" y="2359152"/>
            <a:ext cx="64008" cy="1463040"/>
          </a:xfrm>
          <a:prstGeom prst="rect">
            <a:avLst/>
          </a:prstGeom>
          <a:solidFill>
            <a:srgbClr val="028090"/>
          </a:solidFill>
          <a:ln w="12700">
            <a:noFill/>
            <a:prstDash val="solid"/>
          </a:ln>
        </p:spPr>
        <p:txBody>
          <a:bodyPr/>
          <a:lstStyle/>
          <a:p>
            <a:endParaRPr lang="it-IT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2188C96A-DF86-C402-3CF1-BD232BCE7939}"/>
              </a:ext>
            </a:extLst>
          </p:cNvPr>
          <p:cNvSpPr/>
          <p:nvPr/>
        </p:nvSpPr>
        <p:spPr>
          <a:xfrm>
            <a:off x="521208" y="2423160"/>
            <a:ext cx="2423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4B"/>
                </a:solidFill>
                <a:latin typeface="Times New Roman" panose="02020603050405020304" pitchFamily="18" charset="0"/>
                <a:ea typeface="Cambria" pitchFamily="34" charset="-122"/>
                <a:cs typeface="Times New Roman" panose="02020603050405020304" pitchFamily="18" charset="0"/>
              </a:rPr>
              <a:t>U ∈ ℝᵐˣᵐ</a:t>
            </a:r>
            <a:endParaRPr lang="en-US" sz="13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1F908E95-605A-FAF0-57AC-5DEC27DFA49C}"/>
              </a:ext>
            </a:extLst>
          </p:cNvPr>
          <p:cNvSpPr/>
          <p:nvPr/>
        </p:nvSpPr>
        <p:spPr>
          <a:xfrm>
            <a:off x="521208" y="2761488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2809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Vettori </a:t>
            </a:r>
            <a:r>
              <a:rPr lang="en-US" sz="1100" i="1" dirty="0" err="1">
                <a:solidFill>
                  <a:srgbClr val="02809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singolari</a:t>
            </a:r>
            <a:r>
              <a:rPr lang="en-US" sz="1100" i="1" dirty="0">
                <a:solidFill>
                  <a:srgbClr val="02809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</a:t>
            </a:r>
            <a:r>
              <a:rPr lang="en-US" sz="1100" i="1" dirty="0" err="1">
                <a:solidFill>
                  <a:srgbClr val="02809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sinistri</a:t>
            </a:r>
            <a:endParaRPr 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Text 12">
            <a:extLst>
              <a:ext uri="{FF2B5EF4-FFF2-40B4-BE49-F238E27FC236}">
                <a16:creationId xmlns:a16="http://schemas.microsoft.com/office/drawing/2014/main" id="{5B2F1469-DBA8-E573-0E79-3129EC6C6039}"/>
              </a:ext>
            </a:extLst>
          </p:cNvPr>
          <p:cNvSpPr/>
          <p:nvPr/>
        </p:nvSpPr>
        <p:spPr>
          <a:xfrm>
            <a:off x="521208" y="3063240"/>
            <a:ext cx="2423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2809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Pattern spaziali delle righe (struttura verticale)</a:t>
            </a:r>
            <a:endParaRPr lang="en-US" sz="1100" dirty="0">
              <a:solidFill>
                <a:srgbClr val="02809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Shape 13">
            <a:extLst>
              <a:ext uri="{FF2B5EF4-FFF2-40B4-BE49-F238E27FC236}">
                <a16:creationId xmlns:a16="http://schemas.microsoft.com/office/drawing/2014/main" id="{31EF1C45-3A88-995F-63A4-5B1B581BBDDE}"/>
              </a:ext>
            </a:extLst>
          </p:cNvPr>
          <p:cNvSpPr/>
          <p:nvPr/>
        </p:nvSpPr>
        <p:spPr>
          <a:xfrm>
            <a:off x="3200400" y="2359152"/>
            <a:ext cx="2743200" cy="1463040"/>
          </a:xfrm>
          <a:prstGeom prst="rect">
            <a:avLst/>
          </a:prstGeom>
          <a:solidFill>
            <a:srgbClr val="FFFFFF"/>
          </a:solidFill>
          <a:ln w="6350">
            <a:noFill/>
            <a:prstDash val="solid"/>
          </a:ln>
          <a:effectLst>
            <a:innerShdw blurRad="114300">
              <a:prstClr val="black"/>
            </a:innerShdw>
          </a:effectLst>
        </p:spPr>
        <p:txBody>
          <a:bodyPr/>
          <a:lstStyle/>
          <a:p>
            <a:endParaRPr lang="it-IT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Shape 14">
            <a:extLst>
              <a:ext uri="{FF2B5EF4-FFF2-40B4-BE49-F238E27FC236}">
                <a16:creationId xmlns:a16="http://schemas.microsoft.com/office/drawing/2014/main" id="{86BACF24-B4F8-F3D7-9547-CD5D767BAFA7}"/>
              </a:ext>
            </a:extLst>
          </p:cNvPr>
          <p:cNvSpPr/>
          <p:nvPr/>
        </p:nvSpPr>
        <p:spPr>
          <a:xfrm>
            <a:off x="3200400" y="2359152"/>
            <a:ext cx="64008" cy="1463040"/>
          </a:xfrm>
          <a:prstGeom prst="rect">
            <a:avLst/>
          </a:prstGeom>
          <a:solidFill>
            <a:srgbClr val="028090"/>
          </a:solidFill>
          <a:ln w="12700">
            <a:noFill/>
            <a:prstDash val="solid"/>
          </a:ln>
        </p:spPr>
        <p:txBody>
          <a:bodyPr/>
          <a:lstStyle/>
          <a:p>
            <a:endParaRPr lang="it-IT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1C23FD94-D312-3188-165D-56F1DF596C6A}"/>
              </a:ext>
            </a:extLst>
          </p:cNvPr>
          <p:cNvSpPr/>
          <p:nvPr/>
        </p:nvSpPr>
        <p:spPr>
          <a:xfrm>
            <a:off x="3401568" y="2423160"/>
            <a:ext cx="2423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4B"/>
                </a:solidFill>
                <a:latin typeface="Times New Roman" panose="02020603050405020304" pitchFamily="18" charset="0"/>
                <a:ea typeface="Cambria" pitchFamily="34" charset="-122"/>
                <a:cs typeface="Times New Roman" panose="02020603050405020304" pitchFamily="18" charset="0"/>
              </a:rPr>
              <a:t>Σ (diagonale)</a:t>
            </a:r>
            <a:endParaRPr lang="en-US" sz="13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Text 16">
            <a:extLst>
              <a:ext uri="{FF2B5EF4-FFF2-40B4-BE49-F238E27FC236}">
                <a16:creationId xmlns:a16="http://schemas.microsoft.com/office/drawing/2014/main" id="{0060B7EB-92F8-DAD1-0A7A-5BE6CBD7FD33}"/>
              </a:ext>
            </a:extLst>
          </p:cNvPr>
          <p:cNvSpPr/>
          <p:nvPr/>
        </p:nvSpPr>
        <p:spPr>
          <a:xfrm>
            <a:off x="3401568" y="2761488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2809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Valori singolari σ₁≥σ₂≥…</a:t>
            </a:r>
            <a:endParaRPr 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3DA92C89-D443-083A-188E-01F10E8DCFB7}"/>
              </a:ext>
            </a:extLst>
          </p:cNvPr>
          <p:cNvSpPr/>
          <p:nvPr/>
        </p:nvSpPr>
        <p:spPr>
          <a:xfrm>
            <a:off x="3401568" y="3063240"/>
            <a:ext cx="2423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2809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σ₁≈130 cattura la luminosità globale. Decadimento rapido.</a:t>
            </a:r>
            <a:endParaRPr lang="en-US" sz="1100" dirty="0">
              <a:solidFill>
                <a:srgbClr val="02809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Shape 18">
            <a:extLst>
              <a:ext uri="{FF2B5EF4-FFF2-40B4-BE49-F238E27FC236}">
                <a16:creationId xmlns:a16="http://schemas.microsoft.com/office/drawing/2014/main" id="{F5BA0507-1305-6B36-E54F-C8AFC17C645A}"/>
              </a:ext>
            </a:extLst>
          </p:cNvPr>
          <p:cNvSpPr/>
          <p:nvPr/>
        </p:nvSpPr>
        <p:spPr>
          <a:xfrm>
            <a:off x="6028509" y="2359152"/>
            <a:ext cx="2743200" cy="1463040"/>
          </a:xfrm>
          <a:prstGeom prst="rect">
            <a:avLst/>
          </a:prstGeom>
          <a:solidFill>
            <a:srgbClr val="FFFFFF"/>
          </a:solidFill>
          <a:ln w="6350">
            <a:noFill/>
            <a:prstDash val="solid"/>
          </a:ln>
          <a:effectLst>
            <a:innerShdw blurRad="114300">
              <a:prstClr val="black"/>
            </a:innerShdw>
          </a:effectLst>
        </p:spPr>
        <p:txBody>
          <a:bodyPr/>
          <a:lstStyle/>
          <a:p>
            <a:endParaRPr lang="it-IT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" name="Shape 19">
            <a:extLst>
              <a:ext uri="{FF2B5EF4-FFF2-40B4-BE49-F238E27FC236}">
                <a16:creationId xmlns:a16="http://schemas.microsoft.com/office/drawing/2014/main" id="{6A0A9343-7DAD-E28A-1653-A401AD14ED73}"/>
              </a:ext>
            </a:extLst>
          </p:cNvPr>
          <p:cNvSpPr/>
          <p:nvPr/>
        </p:nvSpPr>
        <p:spPr>
          <a:xfrm>
            <a:off x="6029325" y="2359152"/>
            <a:ext cx="64008" cy="1463040"/>
          </a:xfrm>
          <a:prstGeom prst="rect">
            <a:avLst/>
          </a:prstGeom>
          <a:solidFill>
            <a:srgbClr val="028090"/>
          </a:solidFill>
          <a:ln w="12700">
            <a:noFill/>
            <a:prstDash val="solid"/>
          </a:ln>
        </p:spPr>
        <p:txBody>
          <a:bodyPr/>
          <a:lstStyle/>
          <a:p>
            <a:endParaRPr lang="it-IT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Text 20">
            <a:extLst>
              <a:ext uri="{FF2B5EF4-FFF2-40B4-BE49-F238E27FC236}">
                <a16:creationId xmlns:a16="http://schemas.microsoft.com/office/drawing/2014/main" id="{9B8E1271-5FD3-9071-4787-9A8896575AC8}"/>
              </a:ext>
            </a:extLst>
          </p:cNvPr>
          <p:cNvSpPr/>
          <p:nvPr/>
        </p:nvSpPr>
        <p:spPr>
          <a:xfrm>
            <a:off x="6281928" y="2423160"/>
            <a:ext cx="2423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4B"/>
                </a:solidFill>
                <a:latin typeface="Times New Roman" panose="02020603050405020304" pitchFamily="18" charset="0"/>
                <a:ea typeface="Cambria" pitchFamily="34" charset="-122"/>
                <a:cs typeface="Times New Roman" panose="02020603050405020304" pitchFamily="18" charset="0"/>
              </a:rPr>
              <a:t>Vᵀ ∈ ℝⁿˣⁿ</a:t>
            </a:r>
            <a:endParaRPr lang="en-US" sz="13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" name="Text 21">
            <a:extLst>
              <a:ext uri="{FF2B5EF4-FFF2-40B4-BE49-F238E27FC236}">
                <a16:creationId xmlns:a16="http://schemas.microsoft.com/office/drawing/2014/main" id="{BF10BC69-89B2-0D9A-D7EE-42789D77102C}"/>
              </a:ext>
            </a:extLst>
          </p:cNvPr>
          <p:cNvSpPr/>
          <p:nvPr/>
        </p:nvSpPr>
        <p:spPr>
          <a:xfrm>
            <a:off x="6281928" y="2761488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2809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Vettori </a:t>
            </a:r>
            <a:r>
              <a:rPr lang="en-US" sz="1100" i="1" dirty="0" err="1">
                <a:solidFill>
                  <a:srgbClr val="02809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singolari</a:t>
            </a:r>
            <a:r>
              <a:rPr lang="en-US" sz="1100" i="1" dirty="0">
                <a:solidFill>
                  <a:srgbClr val="02809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</a:t>
            </a:r>
            <a:r>
              <a:rPr lang="en-US" sz="1100" i="1" dirty="0" err="1">
                <a:solidFill>
                  <a:srgbClr val="02809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destri</a:t>
            </a:r>
            <a:endParaRPr 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6" name="Text 22">
            <a:extLst>
              <a:ext uri="{FF2B5EF4-FFF2-40B4-BE49-F238E27FC236}">
                <a16:creationId xmlns:a16="http://schemas.microsoft.com/office/drawing/2014/main" id="{7E2CE783-7011-561E-E724-170191E2C85A}"/>
              </a:ext>
            </a:extLst>
          </p:cNvPr>
          <p:cNvSpPr/>
          <p:nvPr/>
        </p:nvSpPr>
        <p:spPr>
          <a:xfrm>
            <a:off x="6281928" y="3063240"/>
            <a:ext cx="2423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2809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Pattern spaziali delle colonne (struttura orizzontale)</a:t>
            </a:r>
            <a:endParaRPr lang="en-US" sz="1100" dirty="0">
              <a:solidFill>
                <a:srgbClr val="02809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" name="Shape 23">
            <a:extLst>
              <a:ext uri="{FF2B5EF4-FFF2-40B4-BE49-F238E27FC236}">
                <a16:creationId xmlns:a16="http://schemas.microsoft.com/office/drawing/2014/main" id="{48E2DB9D-55BD-9458-28BC-0E1F283C9156}"/>
              </a:ext>
            </a:extLst>
          </p:cNvPr>
          <p:cNvSpPr/>
          <p:nvPr/>
        </p:nvSpPr>
        <p:spPr>
          <a:xfrm>
            <a:off x="320040" y="3977640"/>
            <a:ext cx="4160520" cy="841248"/>
          </a:xfrm>
          <a:prstGeom prst="rect">
            <a:avLst/>
          </a:prstGeom>
          <a:solidFill>
            <a:srgbClr val="FFFFFF"/>
          </a:solidFill>
          <a:ln w="6350">
            <a:noFill/>
            <a:prstDash val="solid"/>
          </a:ln>
          <a:effectLst>
            <a:innerShdw blurRad="114300">
              <a:prstClr val="black"/>
            </a:innerShdw>
          </a:effectLst>
        </p:spPr>
        <p:txBody>
          <a:bodyPr/>
          <a:lstStyle/>
          <a:p>
            <a:endParaRPr lang="it-IT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" name="Shape 24">
            <a:extLst>
              <a:ext uri="{FF2B5EF4-FFF2-40B4-BE49-F238E27FC236}">
                <a16:creationId xmlns:a16="http://schemas.microsoft.com/office/drawing/2014/main" id="{DA076E4C-9DED-8CDA-31E9-23DA86A6BA77}"/>
              </a:ext>
            </a:extLst>
          </p:cNvPr>
          <p:cNvSpPr/>
          <p:nvPr/>
        </p:nvSpPr>
        <p:spPr>
          <a:xfrm>
            <a:off x="320040" y="3977640"/>
            <a:ext cx="64008" cy="841248"/>
          </a:xfrm>
          <a:prstGeom prst="rect">
            <a:avLst/>
          </a:prstGeom>
          <a:solidFill>
            <a:srgbClr val="028090"/>
          </a:solidFill>
          <a:ln w="12700">
            <a:noFill/>
            <a:prstDash val="solid"/>
          </a:ln>
        </p:spPr>
        <p:txBody>
          <a:bodyPr/>
          <a:lstStyle/>
          <a:p>
            <a:endParaRPr lang="it-IT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" name="Text 25">
            <a:extLst>
              <a:ext uri="{FF2B5EF4-FFF2-40B4-BE49-F238E27FC236}">
                <a16:creationId xmlns:a16="http://schemas.microsoft.com/office/drawing/2014/main" id="{7794B5DE-C8B8-56D3-D556-7D57D72DC39B}"/>
              </a:ext>
            </a:extLst>
          </p:cNvPr>
          <p:cNvSpPr/>
          <p:nvPr/>
        </p:nvSpPr>
        <p:spPr>
          <a:xfrm>
            <a:off x="502920" y="405993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 err="1">
                <a:solidFill>
                  <a:srgbClr val="0D1B4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Teorema</a:t>
            </a:r>
            <a:r>
              <a:rPr lang="en-US" sz="1300" b="1" dirty="0">
                <a:solidFill>
                  <a:srgbClr val="0D1B4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Eckart-Young</a:t>
            </a:r>
            <a:endParaRPr lang="en-US" sz="13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3" name="Shape 27">
            <a:extLst>
              <a:ext uri="{FF2B5EF4-FFF2-40B4-BE49-F238E27FC236}">
                <a16:creationId xmlns:a16="http://schemas.microsoft.com/office/drawing/2014/main" id="{95C8F5CC-D0DD-1E6F-28F7-FD02613E4137}"/>
              </a:ext>
            </a:extLst>
          </p:cNvPr>
          <p:cNvSpPr/>
          <p:nvPr/>
        </p:nvSpPr>
        <p:spPr>
          <a:xfrm>
            <a:off x="4663440" y="3977640"/>
            <a:ext cx="4160520" cy="841248"/>
          </a:xfrm>
          <a:prstGeom prst="rect">
            <a:avLst/>
          </a:prstGeom>
          <a:solidFill>
            <a:srgbClr val="FFFFFF"/>
          </a:solidFill>
          <a:ln w="6350">
            <a:noFill/>
            <a:prstDash val="solid"/>
          </a:ln>
          <a:effectLst>
            <a:innerShdw blurRad="114300">
              <a:prstClr val="black"/>
            </a:innerShdw>
          </a:effectLst>
        </p:spPr>
        <p:txBody>
          <a:bodyPr/>
          <a:lstStyle/>
          <a:p>
            <a:endParaRPr lang="it-IT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4" name="Shape 28">
            <a:extLst>
              <a:ext uri="{FF2B5EF4-FFF2-40B4-BE49-F238E27FC236}">
                <a16:creationId xmlns:a16="http://schemas.microsoft.com/office/drawing/2014/main" id="{4E4211F0-B89C-A9CC-2E8B-1F7E2347938F}"/>
              </a:ext>
            </a:extLst>
          </p:cNvPr>
          <p:cNvSpPr/>
          <p:nvPr/>
        </p:nvSpPr>
        <p:spPr>
          <a:xfrm>
            <a:off x="4663440" y="3977640"/>
            <a:ext cx="64008" cy="841248"/>
          </a:xfrm>
          <a:prstGeom prst="rect">
            <a:avLst/>
          </a:prstGeom>
          <a:solidFill>
            <a:srgbClr val="028090"/>
          </a:solidFill>
          <a:ln w="12700">
            <a:noFill/>
            <a:prstDash val="solid"/>
          </a:ln>
        </p:spPr>
        <p:txBody>
          <a:bodyPr/>
          <a:lstStyle/>
          <a:p>
            <a:endParaRPr lang="it-IT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5" name="Text 29">
            <a:extLst>
              <a:ext uri="{FF2B5EF4-FFF2-40B4-BE49-F238E27FC236}">
                <a16:creationId xmlns:a16="http://schemas.microsoft.com/office/drawing/2014/main" id="{FB5A5EA1-FA15-8100-94FE-C42856A6212D}"/>
              </a:ext>
            </a:extLst>
          </p:cNvPr>
          <p:cNvSpPr/>
          <p:nvPr/>
        </p:nvSpPr>
        <p:spPr>
          <a:xfrm>
            <a:off x="4846320" y="405993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4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Ratio di </a:t>
            </a:r>
            <a:r>
              <a:rPr lang="en-US" sz="1300" b="1" dirty="0" err="1">
                <a:solidFill>
                  <a:srgbClr val="0D1B4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compressione</a:t>
            </a:r>
            <a:r>
              <a:rPr lang="en-US" sz="1300" b="1" dirty="0">
                <a:solidFill>
                  <a:srgbClr val="0D1B4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&amp; PSNR</a:t>
            </a:r>
            <a:endParaRPr lang="en-US" sz="13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6" name="Text 30">
            <a:extLst>
              <a:ext uri="{FF2B5EF4-FFF2-40B4-BE49-F238E27FC236}">
                <a16:creationId xmlns:a16="http://schemas.microsoft.com/office/drawing/2014/main" id="{5947F2DA-BC3E-6965-639F-DC06670662A5}"/>
              </a:ext>
            </a:extLst>
          </p:cNvPr>
          <p:cNvSpPr/>
          <p:nvPr/>
        </p:nvSpPr>
        <p:spPr>
          <a:xfrm>
            <a:off x="4846320" y="434340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dirty="0">
                <a:solidFill>
                  <a:srgbClr val="0B7F8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Ratio</a:t>
            </a:r>
            <a:r>
              <a:rPr lang="en-US" sz="1100" dirty="0">
                <a:solidFill>
                  <a:srgbClr val="0B7F8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= </a:t>
            </a:r>
            <a:r>
              <a:rPr lang="en-US" sz="1100" b="1" dirty="0">
                <a:solidFill>
                  <a:srgbClr val="0B7F8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k(m+n+1)/(mn)    </a:t>
            </a:r>
            <a:r>
              <a:rPr lang="en-US" sz="1100" dirty="0">
                <a:solidFill>
                  <a:srgbClr val="0B7F8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|    </a:t>
            </a:r>
            <a:r>
              <a:rPr lang="en-US" sz="1100" b="1" dirty="0">
                <a:solidFill>
                  <a:srgbClr val="0B7F8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PSNR &gt; 30 dB </a:t>
            </a:r>
            <a:r>
              <a:rPr lang="en-US" sz="1100" dirty="0">
                <a:solidFill>
                  <a:srgbClr val="0B7F8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= </a:t>
            </a:r>
            <a:r>
              <a:rPr lang="it-IT" sz="1100" dirty="0">
                <a:solidFill>
                  <a:srgbClr val="0B7F8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soglia tecnica comunemente usata per qualità ricostruttiva accettabile</a:t>
            </a:r>
            <a:endParaRPr lang="en-US" sz="1100" dirty="0">
              <a:solidFill>
                <a:srgbClr val="0B7F8B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7" name="CasellaDiTesto 36">
            <a:extLst>
              <a:ext uri="{FF2B5EF4-FFF2-40B4-BE49-F238E27FC236}">
                <a16:creationId xmlns:a16="http://schemas.microsoft.com/office/drawing/2014/main" id="{3D0E5875-D4B9-3223-64AD-DF1025C44BCC}"/>
              </a:ext>
            </a:extLst>
          </p:cNvPr>
          <p:cNvSpPr txBox="1"/>
          <p:nvPr/>
        </p:nvSpPr>
        <p:spPr>
          <a:xfrm>
            <a:off x="422910" y="4274260"/>
            <a:ext cx="376631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100" dirty="0">
                <a:solidFill>
                  <a:srgbClr val="02809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Il Teorema prova che l'approssimazione SVD troncata (ai primi k valori) è la migliore approssimazione normata possibile.</a:t>
            </a:r>
            <a:endParaRPr lang="en-US" sz="1100" dirty="0">
              <a:solidFill>
                <a:srgbClr val="02809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1858678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EE4FE9-F59F-19A5-BFB5-2A4CB0A49B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BB66BA9B-23E7-CCA3-90DE-E1A862D3FC9C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gradFill flip="none" rotWithShape="1">
            <a:gsLst>
              <a:gs pos="24000">
                <a:srgbClr val="0D1B4B"/>
              </a:gs>
              <a:gs pos="100000">
                <a:schemeClr val="accent1">
                  <a:lumMod val="45000"/>
                  <a:lumOff val="55000"/>
                </a:schemeClr>
              </a:gs>
              <a:gs pos="9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pPr algn="ctr"/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1C8E31FF-4E85-750C-7C63-642B1D414DC5}"/>
              </a:ext>
            </a:extLst>
          </p:cNvPr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956B6B98-EB63-CB97-DF30-97B55DDDBAB2}"/>
              </a:ext>
            </a:extLst>
          </p:cNvPr>
          <p:cNvSpPr/>
          <p:nvPr/>
        </p:nvSpPr>
        <p:spPr>
          <a:xfrm>
            <a:off x="2961953" y="196596"/>
            <a:ext cx="3038653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it-IT"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SVD - </a:t>
            </a:r>
            <a:r>
              <a:rPr lang="it-IT" sz="2200" b="1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Implementazione</a:t>
            </a:r>
          </a:p>
        </p:txBody>
      </p:sp>
      <p:pic>
        <p:nvPicPr>
          <p:cNvPr id="21" name="Immagine 20">
            <a:extLst>
              <a:ext uri="{FF2B5EF4-FFF2-40B4-BE49-F238E27FC236}">
                <a16:creationId xmlns:a16="http://schemas.microsoft.com/office/drawing/2014/main" id="{07CA31C1-5A93-FEDB-1479-20CA42DD6D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8952" y="-259528"/>
            <a:ext cx="1377647" cy="1390257"/>
          </a:xfrm>
          <a:prstGeom prst="rect">
            <a:avLst/>
          </a:prstGeom>
        </p:spPr>
      </p:pic>
      <p:pic>
        <p:nvPicPr>
          <p:cNvPr id="28" name="Immagine 27">
            <a:extLst>
              <a:ext uri="{FF2B5EF4-FFF2-40B4-BE49-F238E27FC236}">
                <a16:creationId xmlns:a16="http://schemas.microsoft.com/office/drawing/2014/main" id="{3769A657-0B9A-8BA3-3996-75FC0EBA6B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401" y="81880"/>
            <a:ext cx="779053" cy="772472"/>
          </a:xfrm>
          <a:prstGeom prst="rect">
            <a:avLst/>
          </a:prstGeom>
        </p:spPr>
      </p:pic>
      <p:grpSp>
        <p:nvGrpSpPr>
          <p:cNvPr id="5" name="Gruppo 4">
            <a:extLst>
              <a:ext uri="{FF2B5EF4-FFF2-40B4-BE49-F238E27FC236}">
                <a16:creationId xmlns:a16="http://schemas.microsoft.com/office/drawing/2014/main" id="{3C74DBD0-8D7C-A522-76AD-F8BA8BD1E5B5}"/>
              </a:ext>
            </a:extLst>
          </p:cNvPr>
          <p:cNvGrpSpPr/>
          <p:nvPr/>
        </p:nvGrpSpPr>
        <p:grpSpPr>
          <a:xfrm>
            <a:off x="327269" y="1130729"/>
            <a:ext cx="3472207" cy="2172136"/>
            <a:chOff x="58783" y="1044376"/>
            <a:chExt cx="3472207" cy="2172136"/>
          </a:xfrm>
        </p:grpSpPr>
        <p:grpSp>
          <p:nvGrpSpPr>
            <p:cNvPr id="12" name="Gruppo 11">
              <a:extLst>
                <a:ext uri="{FF2B5EF4-FFF2-40B4-BE49-F238E27FC236}">
                  <a16:creationId xmlns:a16="http://schemas.microsoft.com/office/drawing/2014/main" id="{4D2DBCED-A6EF-9FEA-D85C-2CED95ADE61D}"/>
                </a:ext>
              </a:extLst>
            </p:cNvPr>
            <p:cNvGrpSpPr/>
            <p:nvPr/>
          </p:nvGrpSpPr>
          <p:grpSpPr>
            <a:xfrm>
              <a:off x="58783" y="1044376"/>
              <a:ext cx="3472207" cy="459159"/>
              <a:chOff x="58783" y="1044376"/>
              <a:chExt cx="4088675" cy="459159"/>
            </a:xfrm>
          </p:grpSpPr>
          <p:sp>
            <p:nvSpPr>
              <p:cNvPr id="38" name="Shape 6">
                <a:extLst>
                  <a:ext uri="{FF2B5EF4-FFF2-40B4-BE49-F238E27FC236}">
                    <a16:creationId xmlns:a16="http://schemas.microsoft.com/office/drawing/2014/main" id="{BAFCE72D-B945-E0DD-EA85-EDCF6BE9253B}"/>
                  </a:ext>
                </a:extLst>
              </p:cNvPr>
              <p:cNvSpPr/>
              <p:nvPr/>
            </p:nvSpPr>
            <p:spPr>
              <a:xfrm>
                <a:off x="58783" y="1119487"/>
                <a:ext cx="4088675" cy="384048"/>
              </a:xfrm>
              <a:prstGeom prst="rect">
                <a:avLst/>
              </a:prstGeom>
              <a:solidFill>
                <a:srgbClr val="1E2D40"/>
              </a:solidFill>
              <a:ln w="12700">
                <a:solidFill>
                  <a:srgbClr val="1E2D40"/>
                </a:solidFill>
                <a:prstDash val="solid"/>
              </a:ln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39" name="Text 7">
                <a:extLst>
                  <a:ext uri="{FF2B5EF4-FFF2-40B4-BE49-F238E27FC236}">
                    <a16:creationId xmlns:a16="http://schemas.microsoft.com/office/drawing/2014/main" id="{62013869-8367-2DB3-A15B-1B1A8DCDA5BA}"/>
                  </a:ext>
                </a:extLst>
              </p:cNvPr>
              <p:cNvSpPr/>
              <p:nvPr/>
            </p:nvSpPr>
            <p:spPr>
              <a:xfrm>
                <a:off x="241904" y="1044376"/>
                <a:ext cx="1260565" cy="38404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100" dirty="0">
                    <a:solidFill>
                      <a:srgbClr val="02C39A"/>
                    </a:solidFill>
                    <a:latin typeface="Consolas" pitchFamily="34" charset="0"/>
                    <a:ea typeface="Consolas" pitchFamily="34" charset="-122"/>
                    <a:cs typeface="Consolas" pitchFamily="34" charset="-120"/>
                  </a:rPr>
                  <a:t>  svd_engine.py</a:t>
                </a:r>
                <a:endParaRPr lang="en-US" sz="1100" dirty="0"/>
              </a:p>
            </p:txBody>
          </p:sp>
        </p:grpSp>
        <p:sp>
          <p:nvSpPr>
            <p:cNvPr id="30" name="Shape 8">
              <a:extLst>
                <a:ext uri="{FF2B5EF4-FFF2-40B4-BE49-F238E27FC236}">
                  <a16:creationId xmlns:a16="http://schemas.microsoft.com/office/drawing/2014/main" id="{4EC51A77-40AF-984A-EACF-8843D3449D55}"/>
                </a:ext>
              </a:extLst>
            </p:cNvPr>
            <p:cNvSpPr/>
            <p:nvPr/>
          </p:nvSpPr>
          <p:spPr>
            <a:xfrm>
              <a:off x="58783" y="1503536"/>
              <a:ext cx="3472207" cy="1712976"/>
            </a:xfrm>
            <a:prstGeom prst="rect">
              <a:avLst/>
            </a:prstGeom>
            <a:solidFill>
              <a:srgbClr val="0D1B2A"/>
            </a:solidFill>
            <a:ln w="12700">
              <a:solidFill>
                <a:srgbClr val="0D1B2A"/>
              </a:solidFill>
              <a:prstDash val="solid"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37" name="Text 9">
              <a:extLst>
                <a:ext uri="{FF2B5EF4-FFF2-40B4-BE49-F238E27FC236}">
                  <a16:creationId xmlns:a16="http://schemas.microsoft.com/office/drawing/2014/main" id="{D9F8D67F-8388-E9CC-1A76-C3794765190D}"/>
                </a:ext>
              </a:extLst>
            </p:cNvPr>
            <p:cNvSpPr/>
            <p:nvPr/>
          </p:nvSpPr>
          <p:spPr>
            <a:xfrm>
              <a:off x="58784" y="1517904"/>
              <a:ext cx="3298044" cy="1698607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000" dirty="0">
                  <a:solidFill>
                    <a:srgbClr val="89DD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def</a:t>
              </a:r>
              <a:r>
                <a:rPr lang="en-US" sz="1000" dirty="0">
                  <a:solidFill>
                    <a:srgbClr val="82AA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apply_svd</a:t>
              </a:r>
              <a:r>
                <a:rPr lang="en-US" sz="1000" dirty="0">
                  <a:solidFill>
                    <a:srgbClr val="EE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(</a:t>
              </a:r>
              <a:r>
                <a:rPr lang="en-US" sz="1000" dirty="0" err="1">
                  <a:solidFill>
                    <a:srgbClr val="EE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image_matrix</a:t>
              </a:r>
              <a:r>
                <a:rPr lang="en-US" sz="1000" dirty="0">
                  <a:solidFill>
                    <a:srgbClr val="EE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):</a:t>
              </a:r>
              <a:r>
                <a:rPr lang="en-US" sz="1000" dirty="0">
                  <a:solidFill>
                    <a:srgbClr val="546E7A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
</a:t>
              </a:r>
              <a:r>
                <a:rPr lang="en-US" sz="1000" dirty="0">
                  <a:solidFill>
                    <a:srgbClr val="EE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  U, S, Vt </a:t>
              </a:r>
              <a:r>
                <a:rPr lang="en-US" sz="1000" dirty="0">
                  <a:solidFill>
                    <a:srgbClr val="89DD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=</a:t>
              </a:r>
              <a:r>
                <a:rPr lang="en-US" sz="1000" dirty="0">
                  <a:solidFill>
                    <a:srgbClr val="EE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np.linalg.</a:t>
              </a:r>
              <a:r>
                <a:rPr lang="en-US" sz="1000" dirty="0">
                  <a:solidFill>
                    <a:srgbClr val="82AA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svd</a:t>
              </a:r>
              <a:r>
                <a:rPr lang="en-US" sz="1000" dirty="0">
                  <a:solidFill>
                    <a:srgbClr val="EE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(image_matrix,  </a:t>
              </a:r>
              <a:r>
                <a:rPr lang="en-US" sz="1000" dirty="0" err="1">
                  <a:solidFill>
                    <a:srgbClr val="EE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full_matrices</a:t>
              </a:r>
              <a:r>
                <a:rPr lang="en-US" sz="1000" dirty="0">
                  <a:solidFill>
                    <a:srgbClr val="89DD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=</a:t>
              </a:r>
              <a:r>
                <a:rPr lang="en-US" sz="1000" dirty="0">
                  <a:solidFill>
                    <a:srgbClr val="EE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False)
    </a:t>
              </a:r>
              <a:r>
                <a:rPr lang="en-US" sz="1000" dirty="0">
                  <a:solidFill>
                    <a:srgbClr val="89DD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return</a:t>
              </a:r>
              <a:r>
                <a:rPr lang="en-US" sz="1000" dirty="0">
                  <a:solidFill>
                    <a:srgbClr val="EE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U, S, Vt
</a:t>
              </a:r>
              <a:r>
                <a:rPr lang="en-US" sz="1000" dirty="0">
                  <a:solidFill>
                    <a:srgbClr val="89DD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def</a:t>
              </a:r>
              <a:r>
                <a:rPr lang="en-US" sz="1000" dirty="0">
                  <a:solidFill>
                    <a:srgbClr val="82AA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reconstruct_svd</a:t>
              </a:r>
              <a:r>
                <a:rPr lang="en-US" sz="1000" dirty="0">
                  <a:solidFill>
                    <a:srgbClr val="EE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(U, S, Vt, k):</a:t>
              </a:r>
              <a:r>
                <a:rPr lang="en-US" sz="1000" dirty="0">
                  <a:solidFill>
                    <a:srgbClr val="546E7A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
</a:t>
              </a:r>
              <a:r>
                <a:rPr lang="en-US" sz="1000" dirty="0">
                  <a:solidFill>
                    <a:srgbClr val="EE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  </a:t>
              </a:r>
              <a:r>
                <a:rPr lang="en-US" sz="1000" dirty="0">
                  <a:solidFill>
                    <a:srgbClr val="89DD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return</a:t>
              </a:r>
              <a:r>
                <a:rPr lang="en-US" sz="1000" dirty="0">
                  <a:solidFill>
                    <a:srgbClr val="EE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(U[:, :k] </a:t>
              </a:r>
              <a:r>
                <a:rPr lang="en-US" sz="1000" dirty="0">
                  <a:solidFill>
                    <a:srgbClr val="89DD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*</a:t>
              </a:r>
              <a:r>
                <a:rPr lang="en-US" sz="1000" dirty="0">
                  <a:solidFill>
                    <a:srgbClr val="EE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S[:k]) </a:t>
              </a:r>
              <a:r>
                <a:rPr lang="en-US" sz="1000" dirty="0">
                  <a:solidFill>
                    <a:srgbClr val="89DD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@</a:t>
              </a:r>
              <a:r>
                <a:rPr lang="en-US" sz="1000" dirty="0">
                  <a:solidFill>
                    <a:srgbClr val="EE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Vt[:k, :]
</a:t>
              </a:r>
              <a:r>
                <a:rPr lang="en-US" sz="1000" dirty="0">
                  <a:solidFill>
                    <a:srgbClr val="89DD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def</a:t>
              </a:r>
              <a:r>
                <a:rPr lang="en-US" sz="1000" dirty="0">
                  <a:solidFill>
                    <a:srgbClr val="82AA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compression_ratio</a:t>
              </a:r>
              <a:r>
                <a:rPr lang="en-US" sz="1000" dirty="0">
                  <a:solidFill>
                    <a:srgbClr val="EE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(m, n, k):</a:t>
              </a:r>
              <a:r>
                <a:rPr lang="en-US" sz="1000" dirty="0">
                  <a:solidFill>
                    <a:srgbClr val="546E7A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
</a:t>
              </a:r>
              <a:r>
                <a:rPr lang="en-US" sz="1000" dirty="0">
                  <a:solidFill>
                    <a:srgbClr val="EE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  </a:t>
              </a:r>
              <a:r>
                <a:rPr lang="en-US" sz="1000" dirty="0">
                  <a:solidFill>
                    <a:srgbClr val="89DD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return</a:t>
              </a:r>
              <a:r>
                <a:rPr lang="en-US" sz="1000" dirty="0">
                  <a:solidFill>
                    <a:srgbClr val="EE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min(</a:t>
              </a:r>
              <a:r>
                <a:rPr lang="en-US" sz="1000" dirty="0">
                  <a:solidFill>
                    <a:srgbClr val="F78C6C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1.0</a:t>
              </a:r>
              <a:r>
                <a:rPr lang="en-US" sz="1000" dirty="0">
                  <a:solidFill>
                    <a:srgbClr val="EE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, k </a:t>
              </a:r>
              <a:r>
                <a:rPr lang="en-US" sz="1000" dirty="0">
                  <a:solidFill>
                    <a:srgbClr val="89DD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*</a:t>
              </a:r>
              <a:r>
                <a:rPr lang="en-US" sz="1000" dirty="0">
                  <a:solidFill>
                    <a:srgbClr val="EE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(m+n+</a:t>
              </a:r>
              <a:r>
                <a:rPr lang="en-US" sz="1000" dirty="0">
                  <a:solidFill>
                    <a:srgbClr val="F78C6C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1</a:t>
              </a:r>
              <a:r>
                <a:rPr lang="en-US" sz="1000" dirty="0">
                  <a:solidFill>
                    <a:srgbClr val="EE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) / (m</a:t>
              </a:r>
              <a:r>
                <a:rPr lang="en-US" sz="1000" dirty="0">
                  <a:solidFill>
                    <a:srgbClr val="89DD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*</a:t>
              </a:r>
              <a:r>
                <a:rPr lang="en-US" sz="1000" dirty="0">
                  <a:solidFill>
                    <a:srgbClr val="EE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n))</a:t>
              </a:r>
              <a:endParaRPr lang="en-US" sz="1000" dirty="0"/>
            </a:p>
          </p:txBody>
        </p:sp>
      </p:grpSp>
      <p:grpSp>
        <p:nvGrpSpPr>
          <p:cNvPr id="44" name="Gruppo 43">
            <a:extLst>
              <a:ext uri="{FF2B5EF4-FFF2-40B4-BE49-F238E27FC236}">
                <a16:creationId xmlns:a16="http://schemas.microsoft.com/office/drawing/2014/main" id="{98A41378-0267-06DD-C946-DFA0C2A68A84}"/>
              </a:ext>
            </a:extLst>
          </p:cNvPr>
          <p:cNvGrpSpPr/>
          <p:nvPr/>
        </p:nvGrpSpPr>
        <p:grpSpPr>
          <a:xfrm>
            <a:off x="5024378" y="2926080"/>
            <a:ext cx="3879068" cy="2135539"/>
            <a:chOff x="4811351" y="2671588"/>
            <a:chExt cx="4227641" cy="2327438"/>
          </a:xfrm>
        </p:grpSpPr>
        <p:pic>
          <p:nvPicPr>
            <p:cNvPr id="40" name="Immagine 39">
              <a:extLst>
                <a:ext uri="{FF2B5EF4-FFF2-40B4-BE49-F238E27FC236}">
                  <a16:creationId xmlns:a16="http://schemas.microsoft.com/office/drawing/2014/main" id="{DA8E0410-A9D2-211A-5A27-C1E51BF7038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colorTemperature colorTemp="470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4811351" y="3050209"/>
              <a:ext cx="4227641" cy="1948817"/>
            </a:xfrm>
            <a:prstGeom prst="rect">
              <a:avLst/>
            </a:prstGeom>
          </p:spPr>
        </p:pic>
        <p:grpSp>
          <p:nvGrpSpPr>
            <p:cNvPr id="41" name="Gruppo 40">
              <a:extLst>
                <a:ext uri="{FF2B5EF4-FFF2-40B4-BE49-F238E27FC236}">
                  <a16:creationId xmlns:a16="http://schemas.microsoft.com/office/drawing/2014/main" id="{FF765687-347C-1843-A6F1-E0375CA388C8}"/>
                </a:ext>
              </a:extLst>
            </p:cNvPr>
            <p:cNvGrpSpPr/>
            <p:nvPr/>
          </p:nvGrpSpPr>
          <p:grpSpPr>
            <a:xfrm>
              <a:off x="4811351" y="2671588"/>
              <a:ext cx="4227641" cy="399723"/>
              <a:chOff x="5687785" y="1542724"/>
              <a:chExt cx="4223065" cy="399723"/>
            </a:xfrm>
          </p:grpSpPr>
          <p:sp>
            <p:nvSpPr>
              <p:cNvPr id="42" name="Shape 6">
                <a:extLst>
                  <a:ext uri="{FF2B5EF4-FFF2-40B4-BE49-F238E27FC236}">
                    <a16:creationId xmlns:a16="http://schemas.microsoft.com/office/drawing/2014/main" id="{D0E36263-6E1D-B73D-9A0B-1C188DB30167}"/>
                  </a:ext>
                </a:extLst>
              </p:cNvPr>
              <p:cNvSpPr/>
              <p:nvPr/>
            </p:nvSpPr>
            <p:spPr>
              <a:xfrm>
                <a:off x="5687785" y="1549255"/>
                <a:ext cx="4223065" cy="393192"/>
              </a:xfrm>
              <a:prstGeom prst="rect">
                <a:avLst/>
              </a:prstGeom>
              <a:solidFill>
                <a:srgbClr val="1E2D40"/>
              </a:solidFill>
              <a:ln w="12700">
                <a:noFill/>
                <a:prstDash val="solid"/>
              </a:ln>
            </p:spPr>
            <p:txBody>
              <a:bodyPr/>
              <a:lstStyle/>
              <a:p>
                <a:endParaRPr lang="it-IT" dirty="0"/>
              </a:p>
            </p:txBody>
          </p:sp>
          <p:sp>
            <p:nvSpPr>
              <p:cNvPr id="43" name="Text 7">
                <a:extLst>
                  <a:ext uri="{FF2B5EF4-FFF2-40B4-BE49-F238E27FC236}">
                    <a16:creationId xmlns:a16="http://schemas.microsoft.com/office/drawing/2014/main" id="{50F466FC-EEB7-5240-F5CE-CDA538EA24A9}"/>
                  </a:ext>
                </a:extLst>
              </p:cNvPr>
              <p:cNvSpPr/>
              <p:nvPr/>
            </p:nvSpPr>
            <p:spPr>
              <a:xfrm>
                <a:off x="5798818" y="1542724"/>
                <a:ext cx="2854236" cy="38404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100" dirty="0">
                    <a:solidFill>
                      <a:srgbClr val="02C39A"/>
                    </a:solidFill>
                    <a:latin typeface="Consolas" pitchFamily="34" charset="0"/>
                  </a:rPr>
                  <a:t>medical_image_svd_pca.ipynb</a:t>
                </a:r>
                <a:endParaRPr lang="en-US" sz="1100" dirty="0"/>
              </a:p>
            </p:txBody>
          </p:sp>
        </p:grpSp>
      </p:grpSp>
      <p:sp>
        <p:nvSpPr>
          <p:cNvPr id="45" name="Freccia a destra 44">
            <a:extLst>
              <a:ext uri="{FF2B5EF4-FFF2-40B4-BE49-F238E27FC236}">
                <a16:creationId xmlns:a16="http://schemas.microsoft.com/office/drawing/2014/main" id="{E4E1B642-84B0-FB99-2D37-50552BC22589}"/>
              </a:ext>
            </a:extLst>
          </p:cNvPr>
          <p:cNvSpPr/>
          <p:nvPr/>
        </p:nvSpPr>
        <p:spPr>
          <a:xfrm>
            <a:off x="3954987" y="1379220"/>
            <a:ext cx="567776" cy="262128"/>
          </a:xfrm>
          <a:prstGeom prst="rightArrow">
            <a:avLst/>
          </a:prstGeom>
          <a:solidFill>
            <a:srgbClr val="0D1B4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grpSp>
        <p:nvGrpSpPr>
          <p:cNvPr id="51" name="Gruppo 50">
            <a:extLst>
              <a:ext uri="{FF2B5EF4-FFF2-40B4-BE49-F238E27FC236}">
                <a16:creationId xmlns:a16="http://schemas.microsoft.com/office/drawing/2014/main" id="{541DA53A-0F12-7230-5A3B-6B0C2505A5D7}"/>
              </a:ext>
            </a:extLst>
          </p:cNvPr>
          <p:cNvGrpSpPr/>
          <p:nvPr/>
        </p:nvGrpSpPr>
        <p:grpSpPr>
          <a:xfrm>
            <a:off x="3954986" y="2299446"/>
            <a:ext cx="4348030" cy="487680"/>
            <a:chOff x="3954986" y="2222072"/>
            <a:chExt cx="4348030" cy="487680"/>
          </a:xfrm>
        </p:grpSpPr>
        <p:sp>
          <p:nvSpPr>
            <p:cNvPr id="46" name="Freccia a destra 45">
              <a:extLst>
                <a:ext uri="{FF2B5EF4-FFF2-40B4-BE49-F238E27FC236}">
                  <a16:creationId xmlns:a16="http://schemas.microsoft.com/office/drawing/2014/main" id="{57BD02A0-B073-7568-5034-99D8E2BAB262}"/>
                </a:ext>
              </a:extLst>
            </p:cNvPr>
            <p:cNvSpPr/>
            <p:nvPr/>
          </p:nvSpPr>
          <p:spPr>
            <a:xfrm rot="16200000">
              <a:off x="7917694" y="2324429"/>
              <a:ext cx="487680" cy="282965"/>
            </a:xfrm>
            <a:prstGeom prst="rightArrow">
              <a:avLst/>
            </a:prstGeom>
            <a:solidFill>
              <a:srgbClr val="0D1B4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47" name="Rettangolo 46">
              <a:extLst>
                <a:ext uri="{FF2B5EF4-FFF2-40B4-BE49-F238E27FC236}">
                  <a16:creationId xmlns:a16="http://schemas.microsoft.com/office/drawing/2014/main" id="{1F5D4C0A-479D-42E7-17D4-85BF37CE8066}"/>
                </a:ext>
              </a:extLst>
            </p:cNvPr>
            <p:cNvSpPr/>
            <p:nvPr/>
          </p:nvSpPr>
          <p:spPr>
            <a:xfrm>
              <a:off x="3954986" y="2563917"/>
              <a:ext cx="4274613" cy="145835"/>
            </a:xfrm>
            <a:prstGeom prst="rect">
              <a:avLst/>
            </a:prstGeom>
            <a:solidFill>
              <a:srgbClr val="0D1B4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</p:grpSp>
      <p:sp>
        <p:nvSpPr>
          <p:cNvPr id="48" name="Freccia a destra 47">
            <a:extLst>
              <a:ext uri="{FF2B5EF4-FFF2-40B4-BE49-F238E27FC236}">
                <a16:creationId xmlns:a16="http://schemas.microsoft.com/office/drawing/2014/main" id="{08579F32-3AE0-A679-26DE-FD3410F21432}"/>
              </a:ext>
            </a:extLst>
          </p:cNvPr>
          <p:cNvSpPr/>
          <p:nvPr/>
        </p:nvSpPr>
        <p:spPr>
          <a:xfrm rot="5400000">
            <a:off x="1708211" y="3449491"/>
            <a:ext cx="448194" cy="262128"/>
          </a:xfrm>
          <a:prstGeom prst="rightArrow">
            <a:avLst/>
          </a:prstGeom>
          <a:solidFill>
            <a:srgbClr val="0D1B4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grpSp>
        <p:nvGrpSpPr>
          <p:cNvPr id="63" name="Gruppo 62">
            <a:extLst>
              <a:ext uri="{FF2B5EF4-FFF2-40B4-BE49-F238E27FC236}">
                <a16:creationId xmlns:a16="http://schemas.microsoft.com/office/drawing/2014/main" id="{89643585-2072-887C-89D3-7F2638B15DB9}"/>
              </a:ext>
            </a:extLst>
          </p:cNvPr>
          <p:cNvGrpSpPr/>
          <p:nvPr/>
        </p:nvGrpSpPr>
        <p:grpSpPr>
          <a:xfrm>
            <a:off x="4543864" y="1160880"/>
            <a:ext cx="2117187" cy="1115761"/>
            <a:chOff x="4543864" y="1160880"/>
            <a:chExt cx="2117187" cy="1115761"/>
          </a:xfrm>
        </p:grpSpPr>
        <p:sp>
          <p:nvSpPr>
            <p:cNvPr id="49" name="Rettangolo 48">
              <a:extLst>
                <a:ext uri="{FF2B5EF4-FFF2-40B4-BE49-F238E27FC236}">
                  <a16:creationId xmlns:a16="http://schemas.microsoft.com/office/drawing/2014/main" id="{3CDA28AF-6558-E8C0-60F2-7836C79DB180}"/>
                </a:ext>
              </a:extLst>
            </p:cNvPr>
            <p:cNvSpPr/>
            <p:nvPr/>
          </p:nvSpPr>
          <p:spPr>
            <a:xfrm>
              <a:off x="4572000" y="1160880"/>
              <a:ext cx="2060917" cy="1115761"/>
            </a:xfrm>
            <a:prstGeom prst="rect">
              <a:avLst/>
            </a:prstGeom>
            <a:solidFill>
              <a:srgbClr val="0D1B4B">
                <a:alpha val="64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dirty="0"/>
            </a:p>
          </p:txBody>
        </p:sp>
        <p:sp>
          <p:nvSpPr>
            <p:cNvPr id="53" name="CasellaDiTesto 52">
              <a:extLst>
                <a:ext uri="{FF2B5EF4-FFF2-40B4-BE49-F238E27FC236}">
                  <a16:creationId xmlns:a16="http://schemas.microsoft.com/office/drawing/2014/main" id="{41029B3F-C3F4-494A-DFC6-DF6E2078A40B}"/>
                </a:ext>
              </a:extLst>
            </p:cNvPr>
            <p:cNvSpPr txBox="1"/>
            <p:nvPr/>
          </p:nvSpPr>
          <p:spPr>
            <a:xfrm>
              <a:off x="4543864" y="1188380"/>
              <a:ext cx="211718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1200" b="1" dirty="0">
                  <a:solidFill>
                    <a:srgbClr val="0D1B4B"/>
                  </a:solidFill>
                </a:rPr>
                <a:t>Analisi e Decomposizione SVD</a:t>
              </a:r>
            </a:p>
          </p:txBody>
        </p:sp>
        <p:sp>
          <p:nvSpPr>
            <p:cNvPr id="56" name="CasellaDiTesto 55">
              <a:extLst>
                <a:ext uri="{FF2B5EF4-FFF2-40B4-BE49-F238E27FC236}">
                  <a16:creationId xmlns:a16="http://schemas.microsoft.com/office/drawing/2014/main" id="{9844C860-FFF5-29AE-8036-12C9CA17DEB2}"/>
                </a:ext>
              </a:extLst>
            </p:cNvPr>
            <p:cNvSpPr txBox="1"/>
            <p:nvPr/>
          </p:nvSpPr>
          <p:spPr>
            <a:xfrm>
              <a:off x="4575515" y="1458290"/>
              <a:ext cx="2053884" cy="76944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sz="1100" dirty="0">
                  <a:solidFill>
                    <a:schemeClr val="bg1"/>
                  </a:solidFill>
                </a:rPr>
                <a:t>Scomposizione dell’immagine nelle tre componenti fondamentali: U, S e </a:t>
              </a:r>
              <a:r>
                <a:rPr lang="it-IT" sz="1100" dirty="0" err="1">
                  <a:solidFill>
                    <a:schemeClr val="bg1"/>
                  </a:solidFill>
                </a:rPr>
                <a:t>Vt</a:t>
              </a:r>
              <a:r>
                <a:rPr lang="it-IT" sz="1100" dirty="0">
                  <a:solidFill>
                    <a:schemeClr val="bg1"/>
                  </a:solidFill>
                </a:rPr>
                <a:t>. Utilizzo dell’Economy SVD per efficienza.</a:t>
              </a:r>
            </a:p>
          </p:txBody>
        </p:sp>
      </p:grpSp>
      <p:grpSp>
        <p:nvGrpSpPr>
          <p:cNvPr id="62" name="Gruppo 61">
            <a:extLst>
              <a:ext uri="{FF2B5EF4-FFF2-40B4-BE49-F238E27FC236}">
                <a16:creationId xmlns:a16="http://schemas.microsoft.com/office/drawing/2014/main" id="{2EB0E7F4-B8CC-0947-0264-02261F2B761D}"/>
              </a:ext>
            </a:extLst>
          </p:cNvPr>
          <p:cNvGrpSpPr/>
          <p:nvPr/>
        </p:nvGrpSpPr>
        <p:grpSpPr>
          <a:xfrm>
            <a:off x="6919901" y="1159424"/>
            <a:ext cx="2056698" cy="1117217"/>
            <a:chOff x="6919901" y="1159424"/>
            <a:chExt cx="2056698" cy="1117217"/>
          </a:xfrm>
        </p:grpSpPr>
        <p:sp>
          <p:nvSpPr>
            <p:cNvPr id="50" name="Rettangolo 49">
              <a:extLst>
                <a:ext uri="{FF2B5EF4-FFF2-40B4-BE49-F238E27FC236}">
                  <a16:creationId xmlns:a16="http://schemas.microsoft.com/office/drawing/2014/main" id="{6026C142-3267-1EAC-2882-5D2DBF0A5A40}"/>
                </a:ext>
              </a:extLst>
            </p:cNvPr>
            <p:cNvSpPr/>
            <p:nvPr/>
          </p:nvSpPr>
          <p:spPr>
            <a:xfrm>
              <a:off x="6919901" y="1160880"/>
              <a:ext cx="2056698" cy="1115761"/>
            </a:xfrm>
            <a:prstGeom prst="rect">
              <a:avLst/>
            </a:prstGeom>
            <a:solidFill>
              <a:srgbClr val="0D1B4B">
                <a:alpha val="64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54" name="CasellaDiTesto 53">
              <a:extLst>
                <a:ext uri="{FF2B5EF4-FFF2-40B4-BE49-F238E27FC236}">
                  <a16:creationId xmlns:a16="http://schemas.microsoft.com/office/drawing/2014/main" id="{EA0867BF-29ED-B399-34BB-88658719468E}"/>
                </a:ext>
              </a:extLst>
            </p:cNvPr>
            <p:cNvSpPr txBox="1"/>
            <p:nvPr/>
          </p:nvSpPr>
          <p:spPr>
            <a:xfrm>
              <a:off x="6919901" y="1159424"/>
              <a:ext cx="205669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sz="1200" b="1" dirty="0">
                  <a:solidFill>
                    <a:srgbClr val="0D1B4B"/>
                  </a:solidFill>
                </a:rPr>
                <a:t>Compressione per Riduzione del Rango-k</a:t>
              </a:r>
            </a:p>
          </p:txBody>
        </p:sp>
        <p:sp>
          <p:nvSpPr>
            <p:cNvPr id="57" name="CasellaDiTesto 56">
              <a:extLst>
                <a:ext uri="{FF2B5EF4-FFF2-40B4-BE49-F238E27FC236}">
                  <a16:creationId xmlns:a16="http://schemas.microsoft.com/office/drawing/2014/main" id="{8A529D3C-4CEC-18D2-E6BA-DEB3429471F6}"/>
                </a:ext>
              </a:extLst>
            </p:cNvPr>
            <p:cNvSpPr txBox="1"/>
            <p:nvPr/>
          </p:nvSpPr>
          <p:spPr>
            <a:xfrm>
              <a:off x="6919901" y="1591121"/>
              <a:ext cx="2050366" cy="6001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sz="1100" dirty="0">
                  <a:solidFill>
                    <a:schemeClr val="bg1"/>
                  </a:solidFill>
                </a:rPr>
                <a:t>Selezione dei primi ‘k’ valori singolari e i relativi vettori più significativi. </a:t>
              </a:r>
            </a:p>
          </p:txBody>
        </p:sp>
      </p:grpSp>
      <p:grpSp>
        <p:nvGrpSpPr>
          <p:cNvPr id="64" name="Gruppo 63">
            <a:extLst>
              <a:ext uri="{FF2B5EF4-FFF2-40B4-BE49-F238E27FC236}">
                <a16:creationId xmlns:a16="http://schemas.microsoft.com/office/drawing/2014/main" id="{D473048D-CD93-E254-EBA4-9376C96DBFF0}"/>
              </a:ext>
            </a:extLst>
          </p:cNvPr>
          <p:cNvGrpSpPr/>
          <p:nvPr/>
        </p:nvGrpSpPr>
        <p:grpSpPr>
          <a:xfrm>
            <a:off x="225813" y="3844138"/>
            <a:ext cx="4256717" cy="1217482"/>
            <a:chOff x="225813" y="3844138"/>
            <a:chExt cx="4256717" cy="1217482"/>
          </a:xfrm>
        </p:grpSpPr>
        <p:sp>
          <p:nvSpPr>
            <p:cNvPr id="52" name="Rettangolo 51">
              <a:extLst>
                <a:ext uri="{FF2B5EF4-FFF2-40B4-BE49-F238E27FC236}">
                  <a16:creationId xmlns:a16="http://schemas.microsoft.com/office/drawing/2014/main" id="{9558BB90-A81A-88BB-D99D-E131053F7D7F}"/>
                </a:ext>
              </a:extLst>
            </p:cNvPr>
            <p:cNvSpPr/>
            <p:nvPr/>
          </p:nvSpPr>
          <p:spPr>
            <a:xfrm>
              <a:off x="327270" y="3844138"/>
              <a:ext cx="4155260" cy="1217482"/>
            </a:xfrm>
            <a:prstGeom prst="rect">
              <a:avLst/>
            </a:prstGeom>
            <a:solidFill>
              <a:srgbClr val="0D1B4B">
                <a:alpha val="64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55" name="CasellaDiTesto 54">
              <a:extLst>
                <a:ext uri="{FF2B5EF4-FFF2-40B4-BE49-F238E27FC236}">
                  <a16:creationId xmlns:a16="http://schemas.microsoft.com/office/drawing/2014/main" id="{2F7E491F-D3A3-CC97-6690-48615DD68E56}"/>
                </a:ext>
              </a:extLst>
            </p:cNvPr>
            <p:cNvSpPr txBox="1"/>
            <p:nvPr/>
          </p:nvSpPr>
          <p:spPr>
            <a:xfrm>
              <a:off x="327269" y="3860643"/>
              <a:ext cx="266472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1200" b="1" dirty="0">
                  <a:solidFill>
                    <a:srgbClr val="0D1B4B"/>
                  </a:solidFill>
                </a:rPr>
                <a:t>Calcolo dell’Efficienza di Compressione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" name="CasellaDiTesto 57">
                  <a:extLst>
                    <a:ext uri="{FF2B5EF4-FFF2-40B4-BE49-F238E27FC236}">
                      <a16:creationId xmlns:a16="http://schemas.microsoft.com/office/drawing/2014/main" id="{21A5BC3F-6A13-3177-2F6F-50D9FFEBA160}"/>
                    </a:ext>
                  </a:extLst>
                </p:cNvPr>
                <p:cNvSpPr txBox="1"/>
                <p:nvPr/>
              </p:nvSpPr>
              <p:spPr>
                <a:xfrm>
                  <a:off x="225813" y="4252845"/>
                  <a:ext cx="2053884" cy="42383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it-IT" sz="1100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𝑹𝒂𝒑𝒑𝒐𝒓𝒕𝒐</m:t>
                        </m:r>
                        <m:r>
                          <a:rPr lang="it-IT" sz="1100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= </m:t>
                        </m:r>
                        <m:f>
                          <m:fPr>
                            <m:ctrlPr>
                              <a:rPr lang="it-IT" sz="1100" b="1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it-IT" sz="1100" b="1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𝒌</m:t>
                            </m:r>
                            <m:r>
                              <a:rPr lang="it-IT" sz="1100" b="1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it-IT" sz="1100" b="1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𝒎</m:t>
                            </m:r>
                            <m:r>
                              <a:rPr lang="it-IT" sz="1100" b="1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it-IT" sz="1100" b="1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𝒏</m:t>
                            </m:r>
                            <m:r>
                              <a:rPr lang="it-IT" sz="1100" b="1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it-IT" sz="1100" b="1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  <m:r>
                              <a:rPr lang="it-IT" sz="1100" b="1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)</m:t>
                            </m:r>
                          </m:num>
                          <m:den>
                            <m:r>
                              <a:rPr lang="it-IT" sz="1100" b="1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𝒎𝒏</m:t>
                            </m:r>
                          </m:den>
                        </m:f>
                      </m:oMath>
                    </m:oMathPara>
                  </a14:m>
                  <a:endParaRPr lang="it-IT" sz="1100" b="1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58" name="CasellaDiTesto 57">
                  <a:extLst>
                    <a:ext uri="{FF2B5EF4-FFF2-40B4-BE49-F238E27FC236}">
                      <a16:creationId xmlns:a16="http://schemas.microsoft.com/office/drawing/2014/main" id="{21A5BC3F-6A13-3177-2F6F-50D9FFEBA16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5813" y="4252845"/>
                  <a:ext cx="2053884" cy="423834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it-IT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9" name="CasellaDiTesto 58">
              <a:extLst>
                <a:ext uri="{FF2B5EF4-FFF2-40B4-BE49-F238E27FC236}">
                  <a16:creationId xmlns:a16="http://schemas.microsoft.com/office/drawing/2014/main" id="{76CB783F-249F-A441-F5ED-79FDE0B2C76B}"/>
                </a:ext>
              </a:extLst>
            </p:cNvPr>
            <p:cNvSpPr txBox="1"/>
            <p:nvPr/>
          </p:nvSpPr>
          <p:spPr>
            <a:xfrm>
              <a:off x="2139992" y="4068165"/>
              <a:ext cx="2342537" cy="93871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1100" dirty="0">
                  <a:solidFill>
                    <a:schemeClr val="bg1"/>
                  </a:solidFill>
                </a:rPr>
                <a:t>Calcolo del rapporto di compressione come frazione di dati conservati. Il valore finale è un numero tra 0,0 (massima compressione) e 1,0 (minima compressione.</a:t>
              </a:r>
            </a:p>
          </p:txBody>
        </p:sp>
      </p:grpSp>
      <p:pic>
        <p:nvPicPr>
          <p:cNvPr id="61" name="Immagine 60">
            <a:extLst>
              <a:ext uri="{FF2B5EF4-FFF2-40B4-BE49-F238E27FC236}">
                <a16:creationId xmlns:a16="http://schemas.microsoft.com/office/drawing/2014/main" id="{B95E3B1C-8FAC-0390-2FB7-483414122B6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34025" y="2951551"/>
            <a:ext cx="682705" cy="6827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908663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A4BD10-F543-9744-21ED-3B610D1B32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BBA80100-9AAF-1DD8-4A24-9C7CCCADA7E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9144000" cy="914400"/>
          </a:xfrm>
          <a:prstGeom prst="rect">
            <a:avLst/>
          </a:prstGeom>
          <a:gradFill flip="none" rotWithShape="1">
            <a:gsLst>
              <a:gs pos="24000">
                <a:srgbClr val="0D1B4B"/>
              </a:gs>
              <a:gs pos="100000">
                <a:schemeClr val="accent1">
                  <a:lumMod val="45000"/>
                  <a:lumOff val="55000"/>
                </a:schemeClr>
              </a:gs>
              <a:gs pos="9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pPr algn="ctr"/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1F84AC1C-2A7A-5264-42B5-4AE24C029AFC}"/>
              </a:ext>
            </a:extLst>
          </p:cNvPr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6EF75618-5060-9383-AB25-9D0A11B289E6}"/>
              </a:ext>
            </a:extLst>
          </p:cNvPr>
          <p:cNvSpPr/>
          <p:nvPr/>
        </p:nvSpPr>
        <p:spPr>
          <a:xfrm>
            <a:off x="2509676" y="70964"/>
            <a:ext cx="4124647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it-IT"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SVD - </a:t>
            </a:r>
            <a:r>
              <a:rPr lang="it-IT" sz="2200" b="1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Risultati di Compressione</a:t>
            </a:r>
          </a:p>
        </p:txBody>
      </p:sp>
      <p:pic>
        <p:nvPicPr>
          <p:cNvPr id="21" name="Immagine 20">
            <a:extLst>
              <a:ext uri="{FF2B5EF4-FFF2-40B4-BE49-F238E27FC236}">
                <a16:creationId xmlns:a16="http://schemas.microsoft.com/office/drawing/2014/main" id="{6E9C920F-19C9-DEFE-663A-3D98CAF822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8952" y="-259528"/>
            <a:ext cx="1377647" cy="1390257"/>
          </a:xfrm>
          <a:prstGeom prst="rect">
            <a:avLst/>
          </a:prstGeom>
        </p:spPr>
      </p:pic>
      <p:pic>
        <p:nvPicPr>
          <p:cNvPr id="28" name="Immagine 27">
            <a:extLst>
              <a:ext uri="{FF2B5EF4-FFF2-40B4-BE49-F238E27FC236}">
                <a16:creationId xmlns:a16="http://schemas.microsoft.com/office/drawing/2014/main" id="{3F62A919-4AF0-642E-86B3-EF488938B5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401" y="81880"/>
            <a:ext cx="779053" cy="772472"/>
          </a:xfrm>
          <a:prstGeom prst="rect">
            <a:avLst/>
          </a:prstGeom>
        </p:spPr>
      </p:pic>
      <p:sp>
        <p:nvSpPr>
          <p:cNvPr id="5" name="Text 3">
            <a:extLst>
              <a:ext uri="{FF2B5EF4-FFF2-40B4-BE49-F238E27FC236}">
                <a16:creationId xmlns:a16="http://schemas.microsoft.com/office/drawing/2014/main" id="{15984308-3DC8-68CB-0E1E-9D87E51ECC10}"/>
              </a:ext>
            </a:extLst>
          </p:cNvPr>
          <p:cNvSpPr/>
          <p:nvPr/>
        </p:nvSpPr>
        <p:spPr>
          <a:xfrm>
            <a:off x="2835458" y="535980"/>
            <a:ext cx="28521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it-IT" sz="1100" b="1" dirty="0">
                <a:solidFill>
                  <a:srgbClr val="02C39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Al variare di k su immagine 256×256</a:t>
            </a:r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EBBB287D-DE8D-A7C4-3CAC-DF7D6A18DF26}"/>
              </a:ext>
            </a:extLst>
          </p:cNvPr>
          <p:cNvSpPr/>
          <p:nvPr/>
        </p:nvSpPr>
        <p:spPr>
          <a:xfrm>
            <a:off x="320040" y="1078992"/>
            <a:ext cx="2029968" cy="114300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095F56BA-E965-83B3-E7BA-A2288C90AC81}"/>
              </a:ext>
            </a:extLst>
          </p:cNvPr>
          <p:cNvSpPr/>
          <p:nvPr/>
        </p:nvSpPr>
        <p:spPr>
          <a:xfrm>
            <a:off x="393192" y="1152144"/>
            <a:ext cx="1883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2809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15.7%</a:t>
            </a:r>
            <a:endParaRPr lang="en-US" sz="3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D69CFBD8-BEFD-4473-398A-713E35E7E21A}"/>
              </a:ext>
            </a:extLst>
          </p:cNvPr>
          <p:cNvSpPr/>
          <p:nvPr/>
        </p:nvSpPr>
        <p:spPr>
          <a:xfrm>
            <a:off x="393192" y="1792224"/>
            <a:ext cx="18836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Dati archiviati (k=20)</a:t>
            </a:r>
            <a:endParaRPr lang="en-US" sz="9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Shape 8">
            <a:extLst>
              <a:ext uri="{FF2B5EF4-FFF2-40B4-BE49-F238E27FC236}">
                <a16:creationId xmlns:a16="http://schemas.microsoft.com/office/drawing/2014/main" id="{1F38C745-717C-60AE-03A5-30D186A7D775}"/>
              </a:ext>
            </a:extLst>
          </p:cNvPr>
          <p:cNvSpPr/>
          <p:nvPr/>
        </p:nvSpPr>
        <p:spPr>
          <a:xfrm>
            <a:off x="2496312" y="1078992"/>
            <a:ext cx="2029968" cy="114300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8E51F848-230E-10BE-E870-F48EFED9C60E}"/>
              </a:ext>
            </a:extLst>
          </p:cNvPr>
          <p:cNvSpPr/>
          <p:nvPr/>
        </p:nvSpPr>
        <p:spPr>
          <a:xfrm>
            <a:off x="2569464" y="1152144"/>
            <a:ext cx="1883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D1B4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32.4 dB</a:t>
            </a:r>
            <a:endParaRPr lang="en-US" sz="3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22C934C2-F313-567B-7833-754C46E413AA}"/>
              </a:ext>
            </a:extLst>
          </p:cNvPr>
          <p:cNvSpPr/>
          <p:nvPr/>
        </p:nvSpPr>
        <p:spPr>
          <a:xfrm>
            <a:off x="2569464" y="1792224"/>
            <a:ext cx="18836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PSNR a k=20</a:t>
            </a:r>
            <a:endParaRPr lang="en-US" sz="9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Shape 11">
            <a:extLst>
              <a:ext uri="{FF2B5EF4-FFF2-40B4-BE49-F238E27FC236}">
                <a16:creationId xmlns:a16="http://schemas.microsoft.com/office/drawing/2014/main" id="{0A999538-CC55-0B7F-6EE0-E6B852712EE8}"/>
              </a:ext>
            </a:extLst>
          </p:cNvPr>
          <p:cNvSpPr/>
          <p:nvPr/>
        </p:nvSpPr>
        <p:spPr>
          <a:xfrm>
            <a:off x="4672584" y="1078992"/>
            <a:ext cx="2029968" cy="114300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Text 12">
            <a:extLst>
              <a:ext uri="{FF2B5EF4-FFF2-40B4-BE49-F238E27FC236}">
                <a16:creationId xmlns:a16="http://schemas.microsoft.com/office/drawing/2014/main" id="{286C3CEC-630E-E8C9-1518-115296178A75}"/>
              </a:ext>
            </a:extLst>
          </p:cNvPr>
          <p:cNvSpPr/>
          <p:nvPr/>
        </p:nvSpPr>
        <p:spPr>
          <a:xfrm>
            <a:off x="4745736" y="1152144"/>
            <a:ext cx="1883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0A50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&gt;30 dB</a:t>
            </a:r>
            <a:endParaRPr lang="en-US" sz="3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767449F6-0783-9A50-6ADD-6FD51DF7CBF0}"/>
              </a:ext>
            </a:extLst>
          </p:cNvPr>
          <p:cNvSpPr/>
          <p:nvPr/>
        </p:nvSpPr>
        <p:spPr>
          <a:xfrm>
            <a:off x="4745736" y="1792224"/>
            <a:ext cx="18836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Soglia diagnostica</a:t>
            </a:r>
            <a:endParaRPr lang="en-US" sz="9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Shape 14">
            <a:extLst>
              <a:ext uri="{FF2B5EF4-FFF2-40B4-BE49-F238E27FC236}">
                <a16:creationId xmlns:a16="http://schemas.microsoft.com/office/drawing/2014/main" id="{7E3434AB-6147-C64A-43A4-92F17D8576C1}"/>
              </a:ext>
            </a:extLst>
          </p:cNvPr>
          <p:cNvSpPr/>
          <p:nvPr/>
        </p:nvSpPr>
        <p:spPr>
          <a:xfrm>
            <a:off x="6848856" y="1078992"/>
            <a:ext cx="2029968" cy="114300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F0359F5E-874B-A10A-A95C-D37A0CE1FADE}"/>
              </a:ext>
            </a:extLst>
          </p:cNvPr>
          <p:cNvSpPr/>
          <p:nvPr/>
        </p:nvSpPr>
        <p:spPr>
          <a:xfrm>
            <a:off x="6922008" y="1152144"/>
            <a:ext cx="1883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E63946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k=1-3</a:t>
            </a:r>
            <a:endParaRPr lang="en-US" sz="3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Text 16">
            <a:extLst>
              <a:ext uri="{FF2B5EF4-FFF2-40B4-BE49-F238E27FC236}">
                <a16:creationId xmlns:a16="http://schemas.microsoft.com/office/drawing/2014/main" id="{4C9681D3-894C-9DA0-44BA-D274D12ED0E4}"/>
              </a:ext>
            </a:extLst>
          </p:cNvPr>
          <p:cNvSpPr/>
          <p:nvPr/>
        </p:nvSpPr>
        <p:spPr>
          <a:xfrm>
            <a:off x="6922008" y="1792224"/>
            <a:ext cx="18836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90% varianza</a:t>
            </a:r>
            <a:endParaRPr lang="en-US" sz="9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Shape 17">
            <a:extLst>
              <a:ext uri="{FF2B5EF4-FFF2-40B4-BE49-F238E27FC236}">
                <a16:creationId xmlns:a16="http://schemas.microsoft.com/office/drawing/2014/main" id="{DE081EA2-7A61-D9C4-EAD0-639579001687}"/>
              </a:ext>
            </a:extLst>
          </p:cNvPr>
          <p:cNvSpPr/>
          <p:nvPr/>
        </p:nvSpPr>
        <p:spPr>
          <a:xfrm>
            <a:off x="320040" y="2359152"/>
            <a:ext cx="8503920" cy="233172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2" name="Table 0">
            <a:extLst>
              <a:ext uri="{FF2B5EF4-FFF2-40B4-BE49-F238E27FC236}">
                <a16:creationId xmlns:a16="http://schemas.microsoft.com/office/drawing/2014/main" id="{2157C6A0-E6B1-9464-01CE-9468F9D6035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70508485"/>
              </p:ext>
            </p:extLst>
          </p:nvPr>
        </p:nvGraphicFramePr>
        <p:xfrm>
          <a:off x="411480" y="2441448"/>
          <a:ext cx="8321040" cy="2167130"/>
        </p:xfrm>
        <a:graphic>
          <a:graphicData uri="http://schemas.openxmlformats.org/drawingml/2006/table">
            <a:tbl>
              <a:tblPr/>
              <a:tblGrid>
                <a:gridCol w="731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120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0959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k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 err="1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Compressione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PSNR (dB)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Qualità Visiva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4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959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0.78%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17.3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Solo luminosità media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959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5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3.91%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23.8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Silhouette toracica appena visibile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959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10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7.8%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27.8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Coste e mediastino emergono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959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20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15.7%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32.4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✓ Qualità diagnostica (PSNR &gt; 30 dB)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0959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50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39.1%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40.1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Dettaglio diagnostico completamente preservato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0959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100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78.3%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50.0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Indistinguibile dall'originale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3" name="Shape 18">
            <a:extLst>
              <a:ext uri="{FF2B5EF4-FFF2-40B4-BE49-F238E27FC236}">
                <a16:creationId xmlns:a16="http://schemas.microsoft.com/office/drawing/2014/main" id="{B078F48E-C932-F689-3A79-B85131B1A5C4}"/>
              </a:ext>
            </a:extLst>
          </p:cNvPr>
          <p:cNvSpPr/>
          <p:nvPr/>
        </p:nvSpPr>
        <p:spPr>
          <a:xfrm>
            <a:off x="320040" y="4754880"/>
            <a:ext cx="8503920" cy="246888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/>
          <a:lstStyle/>
          <a:p>
            <a:endParaRPr lang="it-IT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Text 19">
            <a:extLst>
              <a:ext uri="{FF2B5EF4-FFF2-40B4-BE49-F238E27FC236}">
                <a16:creationId xmlns:a16="http://schemas.microsoft.com/office/drawing/2014/main" id="{3424D74F-8AF6-85B0-7D90-A0B9B686CA0D}"/>
              </a:ext>
            </a:extLst>
          </p:cNvPr>
          <p:cNvSpPr/>
          <p:nvPr/>
        </p:nvSpPr>
        <p:spPr>
          <a:xfrm>
            <a:off x="457200" y="4754880"/>
            <a:ext cx="8321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2C39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Tutte e 4 le classi raggiungono PSNR &gt; 30 dB a k=20. Pneumonia e TBC risultano più comprimibili (struttura a rango inferiore).</a:t>
            </a:r>
            <a:endParaRPr lang="en-US" sz="9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3852892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E301E3-5535-5D11-B9F7-9CB76E06AE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D7FEA15D-C791-A3FE-E107-B52F6B80194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9144000" cy="914400"/>
          </a:xfrm>
          <a:prstGeom prst="rect">
            <a:avLst/>
          </a:prstGeom>
          <a:gradFill flip="none" rotWithShape="1">
            <a:gsLst>
              <a:gs pos="24000">
                <a:srgbClr val="0D1B4B"/>
              </a:gs>
              <a:gs pos="100000">
                <a:schemeClr val="accent1">
                  <a:lumMod val="45000"/>
                  <a:lumOff val="55000"/>
                </a:schemeClr>
              </a:gs>
              <a:gs pos="9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pPr algn="ctr"/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A2523F53-7DF8-0BF5-8948-4899AD2B2C21}"/>
              </a:ext>
            </a:extLst>
          </p:cNvPr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15B81001-41D2-6D62-A617-79D01478AD30}"/>
              </a:ext>
            </a:extLst>
          </p:cNvPr>
          <p:cNvSpPr/>
          <p:nvPr/>
        </p:nvSpPr>
        <p:spPr>
          <a:xfrm>
            <a:off x="2326972" y="187452"/>
            <a:ext cx="469122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it-IT"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SVD - </a:t>
            </a:r>
            <a:r>
              <a:rPr lang="it-IT" sz="2200" b="1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Ricostruzione e Visualizzazione</a:t>
            </a:r>
          </a:p>
        </p:txBody>
      </p:sp>
      <p:pic>
        <p:nvPicPr>
          <p:cNvPr id="21" name="Immagine 20">
            <a:extLst>
              <a:ext uri="{FF2B5EF4-FFF2-40B4-BE49-F238E27FC236}">
                <a16:creationId xmlns:a16="http://schemas.microsoft.com/office/drawing/2014/main" id="{C4119B0C-348F-5D1E-E619-096ED3ED92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8952" y="-259528"/>
            <a:ext cx="1377647" cy="1390257"/>
          </a:xfrm>
          <a:prstGeom prst="rect">
            <a:avLst/>
          </a:prstGeom>
        </p:spPr>
      </p:pic>
      <p:pic>
        <p:nvPicPr>
          <p:cNvPr id="28" name="Immagine 27">
            <a:extLst>
              <a:ext uri="{FF2B5EF4-FFF2-40B4-BE49-F238E27FC236}">
                <a16:creationId xmlns:a16="http://schemas.microsoft.com/office/drawing/2014/main" id="{042B86AF-67B2-D586-5569-6D45A31967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401" y="81880"/>
            <a:ext cx="779053" cy="772472"/>
          </a:xfrm>
          <a:prstGeom prst="rect">
            <a:avLst/>
          </a:prstGeom>
        </p:spPr>
      </p:pic>
      <p:grpSp>
        <p:nvGrpSpPr>
          <p:cNvPr id="27" name="Gruppo 26">
            <a:extLst>
              <a:ext uri="{FF2B5EF4-FFF2-40B4-BE49-F238E27FC236}">
                <a16:creationId xmlns:a16="http://schemas.microsoft.com/office/drawing/2014/main" id="{B443F286-6768-5B65-AE98-468A28C71F18}"/>
              </a:ext>
            </a:extLst>
          </p:cNvPr>
          <p:cNvGrpSpPr/>
          <p:nvPr/>
        </p:nvGrpSpPr>
        <p:grpSpPr>
          <a:xfrm>
            <a:off x="843280" y="1029312"/>
            <a:ext cx="7457440" cy="4073731"/>
            <a:chOff x="833120" y="1005095"/>
            <a:chExt cx="7457440" cy="4073731"/>
          </a:xfrm>
        </p:grpSpPr>
        <p:sp>
          <p:nvSpPr>
            <p:cNvPr id="7" name="Rettangolo 6">
              <a:extLst>
                <a:ext uri="{FF2B5EF4-FFF2-40B4-BE49-F238E27FC236}">
                  <a16:creationId xmlns:a16="http://schemas.microsoft.com/office/drawing/2014/main" id="{7F84122A-FD18-E803-C09E-BFB799E118F8}"/>
                </a:ext>
              </a:extLst>
            </p:cNvPr>
            <p:cNvSpPr/>
            <p:nvPr/>
          </p:nvSpPr>
          <p:spPr>
            <a:xfrm>
              <a:off x="833120" y="1005095"/>
              <a:ext cx="7457440" cy="4073731"/>
            </a:xfrm>
            <a:prstGeom prst="rect">
              <a:avLst/>
            </a:prstGeom>
            <a:solidFill>
              <a:srgbClr val="0D1B4B">
                <a:alpha val="76000"/>
              </a:srgbClr>
            </a:solidFill>
            <a:ln>
              <a:noFill/>
            </a:ln>
            <a:effectLst>
              <a:softEdge rad="1270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pic>
          <p:nvPicPr>
            <p:cNvPr id="26" name="Immagine 25">
              <a:extLst>
                <a:ext uri="{FF2B5EF4-FFF2-40B4-BE49-F238E27FC236}">
                  <a16:creationId xmlns:a16="http://schemas.microsoft.com/office/drawing/2014/main" id="{F71C2FB0-6D74-513B-B42B-0D75B235FDA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217384" y="1274827"/>
              <a:ext cx="6709229" cy="355829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24583023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00832B-F5BF-D992-A3B1-C09EE8EF69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030B4360-0155-4436-DF48-82C4DD23D65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9144000" cy="914400"/>
          </a:xfrm>
          <a:prstGeom prst="rect">
            <a:avLst/>
          </a:prstGeom>
          <a:gradFill flip="none" rotWithShape="1">
            <a:gsLst>
              <a:gs pos="24000">
                <a:srgbClr val="0D1B4B"/>
              </a:gs>
              <a:gs pos="100000">
                <a:schemeClr val="accent1">
                  <a:lumMod val="45000"/>
                  <a:lumOff val="55000"/>
                </a:schemeClr>
              </a:gs>
              <a:gs pos="9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pPr algn="ctr"/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963F1760-CF09-437A-C30B-5E132A6CEF51}"/>
              </a:ext>
            </a:extLst>
          </p:cNvPr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DF11D218-CD77-2B5D-EBEE-AEFF7CB467E2}"/>
              </a:ext>
            </a:extLst>
          </p:cNvPr>
          <p:cNvSpPr/>
          <p:nvPr/>
        </p:nvSpPr>
        <p:spPr>
          <a:xfrm>
            <a:off x="2119796" y="213436"/>
            <a:ext cx="490440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it-IT"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SVD - </a:t>
            </a:r>
            <a:r>
              <a:rPr lang="it-IT" sz="2200" b="1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Varianza e qualità di ricostruzione</a:t>
            </a:r>
          </a:p>
        </p:txBody>
      </p:sp>
      <p:pic>
        <p:nvPicPr>
          <p:cNvPr id="21" name="Immagine 20">
            <a:extLst>
              <a:ext uri="{FF2B5EF4-FFF2-40B4-BE49-F238E27FC236}">
                <a16:creationId xmlns:a16="http://schemas.microsoft.com/office/drawing/2014/main" id="{248D1225-0DE1-554B-C7FC-C10D0DD34B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8952" y="-259528"/>
            <a:ext cx="1377647" cy="1390257"/>
          </a:xfrm>
          <a:prstGeom prst="rect">
            <a:avLst/>
          </a:prstGeom>
        </p:spPr>
      </p:pic>
      <p:pic>
        <p:nvPicPr>
          <p:cNvPr id="28" name="Immagine 27">
            <a:extLst>
              <a:ext uri="{FF2B5EF4-FFF2-40B4-BE49-F238E27FC236}">
                <a16:creationId xmlns:a16="http://schemas.microsoft.com/office/drawing/2014/main" id="{D14EC82B-5127-0851-C211-6BA245D182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401" y="81880"/>
            <a:ext cx="779053" cy="772472"/>
          </a:xfrm>
          <a:prstGeom prst="rect">
            <a:avLst/>
          </a:prstGeom>
        </p:spPr>
      </p:pic>
      <p:pic>
        <p:nvPicPr>
          <p:cNvPr id="8" name="Immagine 7">
            <a:extLst>
              <a:ext uri="{FF2B5EF4-FFF2-40B4-BE49-F238E27FC236}">
                <a16:creationId xmlns:a16="http://schemas.microsoft.com/office/drawing/2014/main" id="{E6D1C4E0-EA72-514A-1060-777C22F554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11151" y="1105346"/>
            <a:ext cx="4072449" cy="2900379"/>
          </a:xfrm>
          <a:prstGeom prst="rect">
            <a:avLst/>
          </a:prstGeom>
        </p:spPr>
      </p:pic>
      <p:pic>
        <p:nvPicPr>
          <p:cNvPr id="10" name="Immagine 9">
            <a:extLst>
              <a:ext uri="{FF2B5EF4-FFF2-40B4-BE49-F238E27FC236}">
                <a16:creationId xmlns:a16="http://schemas.microsoft.com/office/drawing/2014/main" id="{F89A579F-D024-9689-66D3-929645987B7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9283" y="2135069"/>
            <a:ext cx="4072449" cy="2926551"/>
          </a:xfrm>
          <a:prstGeom prst="rect">
            <a:avLst/>
          </a:prstGeom>
        </p:spPr>
      </p:pic>
      <p:sp>
        <p:nvSpPr>
          <p:cNvPr id="11" name="Rettangolo con angoli arrotondati 10">
            <a:extLst>
              <a:ext uri="{FF2B5EF4-FFF2-40B4-BE49-F238E27FC236}">
                <a16:creationId xmlns:a16="http://schemas.microsoft.com/office/drawing/2014/main" id="{CB760652-70D8-352E-E243-462482F6B6F9}"/>
              </a:ext>
            </a:extLst>
          </p:cNvPr>
          <p:cNvSpPr/>
          <p:nvPr/>
        </p:nvSpPr>
        <p:spPr>
          <a:xfrm>
            <a:off x="625507" y="1130729"/>
            <a:ext cx="3537163" cy="881743"/>
          </a:xfrm>
          <a:prstGeom prst="roundRect">
            <a:avLst/>
          </a:prstGeom>
          <a:solidFill>
            <a:srgbClr val="0D1B4B">
              <a:alpha val="92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it-IT" sz="11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Struttura a basso rango</a:t>
            </a:r>
            <a:r>
              <a:rPr lang="it-IT" sz="11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it-IT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 maggior parte dell’energia si concentra in pochissime componenti</a:t>
            </a:r>
            <a:r>
              <a:rPr lang="it-IT" sz="11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algn="just"/>
            <a:r>
              <a:rPr lang="it-IT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Il recupero quasi completo dell’informazione richiede 5-20 componenti.</a:t>
            </a:r>
            <a:endParaRPr lang="it-IT" sz="11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Rettangolo con angoli arrotondati 12">
            <a:extLst>
              <a:ext uri="{FF2B5EF4-FFF2-40B4-BE49-F238E27FC236}">
                <a16:creationId xmlns:a16="http://schemas.microsoft.com/office/drawing/2014/main" id="{D83E87D4-DF19-E117-0355-2BC251A15FB0}"/>
              </a:ext>
            </a:extLst>
          </p:cNvPr>
          <p:cNvSpPr/>
          <p:nvPr/>
        </p:nvSpPr>
        <p:spPr>
          <a:xfrm>
            <a:off x="5255622" y="4101081"/>
            <a:ext cx="3537163" cy="900219"/>
          </a:xfrm>
          <a:prstGeom prst="roundRect">
            <a:avLst/>
          </a:prstGeom>
          <a:solidFill>
            <a:srgbClr val="0D1B4B">
              <a:alpha val="92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it-IT" sz="11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L'MSE</a:t>
            </a:r>
            <a:r>
              <a:rPr lang="it-IT" sz="11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logico scende fino al gomito intorno a </a:t>
            </a:r>
            <a:r>
              <a:rPr lang="it-IT" sz="11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k=20-30</a:t>
            </a:r>
            <a:r>
              <a:rPr lang="it-IT" sz="11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r>
              <a:rPr lang="it-IT" sz="11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Punto Ottimale SVD: </a:t>
            </a:r>
            <a:r>
              <a:rPr lang="it-IT" sz="11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k=20 </a:t>
            </a:r>
            <a:r>
              <a:rPr lang="it-IT" sz="11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 </a:t>
            </a:r>
            <a:r>
              <a:rPr lang="it-IT" sz="11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15,7% dei dati totali</a:t>
            </a:r>
            <a:r>
              <a:rPr lang="it-IT" sz="11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mantenendo un PSNR accettabile in diagnostica di &gt; </a:t>
            </a:r>
            <a:r>
              <a:rPr lang="it-IT" sz="11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32</a:t>
            </a:r>
            <a:r>
              <a:rPr lang="it-IT" sz="11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dB.</a:t>
            </a:r>
          </a:p>
        </p:txBody>
      </p:sp>
    </p:spTree>
    <p:extLst>
      <p:ext uri="{BB962C8B-B14F-4D97-AF65-F5344CB8AC3E}">
        <p14:creationId xmlns:p14="http://schemas.microsoft.com/office/powerpoint/2010/main" val="159054671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85FA6D-E5F7-920E-3C72-F870061312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Gruppo 54">
            <a:extLst>
              <a:ext uri="{FF2B5EF4-FFF2-40B4-BE49-F238E27FC236}">
                <a16:creationId xmlns:a16="http://schemas.microsoft.com/office/drawing/2014/main" id="{8FAD8EAC-D732-19A9-2408-D2F4B0481513}"/>
              </a:ext>
            </a:extLst>
          </p:cNvPr>
          <p:cNvGrpSpPr/>
          <p:nvPr/>
        </p:nvGrpSpPr>
        <p:grpSpPr>
          <a:xfrm>
            <a:off x="4705606" y="1184028"/>
            <a:ext cx="4123434" cy="2541855"/>
            <a:chOff x="4845602" y="1255374"/>
            <a:chExt cx="4206240" cy="2009079"/>
          </a:xfrm>
        </p:grpSpPr>
        <p:sp>
          <p:nvSpPr>
            <p:cNvPr id="52" name="Shape 26">
              <a:extLst>
                <a:ext uri="{FF2B5EF4-FFF2-40B4-BE49-F238E27FC236}">
                  <a16:creationId xmlns:a16="http://schemas.microsoft.com/office/drawing/2014/main" id="{56045EF9-1F2E-7359-3FC8-50EC2B315293}"/>
                </a:ext>
              </a:extLst>
            </p:cNvPr>
            <p:cNvSpPr/>
            <p:nvPr/>
          </p:nvSpPr>
          <p:spPr>
            <a:xfrm>
              <a:off x="4845602" y="1255374"/>
              <a:ext cx="4206240" cy="2009079"/>
            </a:xfrm>
            <a:prstGeom prst="rect">
              <a:avLst/>
            </a:prstGeom>
            <a:solidFill>
              <a:srgbClr val="FFFFFF"/>
            </a:solidFill>
            <a:ln w="6350">
              <a:noFill/>
              <a:prstDash val="solid"/>
            </a:ln>
            <a:effectLst>
              <a:innerShdw blurRad="114300">
                <a:prstClr val="black"/>
              </a:innerShdw>
            </a:effectLst>
          </p:spPr>
          <p:txBody>
            <a:bodyPr/>
            <a:lstStyle/>
            <a:p>
              <a:endParaRPr lang="it-IT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4" name="Shape 9">
              <a:extLst>
                <a:ext uri="{FF2B5EF4-FFF2-40B4-BE49-F238E27FC236}">
                  <a16:creationId xmlns:a16="http://schemas.microsoft.com/office/drawing/2014/main" id="{894A529C-218D-A2EE-9988-B122C8B2EF86}"/>
                </a:ext>
              </a:extLst>
            </p:cNvPr>
            <p:cNvSpPr/>
            <p:nvPr/>
          </p:nvSpPr>
          <p:spPr>
            <a:xfrm>
              <a:off x="4845602" y="1255375"/>
              <a:ext cx="64008" cy="2009078"/>
            </a:xfrm>
            <a:prstGeom prst="rect">
              <a:avLst/>
            </a:prstGeom>
            <a:solidFill>
              <a:srgbClr val="028090"/>
            </a:solidFill>
            <a:ln w="12700">
              <a:noFill/>
              <a:prstDash val="solid"/>
            </a:ln>
          </p:spPr>
          <p:txBody>
            <a:bodyPr/>
            <a:lstStyle/>
            <a:p>
              <a:endParaRPr lang="it-IT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2" name="Shape 0">
            <a:extLst>
              <a:ext uri="{FF2B5EF4-FFF2-40B4-BE49-F238E27FC236}">
                <a16:creationId xmlns:a16="http://schemas.microsoft.com/office/drawing/2014/main" id="{CDDF05C7-C883-D4D2-D329-5CA6E33A577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9144000" cy="914400"/>
          </a:xfrm>
          <a:prstGeom prst="rect">
            <a:avLst/>
          </a:prstGeom>
          <a:gradFill flip="none" rotWithShape="1">
            <a:gsLst>
              <a:gs pos="24000">
                <a:srgbClr val="0D1B4B"/>
              </a:gs>
              <a:gs pos="100000">
                <a:schemeClr val="accent1">
                  <a:lumMod val="45000"/>
                  <a:lumOff val="55000"/>
                </a:schemeClr>
              </a:gs>
              <a:gs pos="9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pPr algn="ctr"/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7C473957-C402-AD7E-8784-DCA60ED37246}"/>
              </a:ext>
            </a:extLst>
          </p:cNvPr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9A7D1D61-7BC5-F162-E50E-F5943D2CD448}"/>
              </a:ext>
            </a:extLst>
          </p:cNvPr>
          <p:cNvSpPr/>
          <p:nvPr/>
        </p:nvSpPr>
        <p:spPr>
          <a:xfrm>
            <a:off x="2195278" y="192024"/>
            <a:ext cx="475344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it-IT" sz="22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Principal</a:t>
            </a:r>
            <a:r>
              <a:rPr lang="it-IT"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Component Analysis - </a:t>
            </a:r>
            <a:r>
              <a:rPr lang="it-IT" sz="2200" b="1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Teoria</a:t>
            </a:r>
          </a:p>
        </p:txBody>
      </p:sp>
      <p:pic>
        <p:nvPicPr>
          <p:cNvPr id="21" name="Immagine 20">
            <a:extLst>
              <a:ext uri="{FF2B5EF4-FFF2-40B4-BE49-F238E27FC236}">
                <a16:creationId xmlns:a16="http://schemas.microsoft.com/office/drawing/2014/main" id="{E50AFA84-1C12-B628-46B8-7A272F7291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8952" y="-259528"/>
            <a:ext cx="1377647" cy="1390257"/>
          </a:xfrm>
          <a:prstGeom prst="rect">
            <a:avLst/>
          </a:prstGeom>
        </p:spPr>
      </p:pic>
      <p:pic>
        <p:nvPicPr>
          <p:cNvPr id="28" name="Immagine 27">
            <a:extLst>
              <a:ext uri="{FF2B5EF4-FFF2-40B4-BE49-F238E27FC236}">
                <a16:creationId xmlns:a16="http://schemas.microsoft.com/office/drawing/2014/main" id="{19A75C00-4C90-30AE-6319-DB35DFF016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401" y="81880"/>
            <a:ext cx="779053" cy="772472"/>
          </a:xfrm>
          <a:prstGeom prst="rect">
            <a:avLst/>
          </a:prstGeom>
        </p:spPr>
      </p:pic>
      <p:grpSp>
        <p:nvGrpSpPr>
          <p:cNvPr id="50" name="Gruppo 49">
            <a:extLst>
              <a:ext uri="{FF2B5EF4-FFF2-40B4-BE49-F238E27FC236}">
                <a16:creationId xmlns:a16="http://schemas.microsoft.com/office/drawing/2014/main" id="{E50C5913-9A54-52FA-3E6F-6783E5C2B8FD}"/>
              </a:ext>
            </a:extLst>
          </p:cNvPr>
          <p:cNvGrpSpPr/>
          <p:nvPr/>
        </p:nvGrpSpPr>
        <p:grpSpPr>
          <a:xfrm>
            <a:off x="214812" y="1291674"/>
            <a:ext cx="4206240" cy="2372737"/>
            <a:chOff x="209006" y="1163302"/>
            <a:chExt cx="4206240" cy="2154265"/>
          </a:xfrm>
        </p:grpSpPr>
        <p:sp>
          <p:nvSpPr>
            <p:cNvPr id="49" name="Shape 26">
              <a:extLst>
                <a:ext uri="{FF2B5EF4-FFF2-40B4-BE49-F238E27FC236}">
                  <a16:creationId xmlns:a16="http://schemas.microsoft.com/office/drawing/2014/main" id="{6DE1DD1B-51D9-CC26-EE18-52EC4C6731FB}"/>
                </a:ext>
              </a:extLst>
            </p:cNvPr>
            <p:cNvSpPr/>
            <p:nvPr/>
          </p:nvSpPr>
          <p:spPr>
            <a:xfrm>
              <a:off x="209006" y="1308488"/>
              <a:ext cx="4206240" cy="2009079"/>
            </a:xfrm>
            <a:prstGeom prst="rect">
              <a:avLst/>
            </a:prstGeom>
            <a:solidFill>
              <a:srgbClr val="FFFFFF"/>
            </a:solidFill>
            <a:ln w="6350">
              <a:noFill/>
              <a:prstDash val="solid"/>
            </a:ln>
            <a:effectLst>
              <a:innerShdw blurRad="114300">
                <a:prstClr val="black"/>
              </a:innerShdw>
            </a:effectLst>
          </p:spPr>
          <p:txBody>
            <a:bodyPr/>
            <a:lstStyle/>
            <a:p>
              <a:endParaRPr lang="it-IT"/>
            </a:p>
          </p:txBody>
        </p:sp>
        <p:sp>
          <p:nvSpPr>
            <p:cNvPr id="18" name="Shape 16"/>
            <p:cNvSpPr/>
            <p:nvPr/>
          </p:nvSpPr>
          <p:spPr>
            <a:xfrm>
              <a:off x="209006" y="1163302"/>
              <a:ext cx="4206240" cy="348860"/>
            </a:xfrm>
            <a:prstGeom prst="rect">
              <a:avLst/>
            </a:prstGeom>
            <a:solidFill>
              <a:srgbClr val="028090"/>
            </a:solidFill>
            <a:ln w="12700">
              <a:noFill/>
              <a:prstDash val="solid"/>
            </a:ln>
          </p:spPr>
          <p:txBody>
            <a:bodyPr/>
            <a:lstStyle/>
            <a:p>
              <a:pPr algn="ctr"/>
              <a:r>
                <a:rPr lang="en-US" b="1" dirty="0">
                  <a:solidFill>
                    <a:srgbClr val="FFFFFF"/>
                  </a:solidFill>
                  <a:latin typeface="Times New Roman" panose="02020603050405020304" pitchFamily="18" charset="0"/>
                  <a:ea typeface="Calibri" pitchFamily="34" charset="-122"/>
                  <a:cs typeface="Times New Roman" panose="02020603050405020304" pitchFamily="18" charset="0"/>
                </a:rPr>
                <a:t>PCA - per </a:t>
              </a:r>
              <a:r>
                <a:rPr lang="en-US" b="1" dirty="0" err="1">
                  <a:solidFill>
                    <a:srgbClr val="FFFFFF"/>
                  </a:solidFill>
                  <a:latin typeface="Times New Roman" panose="02020603050405020304" pitchFamily="18" charset="0"/>
                  <a:ea typeface="Calibri" pitchFamily="34" charset="-122"/>
                  <a:cs typeface="Times New Roman" panose="02020603050405020304" pitchFamily="18" charset="0"/>
                </a:rPr>
                <a:t>Analisi</a:t>
              </a:r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20" name="Text 18"/>
          <p:cNvSpPr/>
          <p:nvPr/>
        </p:nvSpPr>
        <p:spPr>
          <a:xfrm>
            <a:off x="384630" y="1947866"/>
            <a:ext cx="56863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2809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Input: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19"/>
          <p:cNvSpPr/>
          <p:nvPr/>
        </p:nvSpPr>
        <p:spPr>
          <a:xfrm>
            <a:off x="1390470" y="1947866"/>
            <a:ext cx="16816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Dataset X ∈ ℝᴺˣᵈ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384630" y="2331914"/>
            <a:ext cx="6757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2809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Output: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1390470" y="2331914"/>
            <a:ext cx="16816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Proiezione X_PCA ∈ ℝᴺˣᵏ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384630" y="2715962"/>
            <a:ext cx="6757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2809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Obiettivo: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1390470" y="2715962"/>
            <a:ext cx="16816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Struttura latente condivisa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384630" y="3100010"/>
            <a:ext cx="6757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2809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Garanzia: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1390470" y="3100010"/>
            <a:ext cx="16816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Direzioni a varianza max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Shape 26"/>
          <p:cNvSpPr/>
          <p:nvPr/>
        </p:nvSpPr>
        <p:spPr>
          <a:xfrm>
            <a:off x="209006" y="4051553"/>
            <a:ext cx="8620034" cy="621792"/>
          </a:xfrm>
          <a:prstGeom prst="rect">
            <a:avLst/>
          </a:prstGeom>
          <a:solidFill>
            <a:srgbClr val="FFFFFF"/>
          </a:solidFill>
          <a:ln w="6350">
            <a:noFill/>
            <a:prstDash val="solid"/>
          </a:ln>
          <a:effectLst>
            <a:innerShdw blurRad="114300">
              <a:prstClr val="black"/>
            </a:innerShdw>
          </a:effectLst>
        </p:spPr>
        <p:txBody>
          <a:bodyPr/>
          <a:lstStyle/>
          <a:p>
            <a:endParaRPr lang="it-IT"/>
          </a:p>
        </p:txBody>
      </p:sp>
      <p:sp>
        <p:nvSpPr>
          <p:cNvPr id="29" name="Shape 27"/>
          <p:cNvSpPr/>
          <p:nvPr/>
        </p:nvSpPr>
        <p:spPr>
          <a:xfrm>
            <a:off x="209006" y="4051553"/>
            <a:ext cx="64882" cy="621792"/>
          </a:xfrm>
          <a:prstGeom prst="rect">
            <a:avLst/>
          </a:prstGeom>
          <a:solidFill>
            <a:srgbClr val="F0A500"/>
          </a:solidFill>
          <a:ln w="12700">
            <a:noFill/>
            <a:prstDash val="solid"/>
          </a:ln>
        </p:spPr>
        <p:txBody>
          <a:bodyPr/>
          <a:lstStyle/>
          <a:p>
            <a:endParaRPr lang="it-IT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391885" y="4124705"/>
            <a:ext cx="28085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it-IT" sz="11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PCA e SVD coincidono sul dataset centrato:</a:t>
            </a:r>
            <a:br>
              <a:rPr lang="it-IT" sz="11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sz="1100" b="1" dirty="0">
              <a:solidFill>
                <a:srgbClr val="0D1B4B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384630" y="4229100"/>
            <a:ext cx="8349224" cy="3985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dirty="0">
                <a:solidFill>
                  <a:srgbClr val="0D1B4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X̃ = UΣVᵀ</a:t>
            </a:r>
            <a:endParaRPr lang="it-IT" sz="1100" dirty="0">
              <a:solidFill>
                <a:srgbClr val="0D1B4B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it-IT" sz="1100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Le colonne di V definiscono le componenti principali e gli autovalori valgono </a:t>
            </a:r>
            <a:r>
              <a:rPr lang="it-IT" sz="1100" dirty="0" err="1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λ_i</a:t>
            </a:r>
            <a:r>
              <a:rPr lang="it-IT" sz="1100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 σ_i²/(N-1)</a:t>
            </a:r>
            <a:endParaRPr lang="en-US" sz="1100" b="1" dirty="0">
              <a:solidFill>
                <a:srgbClr val="0D1B4B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5067796" y="1310950"/>
            <a:ext cx="1328215" cy="517850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sz="1100" b="1" dirty="0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Input:</a:t>
            </a:r>
            <a:br>
              <a:rPr lang="en-US" sz="1100" b="1" dirty="0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</a:br>
            <a:r>
              <a:rPr lang="en-US" sz="1100" b="1" dirty="0" err="1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immagini</a:t>
            </a:r>
            <a:r>
              <a:rPr lang="en-US" sz="1100" b="1" dirty="0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</a:t>
            </a:r>
            <a:r>
              <a:rPr lang="en-US" sz="1100" b="1" dirty="0" err="1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vettorizzate</a:t>
            </a:r>
            <a:endParaRPr lang="it-IT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Shape 30">
            <a:extLst>
              <a:ext uri="{FF2B5EF4-FFF2-40B4-BE49-F238E27FC236}">
                <a16:creationId xmlns:a16="http://schemas.microsoft.com/office/drawing/2014/main" id="{BAD3820C-65E5-EF1E-45D3-D391C17D7711}"/>
              </a:ext>
            </a:extLst>
          </p:cNvPr>
          <p:cNvSpPr/>
          <p:nvPr/>
        </p:nvSpPr>
        <p:spPr>
          <a:xfrm>
            <a:off x="7235420" y="1308403"/>
            <a:ext cx="1328215" cy="517850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sz="1100" b="1" dirty="0" err="1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Centratura</a:t>
            </a:r>
            <a:endParaRPr lang="en-US" sz="1100" b="1" dirty="0">
              <a:solidFill>
                <a:srgbClr val="FFFFFF"/>
              </a:solidFill>
              <a:latin typeface="Times New Roman" panose="02020603050405020304" pitchFamily="18" charset="0"/>
              <a:ea typeface="Calibri" pitchFamily="34" charset="-122"/>
              <a:cs typeface="Times New Roman" panose="02020603050405020304" pitchFamily="18" charset="0"/>
            </a:endParaRPr>
          </a:p>
          <a:p>
            <a:pPr algn="ctr"/>
            <a:r>
              <a:rPr lang="en-US" sz="1100" b="1" dirty="0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X̃ = X - X̄</a:t>
            </a:r>
            <a:endParaRPr 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Shape 30">
            <a:extLst>
              <a:ext uri="{FF2B5EF4-FFF2-40B4-BE49-F238E27FC236}">
                <a16:creationId xmlns:a16="http://schemas.microsoft.com/office/drawing/2014/main" id="{C73B7F5C-85EA-0043-A26D-6B3FE7D2DD17}"/>
              </a:ext>
            </a:extLst>
          </p:cNvPr>
          <p:cNvSpPr/>
          <p:nvPr/>
        </p:nvSpPr>
        <p:spPr>
          <a:xfrm>
            <a:off x="7235420" y="2165268"/>
            <a:ext cx="1328215" cy="517850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sz="1100" b="1" dirty="0" err="1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Decomposizione</a:t>
            </a:r>
            <a:br>
              <a:rPr lang="en-US" sz="1100" b="1" dirty="0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</a:br>
            <a:r>
              <a:rPr lang="en-US" sz="1100" b="1" dirty="0">
                <a:solidFill>
                  <a:schemeClr val="bg1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X̃ = UΣVᵀ</a:t>
            </a:r>
            <a:endParaRPr lang="en-US" sz="11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Shape 30">
            <a:extLst>
              <a:ext uri="{FF2B5EF4-FFF2-40B4-BE49-F238E27FC236}">
                <a16:creationId xmlns:a16="http://schemas.microsoft.com/office/drawing/2014/main" id="{7DAA0E2A-F5FA-4D19-3803-D45FBBD1D1A7}"/>
              </a:ext>
            </a:extLst>
          </p:cNvPr>
          <p:cNvSpPr/>
          <p:nvPr/>
        </p:nvSpPr>
        <p:spPr>
          <a:xfrm>
            <a:off x="5067796" y="2165268"/>
            <a:ext cx="1328215" cy="517850"/>
          </a:xfrm>
          <a:prstGeom prst="rect">
            <a:avLst/>
          </a:prstGeom>
          <a:solidFill>
            <a:srgbClr val="0D1B4B"/>
          </a:solidFill>
          <a:ln w="12700">
            <a:noFill/>
            <a:prstDash val="solid"/>
          </a:ln>
        </p:spPr>
        <p:txBody>
          <a:bodyPr anchor="ctr"/>
          <a:lstStyle/>
          <a:p>
            <a:pPr algn="ctr"/>
            <a:r>
              <a:rPr lang="en-US" sz="1100" b="1" dirty="0" err="1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Componenti</a:t>
            </a:r>
            <a:r>
              <a:rPr lang="en-US" sz="1100" b="1" dirty="0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</a:t>
            </a:r>
            <a:r>
              <a:rPr lang="en-US" sz="1100" b="1" dirty="0" err="1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principali</a:t>
            </a:r>
            <a:endParaRPr 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Shape 30">
            <a:extLst>
              <a:ext uri="{FF2B5EF4-FFF2-40B4-BE49-F238E27FC236}">
                <a16:creationId xmlns:a16="http://schemas.microsoft.com/office/drawing/2014/main" id="{78D41D30-6504-7E3F-2F7F-B4B78265C1B3}"/>
              </a:ext>
            </a:extLst>
          </p:cNvPr>
          <p:cNvSpPr/>
          <p:nvPr/>
        </p:nvSpPr>
        <p:spPr>
          <a:xfrm>
            <a:off x="5067795" y="3033428"/>
            <a:ext cx="1328215" cy="517850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sz="1100" b="1" dirty="0" err="1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Proiezione</a:t>
            </a:r>
            <a:endParaRPr 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sz="1100" b="1" dirty="0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X · Vₖ</a:t>
            </a:r>
            <a:endParaRPr 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Shape 30">
            <a:extLst>
              <a:ext uri="{FF2B5EF4-FFF2-40B4-BE49-F238E27FC236}">
                <a16:creationId xmlns:a16="http://schemas.microsoft.com/office/drawing/2014/main" id="{278812FC-C910-533C-C4B9-6581F39486BD}"/>
              </a:ext>
            </a:extLst>
          </p:cNvPr>
          <p:cNvSpPr/>
          <p:nvPr/>
        </p:nvSpPr>
        <p:spPr>
          <a:xfrm>
            <a:off x="7244501" y="3037677"/>
            <a:ext cx="1328215" cy="517850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sz="1100" b="1" dirty="0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Output: </a:t>
            </a:r>
            <a:br>
              <a:rPr lang="en-US" sz="1100" b="1" dirty="0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</a:br>
            <a:r>
              <a:rPr lang="en-US" sz="1100" b="1" dirty="0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X_PCA </a:t>
            </a:r>
            <a:endParaRPr 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9" name="Freccia a destra 58">
            <a:extLst>
              <a:ext uri="{FF2B5EF4-FFF2-40B4-BE49-F238E27FC236}">
                <a16:creationId xmlns:a16="http://schemas.microsoft.com/office/drawing/2014/main" id="{5209CE2E-3B69-E549-83D6-C0CE8CFACD2F}"/>
              </a:ext>
            </a:extLst>
          </p:cNvPr>
          <p:cNvSpPr/>
          <p:nvPr/>
        </p:nvSpPr>
        <p:spPr>
          <a:xfrm>
            <a:off x="6620256" y="1477643"/>
            <a:ext cx="426720" cy="212386"/>
          </a:xfrm>
          <a:prstGeom prst="rightArrow">
            <a:avLst/>
          </a:prstGeom>
          <a:solidFill>
            <a:srgbClr val="02809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0" name="Freccia a destra 59">
            <a:extLst>
              <a:ext uri="{FF2B5EF4-FFF2-40B4-BE49-F238E27FC236}">
                <a16:creationId xmlns:a16="http://schemas.microsoft.com/office/drawing/2014/main" id="{26629598-51A8-C830-836C-536A64803C1B}"/>
              </a:ext>
            </a:extLst>
          </p:cNvPr>
          <p:cNvSpPr/>
          <p:nvPr/>
        </p:nvSpPr>
        <p:spPr>
          <a:xfrm rot="10800000">
            <a:off x="6597814" y="2343419"/>
            <a:ext cx="426720" cy="212386"/>
          </a:xfrm>
          <a:prstGeom prst="rightArrow">
            <a:avLst/>
          </a:prstGeom>
          <a:solidFill>
            <a:srgbClr val="02809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1" name="Freccia a destra 60">
            <a:extLst>
              <a:ext uri="{FF2B5EF4-FFF2-40B4-BE49-F238E27FC236}">
                <a16:creationId xmlns:a16="http://schemas.microsoft.com/office/drawing/2014/main" id="{F28CA187-3777-F4D4-2360-19628DCC732A}"/>
              </a:ext>
            </a:extLst>
          </p:cNvPr>
          <p:cNvSpPr/>
          <p:nvPr/>
        </p:nvSpPr>
        <p:spPr>
          <a:xfrm>
            <a:off x="6606895" y="3186160"/>
            <a:ext cx="426720" cy="212386"/>
          </a:xfrm>
          <a:prstGeom prst="rightArrow">
            <a:avLst/>
          </a:prstGeom>
          <a:solidFill>
            <a:srgbClr val="02809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2" name="Freccia a destra 61">
            <a:extLst>
              <a:ext uri="{FF2B5EF4-FFF2-40B4-BE49-F238E27FC236}">
                <a16:creationId xmlns:a16="http://schemas.microsoft.com/office/drawing/2014/main" id="{E845574A-B7CD-29D3-C520-25F212EBEA31}"/>
              </a:ext>
            </a:extLst>
          </p:cNvPr>
          <p:cNvSpPr/>
          <p:nvPr/>
        </p:nvSpPr>
        <p:spPr>
          <a:xfrm rot="5400000">
            <a:off x="7779358" y="1916386"/>
            <a:ext cx="258500" cy="164740"/>
          </a:xfrm>
          <a:prstGeom prst="rightArrow">
            <a:avLst/>
          </a:prstGeom>
          <a:solidFill>
            <a:srgbClr val="02809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3" name="Freccia a destra 62">
            <a:extLst>
              <a:ext uri="{FF2B5EF4-FFF2-40B4-BE49-F238E27FC236}">
                <a16:creationId xmlns:a16="http://schemas.microsoft.com/office/drawing/2014/main" id="{B146E8C1-3342-4D65-B679-44FAD4561312}"/>
              </a:ext>
            </a:extLst>
          </p:cNvPr>
          <p:cNvSpPr/>
          <p:nvPr/>
        </p:nvSpPr>
        <p:spPr>
          <a:xfrm rot="5400000">
            <a:off x="5602652" y="2790814"/>
            <a:ext cx="258500" cy="164740"/>
          </a:xfrm>
          <a:prstGeom prst="rightArrow">
            <a:avLst/>
          </a:prstGeom>
          <a:solidFill>
            <a:srgbClr val="02809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387485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878255-9A85-5F73-9988-2C8AF25A09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AFB5741C-8E84-C9B5-0D9A-072906C56B9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9144000" cy="914400"/>
          </a:xfrm>
          <a:prstGeom prst="rect">
            <a:avLst/>
          </a:prstGeom>
          <a:gradFill flip="none" rotWithShape="1">
            <a:gsLst>
              <a:gs pos="24000">
                <a:srgbClr val="0D1B4B"/>
              </a:gs>
              <a:gs pos="100000">
                <a:schemeClr val="accent1">
                  <a:lumMod val="45000"/>
                  <a:lumOff val="55000"/>
                </a:schemeClr>
              </a:gs>
              <a:gs pos="9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pPr algn="ctr"/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8F59CDFF-8D9B-EADA-882C-464AF5D143E8}"/>
              </a:ext>
            </a:extLst>
          </p:cNvPr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E03DC165-7503-657D-D74B-9A23BB57B5AC}"/>
              </a:ext>
            </a:extLst>
          </p:cNvPr>
          <p:cNvSpPr/>
          <p:nvPr/>
        </p:nvSpPr>
        <p:spPr>
          <a:xfrm>
            <a:off x="3102285" y="170424"/>
            <a:ext cx="293943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it-IT"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PCA - </a:t>
            </a:r>
            <a:r>
              <a:rPr lang="it-IT" sz="2200" b="1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Implementazione</a:t>
            </a:r>
          </a:p>
        </p:txBody>
      </p:sp>
      <p:pic>
        <p:nvPicPr>
          <p:cNvPr id="21" name="Immagine 20">
            <a:extLst>
              <a:ext uri="{FF2B5EF4-FFF2-40B4-BE49-F238E27FC236}">
                <a16:creationId xmlns:a16="http://schemas.microsoft.com/office/drawing/2014/main" id="{AC37A2F5-F578-4B39-52F7-7589AA5689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8952" y="-259528"/>
            <a:ext cx="1377647" cy="1390257"/>
          </a:xfrm>
          <a:prstGeom prst="rect">
            <a:avLst/>
          </a:prstGeom>
        </p:spPr>
      </p:pic>
      <p:pic>
        <p:nvPicPr>
          <p:cNvPr id="28" name="Immagine 27">
            <a:extLst>
              <a:ext uri="{FF2B5EF4-FFF2-40B4-BE49-F238E27FC236}">
                <a16:creationId xmlns:a16="http://schemas.microsoft.com/office/drawing/2014/main" id="{D8D43C53-68F9-9A02-647F-B89D8D00AB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401" y="81880"/>
            <a:ext cx="779053" cy="772472"/>
          </a:xfrm>
          <a:prstGeom prst="rect">
            <a:avLst/>
          </a:prstGeom>
        </p:spPr>
      </p:pic>
      <p:grpSp>
        <p:nvGrpSpPr>
          <p:cNvPr id="15" name="Gruppo 14">
            <a:extLst>
              <a:ext uri="{FF2B5EF4-FFF2-40B4-BE49-F238E27FC236}">
                <a16:creationId xmlns:a16="http://schemas.microsoft.com/office/drawing/2014/main" id="{10D38203-0BD5-A3BF-BAD1-475A777D561C}"/>
              </a:ext>
            </a:extLst>
          </p:cNvPr>
          <p:cNvGrpSpPr/>
          <p:nvPr/>
        </p:nvGrpSpPr>
        <p:grpSpPr>
          <a:xfrm>
            <a:off x="5229775" y="3510160"/>
            <a:ext cx="3753278" cy="1475688"/>
            <a:chOff x="5172043" y="3404490"/>
            <a:chExt cx="3804556" cy="1495849"/>
          </a:xfrm>
        </p:grpSpPr>
        <p:grpSp>
          <p:nvGrpSpPr>
            <p:cNvPr id="13" name="Gruppo 12">
              <a:extLst>
                <a:ext uri="{FF2B5EF4-FFF2-40B4-BE49-F238E27FC236}">
                  <a16:creationId xmlns:a16="http://schemas.microsoft.com/office/drawing/2014/main" id="{8726805D-3C5F-249E-82AD-8047AB6B9127}"/>
                </a:ext>
              </a:extLst>
            </p:cNvPr>
            <p:cNvGrpSpPr/>
            <p:nvPr/>
          </p:nvGrpSpPr>
          <p:grpSpPr>
            <a:xfrm>
              <a:off x="5172043" y="3404490"/>
              <a:ext cx="3804556" cy="1495849"/>
              <a:chOff x="5172043" y="3404490"/>
              <a:chExt cx="3804556" cy="1495849"/>
            </a:xfrm>
          </p:grpSpPr>
          <p:pic>
            <p:nvPicPr>
              <p:cNvPr id="8" name="Immagine 7">
                <a:extLst>
                  <a:ext uri="{FF2B5EF4-FFF2-40B4-BE49-F238E27FC236}">
                    <a16:creationId xmlns:a16="http://schemas.microsoft.com/office/drawing/2014/main" id="{B32FD0E1-54A2-71AC-8C8E-4076CE42295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5172043" y="3737738"/>
                <a:ext cx="3804556" cy="1162601"/>
              </a:xfrm>
              <a:prstGeom prst="rect">
                <a:avLst/>
              </a:prstGeom>
            </p:spPr>
          </p:pic>
          <p:sp>
            <p:nvSpPr>
              <p:cNvPr id="10" name="Shape 6">
                <a:extLst>
                  <a:ext uri="{FF2B5EF4-FFF2-40B4-BE49-F238E27FC236}">
                    <a16:creationId xmlns:a16="http://schemas.microsoft.com/office/drawing/2014/main" id="{2C1975C8-366B-586E-6341-1B89EB6E7487}"/>
                  </a:ext>
                </a:extLst>
              </p:cNvPr>
              <p:cNvSpPr/>
              <p:nvPr/>
            </p:nvSpPr>
            <p:spPr>
              <a:xfrm>
                <a:off x="5172043" y="3404490"/>
                <a:ext cx="3804555" cy="384048"/>
              </a:xfrm>
              <a:prstGeom prst="rect">
                <a:avLst/>
              </a:prstGeom>
              <a:solidFill>
                <a:srgbClr val="1E2D40"/>
              </a:solidFill>
              <a:ln w="12700">
                <a:noFill/>
                <a:prstDash val="solid"/>
              </a:ln>
            </p:spPr>
            <p:txBody>
              <a:bodyPr/>
              <a:lstStyle/>
              <a:p>
                <a:endParaRPr lang="it-IT" dirty="0"/>
              </a:p>
            </p:txBody>
          </p:sp>
          <p:sp>
            <p:nvSpPr>
              <p:cNvPr id="12" name="Text 7">
                <a:extLst>
                  <a:ext uri="{FF2B5EF4-FFF2-40B4-BE49-F238E27FC236}">
                    <a16:creationId xmlns:a16="http://schemas.microsoft.com/office/drawing/2014/main" id="{E740EFBE-9993-87DD-8776-4F61D96AF670}"/>
                  </a:ext>
                </a:extLst>
              </p:cNvPr>
              <p:cNvSpPr/>
              <p:nvPr/>
            </p:nvSpPr>
            <p:spPr>
              <a:xfrm>
                <a:off x="5261751" y="3410265"/>
                <a:ext cx="2854236" cy="38404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100" dirty="0">
                    <a:solidFill>
                      <a:srgbClr val="02C39A"/>
                    </a:solidFill>
                    <a:latin typeface="Consolas" pitchFamily="34" charset="0"/>
                  </a:rPr>
                  <a:t>medical_image_svd_pca.ipynb</a:t>
                </a:r>
                <a:endParaRPr lang="en-US" sz="1100" dirty="0"/>
              </a:p>
            </p:txBody>
          </p:sp>
        </p:grpSp>
        <p:pic>
          <p:nvPicPr>
            <p:cNvPr id="14" name="Immagine 13">
              <a:extLst>
                <a:ext uri="{FF2B5EF4-FFF2-40B4-BE49-F238E27FC236}">
                  <a16:creationId xmlns:a16="http://schemas.microsoft.com/office/drawing/2014/main" id="{B197687B-263A-E996-890C-CB7EAC01B4E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8188952" y="3433306"/>
              <a:ext cx="682705" cy="682705"/>
            </a:xfrm>
            <a:prstGeom prst="rect">
              <a:avLst/>
            </a:prstGeom>
          </p:spPr>
        </p:pic>
      </p:grpSp>
      <p:grpSp>
        <p:nvGrpSpPr>
          <p:cNvPr id="55" name="Gruppo 54">
            <a:extLst>
              <a:ext uri="{FF2B5EF4-FFF2-40B4-BE49-F238E27FC236}">
                <a16:creationId xmlns:a16="http://schemas.microsoft.com/office/drawing/2014/main" id="{12089550-8A37-171C-57ED-C4D9F1F3EFBD}"/>
              </a:ext>
            </a:extLst>
          </p:cNvPr>
          <p:cNvGrpSpPr/>
          <p:nvPr/>
        </p:nvGrpSpPr>
        <p:grpSpPr>
          <a:xfrm>
            <a:off x="80803" y="1045221"/>
            <a:ext cx="5062374" cy="2444778"/>
            <a:chOff x="946452" y="1309278"/>
            <a:chExt cx="6412632" cy="2783812"/>
          </a:xfrm>
        </p:grpSpPr>
        <p:grpSp>
          <p:nvGrpSpPr>
            <p:cNvPr id="16" name="Gruppo 15">
              <a:extLst>
                <a:ext uri="{FF2B5EF4-FFF2-40B4-BE49-F238E27FC236}">
                  <a16:creationId xmlns:a16="http://schemas.microsoft.com/office/drawing/2014/main" id="{7246F57A-6F61-9743-9346-B1DDBBEB1B10}"/>
                </a:ext>
              </a:extLst>
            </p:cNvPr>
            <p:cNvGrpSpPr/>
            <p:nvPr/>
          </p:nvGrpSpPr>
          <p:grpSpPr>
            <a:xfrm>
              <a:off x="946452" y="1309278"/>
              <a:ext cx="6412632" cy="2783812"/>
              <a:chOff x="58782" y="1186761"/>
              <a:chExt cx="3472208" cy="1876438"/>
            </a:xfrm>
          </p:grpSpPr>
          <p:sp>
            <p:nvSpPr>
              <p:cNvPr id="52" name="Shape 6">
                <a:extLst>
                  <a:ext uri="{FF2B5EF4-FFF2-40B4-BE49-F238E27FC236}">
                    <a16:creationId xmlns:a16="http://schemas.microsoft.com/office/drawing/2014/main" id="{3489ACF6-FCB6-B2C3-BA06-4DF932144A4F}"/>
                  </a:ext>
                </a:extLst>
              </p:cNvPr>
              <p:cNvSpPr/>
              <p:nvPr/>
            </p:nvSpPr>
            <p:spPr>
              <a:xfrm>
                <a:off x="58782" y="1186761"/>
                <a:ext cx="3472207" cy="306593"/>
              </a:xfrm>
              <a:prstGeom prst="rect">
                <a:avLst/>
              </a:prstGeom>
              <a:solidFill>
                <a:srgbClr val="1E2D40"/>
              </a:solidFill>
              <a:ln w="12700">
                <a:solidFill>
                  <a:srgbClr val="1E2D40"/>
                </a:solidFill>
                <a:prstDash val="solid"/>
              </a:ln>
            </p:spPr>
            <p:txBody>
              <a:bodyPr anchor="ctr"/>
              <a:lstStyle/>
              <a:p>
                <a:r>
                  <a:rPr lang="en-US" sz="1100" dirty="0">
                    <a:solidFill>
                      <a:srgbClr val="02C39A"/>
                    </a:solidFill>
                    <a:latin typeface="Consolas" pitchFamily="34" charset="0"/>
                    <a:ea typeface="Consolas" pitchFamily="34" charset="-122"/>
                    <a:cs typeface="Consolas" pitchFamily="34" charset="-120"/>
                  </a:rPr>
                  <a:t>pca_engine.py</a:t>
                </a:r>
                <a:endParaRPr lang="en-US" sz="1100" dirty="0"/>
              </a:p>
            </p:txBody>
          </p:sp>
          <p:sp>
            <p:nvSpPr>
              <p:cNvPr id="50" name="Shape 8">
                <a:extLst>
                  <a:ext uri="{FF2B5EF4-FFF2-40B4-BE49-F238E27FC236}">
                    <a16:creationId xmlns:a16="http://schemas.microsoft.com/office/drawing/2014/main" id="{3FBD45B8-60DB-A5A9-31F4-432B421F09A7}"/>
                  </a:ext>
                </a:extLst>
              </p:cNvPr>
              <p:cNvSpPr/>
              <p:nvPr/>
            </p:nvSpPr>
            <p:spPr>
              <a:xfrm>
                <a:off x="58783" y="1483008"/>
                <a:ext cx="3472207" cy="1580191"/>
              </a:xfrm>
              <a:prstGeom prst="rect">
                <a:avLst/>
              </a:prstGeom>
              <a:solidFill>
                <a:srgbClr val="0D1B2A"/>
              </a:solidFill>
              <a:ln w="12700">
                <a:solidFill>
                  <a:srgbClr val="0D1B2A"/>
                </a:solidFill>
                <a:prstDash val="solid"/>
              </a:ln>
            </p:spPr>
            <p:txBody>
              <a:bodyPr/>
              <a:lstStyle/>
              <a:p>
                <a:endParaRPr lang="it-IT" dirty="0"/>
              </a:p>
            </p:txBody>
          </p:sp>
        </p:grpSp>
        <p:sp>
          <p:nvSpPr>
            <p:cNvPr id="54" name="CasellaDiTesto 53">
              <a:extLst>
                <a:ext uri="{FF2B5EF4-FFF2-40B4-BE49-F238E27FC236}">
                  <a16:creationId xmlns:a16="http://schemas.microsoft.com/office/drawing/2014/main" id="{5C5323CC-FBA1-015F-1E1D-513209BC9670}"/>
                </a:ext>
              </a:extLst>
            </p:cNvPr>
            <p:cNvSpPr txBox="1"/>
            <p:nvPr/>
          </p:nvSpPr>
          <p:spPr>
            <a:xfrm>
              <a:off x="946453" y="1818992"/>
              <a:ext cx="6412631" cy="211659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800" dirty="0" err="1">
                  <a:solidFill>
                    <a:srgbClr val="89DDFF"/>
                  </a:solidFill>
                  <a:latin typeface="Consolas" panose="020B0609020204030204" pitchFamily="49" charset="0"/>
                </a:rPr>
                <a:t>def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 </a:t>
              </a:r>
              <a:r>
                <a:rPr lang="it-IT" sz="800" dirty="0" err="1">
                  <a:solidFill>
                    <a:srgbClr val="82AAFF"/>
                  </a:solidFill>
                  <a:latin typeface="Consolas" panose="020B0609020204030204" pitchFamily="49" charset="0"/>
                </a:rPr>
                <a:t>run_pca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(</a:t>
              </a:r>
            </a:p>
            <a:p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    </a:t>
              </a:r>
              <a:r>
                <a:rPr lang="it-IT" sz="800" dirty="0" err="1">
                  <a:solidFill>
                    <a:srgbClr val="89DDFF"/>
                  </a:solidFill>
                  <a:latin typeface="Consolas" panose="020B0609020204030204" pitchFamily="49" charset="0"/>
                </a:rPr>
                <a:t>all_images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: </a:t>
              </a:r>
              <a:r>
                <a:rPr lang="it-IT" sz="800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np.ndarray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,</a:t>
              </a:r>
            </a:p>
            <a:p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    </a:t>
              </a:r>
              <a:r>
                <a:rPr lang="it-IT" sz="800" dirty="0" err="1">
                  <a:solidFill>
                    <a:srgbClr val="89DDFF"/>
                  </a:solidFill>
                  <a:latin typeface="Consolas" panose="020B0609020204030204" pitchFamily="49" charset="0"/>
                </a:rPr>
                <a:t>n_components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: </a:t>
              </a:r>
              <a:r>
                <a:rPr lang="it-IT" sz="800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int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 = PCA_N_COMPONENTS</a:t>
              </a:r>
            </a:p>
            <a:p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) -&gt; </a:t>
              </a:r>
              <a:r>
                <a:rPr lang="it-IT" sz="800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tuple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[PCA, </a:t>
              </a:r>
              <a:r>
                <a:rPr lang="it-IT" sz="800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np.ndarray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]:</a:t>
              </a:r>
            </a:p>
            <a:p>
              <a:endParaRPr lang="it-IT" sz="800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  <a:p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    X = </a:t>
              </a:r>
              <a:r>
                <a:rPr lang="it-IT" sz="800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all_images.reshape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(</a:t>
              </a:r>
              <a:r>
                <a:rPr lang="it-IT" sz="800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all_images.shape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[</a:t>
              </a:r>
              <a:r>
                <a:rPr lang="it-IT" sz="800" dirty="0">
                  <a:solidFill>
                    <a:srgbClr val="F0A500"/>
                  </a:solidFill>
                  <a:latin typeface="Consolas" panose="020B0609020204030204" pitchFamily="49" charset="0"/>
                </a:rPr>
                <a:t>0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], </a:t>
              </a:r>
              <a:r>
                <a:rPr lang="it-IT" sz="800" dirty="0">
                  <a:solidFill>
                    <a:srgbClr val="F0A500"/>
                  </a:solidFill>
                  <a:latin typeface="Consolas" panose="020B0609020204030204" pitchFamily="49" charset="0"/>
                </a:rPr>
                <a:t>-1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)</a:t>
              </a:r>
            </a:p>
            <a:p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    </a:t>
              </a:r>
              <a:r>
                <a:rPr lang="it-IT" sz="800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print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(</a:t>
              </a:r>
              <a:r>
                <a:rPr lang="it-IT" sz="800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f"Matrice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 dati X: {</a:t>
              </a:r>
              <a:r>
                <a:rPr lang="it-IT" sz="800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X.shape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}  ({</a:t>
              </a:r>
              <a:r>
                <a:rPr lang="it-IT" sz="800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X.shape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[</a:t>
              </a:r>
              <a:r>
                <a:rPr lang="it-IT" sz="800" dirty="0">
                  <a:solidFill>
                    <a:srgbClr val="F0A500"/>
                  </a:solidFill>
                  <a:latin typeface="Consolas" panose="020B0609020204030204" pitchFamily="49" charset="0"/>
                </a:rPr>
                <a:t>0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]} campioni, {</a:t>
              </a:r>
              <a:r>
                <a:rPr lang="it-IT" sz="800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X.shape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[</a:t>
              </a:r>
              <a:r>
                <a:rPr lang="it-IT" sz="800" dirty="0">
                  <a:solidFill>
                    <a:srgbClr val="F0A500"/>
                  </a:solidFill>
                  <a:latin typeface="Consolas" panose="020B0609020204030204" pitchFamily="49" charset="0"/>
                </a:rPr>
                <a:t>1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]} features)")</a:t>
              </a:r>
            </a:p>
            <a:p>
              <a:endParaRPr lang="it-IT" sz="800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  <a:p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    </a:t>
              </a:r>
              <a:r>
                <a:rPr lang="it-IT" sz="800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pca_model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 = PCA(</a:t>
              </a:r>
              <a:r>
                <a:rPr lang="it-IT" sz="800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n_components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=</a:t>
              </a:r>
              <a:r>
                <a:rPr lang="it-IT" sz="800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n_components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)</a:t>
              </a:r>
            </a:p>
            <a:p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    </a:t>
              </a:r>
              <a:r>
                <a:rPr lang="it-IT" sz="800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X_pca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 = </a:t>
              </a:r>
              <a:r>
                <a:rPr lang="it-IT" sz="800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pca_model.fit_transform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(X)</a:t>
              </a:r>
            </a:p>
            <a:p>
              <a:endParaRPr lang="it-IT" sz="800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  <a:p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    </a:t>
              </a:r>
              <a:r>
                <a:rPr lang="it-IT" sz="800" dirty="0" err="1">
                  <a:solidFill>
                    <a:srgbClr val="82AAFF"/>
                  </a:solidFill>
                  <a:latin typeface="Consolas" panose="020B0609020204030204" pitchFamily="49" charset="0"/>
                </a:rPr>
                <a:t>print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(f"\</a:t>
              </a:r>
              <a:r>
                <a:rPr lang="it-IT" sz="800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nVarianza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 spiegata dalle prime {</a:t>
              </a:r>
              <a:r>
                <a:rPr lang="it-IT" sz="800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n_components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} componenti: "</a:t>
              </a:r>
            </a:p>
            <a:p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          f"{</a:t>
              </a:r>
              <a:r>
                <a:rPr lang="it-IT" sz="800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pca_model.explained_variance_ratio_.sum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()</a:t>
              </a:r>
              <a:r>
                <a:rPr lang="it-IT" sz="800" dirty="0">
                  <a:solidFill>
                    <a:srgbClr val="F0A500"/>
                  </a:solidFill>
                  <a:latin typeface="Consolas" panose="020B0609020204030204" pitchFamily="49" charset="0"/>
                </a:rPr>
                <a:t>:.2%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}")</a:t>
              </a:r>
            </a:p>
            <a:p>
              <a:endParaRPr lang="it-IT" sz="800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  <a:p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    </a:t>
              </a:r>
              <a:r>
                <a:rPr lang="it-IT" sz="800" dirty="0" err="1">
                  <a:solidFill>
                    <a:srgbClr val="89DDFF"/>
                  </a:solidFill>
                  <a:latin typeface="Consolas" panose="020B0609020204030204" pitchFamily="49" charset="0"/>
                </a:rPr>
                <a:t>return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 </a:t>
              </a:r>
              <a:r>
                <a:rPr lang="it-IT" sz="800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pca_model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, </a:t>
              </a:r>
              <a:r>
                <a:rPr lang="it-IT" sz="800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X_pca</a:t>
              </a:r>
              <a:endParaRPr lang="it-IT" sz="800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</p:txBody>
        </p:sp>
      </p:grpSp>
      <p:grpSp>
        <p:nvGrpSpPr>
          <p:cNvPr id="60" name="Gruppo 59">
            <a:extLst>
              <a:ext uri="{FF2B5EF4-FFF2-40B4-BE49-F238E27FC236}">
                <a16:creationId xmlns:a16="http://schemas.microsoft.com/office/drawing/2014/main" id="{3A39BFAE-9E54-03C3-A008-599E78D2437C}"/>
              </a:ext>
            </a:extLst>
          </p:cNvPr>
          <p:cNvGrpSpPr/>
          <p:nvPr/>
        </p:nvGrpSpPr>
        <p:grpSpPr>
          <a:xfrm>
            <a:off x="5944107" y="1081792"/>
            <a:ext cx="3030471" cy="1115761"/>
            <a:chOff x="4572000" y="1160880"/>
            <a:chExt cx="2060917" cy="1115761"/>
          </a:xfrm>
        </p:grpSpPr>
        <p:sp>
          <p:nvSpPr>
            <p:cNvPr id="61" name="Rettangolo 60">
              <a:extLst>
                <a:ext uri="{FF2B5EF4-FFF2-40B4-BE49-F238E27FC236}">
                  <a16:creationId xmlns:a16="http://schemas.microsoft.com/office/drawing/2014/main" id="{B9EB2B1B-DBB8-E240-C813-006F6EDC3779}"/>
                </a:ext>
              </a:extLst>
            </p:cNvPr>
            <p:cNvSpPr/>
            <p:nvPr/>
          </p:nvSpPr>
          <p:spPr>
            <a:xfrm>
              <a:off x="4572000" y="1160880"/>
              <a:ext cx="2060917" cy="1115761"/>
            </a:xfrm>
            <a:prstGeom prst="rect">
              <a:avLst/>
            </a:prstGeom>
            <a:solidFill>
              <a:srgbClr val="0D1B4B">
                <a:alpha val="64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2" name="CasellaDiTesto 61">
              <a:extLst>
                <a:ext uri="{FF2B5EF4-FFF2-40B4-BE49-F238E27FC236}">
                  <a16:creationId xmlns:a16="http://schemas.microsoft.com/office/drawing/2014/main" id="{D53E89EC-3887-C7A1-7617-512AAD6F3E3B}"/>
                </a:ext>
              </a:extLst>
            </p:cNvPr>
            <p:cNvSpPr txBox="1"/>
            <p:nvPr/>
          </p:nvSpPr>
          <p:spPr>
            <a:xfrm>
              <a:off x="4935616" y="1209817"/>
              <a:ext cx="147767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1200" b="1" dirty="0">
                  <a:solidFill>
                    <a:srgbClr val="0D1B4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Vettorizzazione del Dataset</a:t>
              </a:r>
            </a:p>
          </p:txBody>
        </p:sp>
        <p:sp>
          <p:nvSpPr>
            <p:cNvPr id="63" name="CasellaDiTesto 62">
              <a:extLst>
                <a:ext uri="{FF2B5EF4-FFF2-40B4-BE49-F238E27FC236}">
                  <a16:creationId xmlns:a16="http://schemas.microsoft.com/office/drawing/2014/main" id="{1AAFF7EC-4BF3-DEE0-228C-BDFFBD32736A}"/>
                </a:ext>
              </a:extLst>
            </p:cNvPr>
            <p:cNvSpPr txBox="1"/>
            <p:nvPr/>
          </p:nvSpPr>
          <p:spPr>
            <a:xfrm>
              <a:off x="4606075" y="1460049"/>
              <a:ext cx="1992760" cy="76944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sz="11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Per poter analizzare statisticamente le griglie di pixel (2D), il codice le appiattisce trasformandole in lunghi vettori riga. Questo crea una matrice di dati gigante.</a:t>
              </a:r>
            </a:p>
          </p:txBody>
        </p:sp>
      </p:grpSp>
      <p:grpSp>
        <p:nvGrpSpPr>
          <p:cNvPr id="64" name="Gruppo 63">
            <a:extLst>
              <a:ext uri="{FF2B5EF4-FFF2-40B4-BE49-F238E27FC236}">
                <a16:creationId xmlns:a16="http://schemas.microsoft.com/office/drawing/2014/main" id="{B7B2FAA5-DF27-7377-42B4-74D4876117CB}"/>
              </a:ext>
            </a:extLst>
          </p:cNvPr>
          <p:cNvGrpSpPr/>
          <p:nvPr/>
        </p:nvGrpSpPr>
        <p:grpSpPr>
          <a:xfrm>
            <a:off x="5930869" y="2283327"/>
            <a:ext cx="3045730" cy="1115761"/>
            <a:chOff x="6919901" y="1160880"/>
            <a:chExt cx="2056698" cy="1115761"/>
          </a:xfrm>
        </p:grpSpPr>
        <p:sp>
          <p:nvSpPr>
            <p:cNvPr id="65" name="Rettangolo 64">
              <a:extLst>
                <a:ext uri="{FF2B5EF4-FFF2-40B4-BE49-F238E27FC236}">
                  <a16:creationId xmlns:a16="http://schemas.microsoft.com/office/drawing/2014/main" id="{5104F9BB-33A5-01CB-EC07-D0D9BD093E05}"/>
                </a:ext>
              </a:extLst>
            </p:cNvPr>
            <p:cNvSpPr/>
            <p:nvPr/>
          </p:nvSpPr>
          <p:spPr>
            <a:xfrm>
              <a:off x="6919901" y="1160880"/>
              <a:ext cx="2056698" cy="1115761"/>
            </a:xfrm>
            <a:prstGeom prst="rect">
              <a:avLst/>
            </a:prstGeom>
            <a:solidFill>
              <a:srgbClr val="0D1B4B">
                <a:alpha val="64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6" name="CasellaDiTesto 65">
              <a:extLst>
                <a:ext uri="{FF2B5EF4-FFF2-40B4-BE49-F238E27FC236}">
                  <a16:creationId xmlns:a16="http://schemas.microsoft.com/office/drawing/2014/main" id="{2FABFDBA-9138-A800-9F37-41B3916BFC77}"/>
                </a:ext>
              </a:extLst>
            </p:cNvPr>
            <p:cNvSpPr txBox="1"/>
            <p:nvPr/>
          </p:nvSpPr>
          <p:spPr>
            <a:xfrm>
              <a:off x="6919901" y="1203050"/>
              <a:ext cx="205669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sz="1200" b="1" dirty="0">
                  <a:solidFill>
                    <a:srgbClr val="0D1B4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Sintesi dell'Informazione</a:t>
              </a:r>
            </a:p>
          </p:txBody>
        </p:sp>
        <p:sp>
          <p:nvSpPr>
            <p:cNvPr id="67" name="CasellaDiTesto 66">
              <a:extLst>
                <a:ext uri="{FF2B5EF4-FFF2-40B4-BE49-F238E27FC236}">
                  <a16:creationId xmlns:a16="http://schemas.microsoft.com/office/drawing/2014/main" id="{6E33D9E6-D81A-EEAD-7992-B3A05987A7CE}"/>
                </a:ext>
              </a:extLst>
            </p:cNvPr>
            <p:cNvSpPr txBox="1"/>
            <p:nvPr/>
          </p:nvSpPr>
          <p:spPr>
            <a:xfrm>
              <a:off x="6919901" y="1449303"/>
              <a:ext cx="2050366" cy="76944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sz="11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In questa fase avviene la riduzione dimensionale vera e propria. Il modello PCA identifica i pattern ricorrenti e condensa migliaia di pixel in un piccolo numero di componenti principali.</a:t>
              </a:r>
            </a:p>
          </p:txBody>
        </p:sp>
      </p:grpSp>
      <p:sp>
        <p:nvSpPr>
          <p:cNvPr id="68" name="Freccia a destra 67">
            <a:extLst>
              <a:ext uri="{FF2B5EF4-FFF2-40B4-BE49-F238E27FC236}">
                <a16:creationId xmlns:a16="http://schemas.microsoft.com/office/drawing/2014/main" id="{090A0129-2D7E-41A1-6B38-BCA34701CE9C}"/>
              </a:ext>
            </a:extLst>
          </p:cNvPr>
          <p:cNvSpPr/>
          <p:nvPr/>
        </p:nvSpPr>
        <p:spPr>
          <a:xfrm>
            <a:off x="5229775" y="2460665"/>
            <a:ext cx="656275" cy="262128"/>
          </a:xfrm>
          <a:prstGeom prst="rightArrow">
            <a:avLst/>
          </a:prstGeom>
          <a:solidFill>
            <a:srgbClr val="0D1B4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69" name="Freccia a destra 68">
            <a:extLst>
              <a:ext uri="{FF2B5EF4-FFF2-40B4-BE49-F238E27FC236}">
                <a16:creationId xmlns:a16="http://schemas.microsoft.com/office/drawing/2014/main" id="{1A3EB09F-884E-6107-5964-6D38150E2115}"/>
              </a:ext>
            </a:extLst>
          </p:cNvPr>
          <p:cNvSpPr/>
          <p:nvPr/>
        </p:nvSpPr>
        <p:spPr>
          <a:xfrm rot="5400000">
            <a:off x="2192361" y="3618045"/>
            <a:ext cx="380156" cy="262128"/>
          </a:xfrm>
          <a:prstGeom prst="rightArrow">
            <a:avLst/>
          </a:prstGeom>
          <a:solidFill>
            <a:srgbClr val="0D1B4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grpSp>
        <p:nvGrpSpPr>
          <p:cNvPr id="70" name="Gruppo 69">
            <a:extLst>
              <a:ext uri="{FF2B5EF4-FFF2-40B4-BE49-F238E27FC236}">
                <a16:creationId xmlns:a16="http://schemas.microsoft.com/office/drawing/2014/main" id="{5C8E621B-6A20-BB5E-6F59-09B40706105A}"/>
              </a:ext>
            </a:extLst>
          </p:cNvPr>
          <p:cNvGrpSpPr/>
          <p:nvPr/>
        </p:nvGrpSpPr>
        <p:grpSpPr>
          <a:xfrm>
            <a:off x="286833" y="3953186"/>
            <a:ext cx="4191212" cy="1032662"/>
            <a:chOff x="327270" y="3844138"/>
            <a:chExt cx="4191212" cy="1217482"/>
          </a:xfrm>
        </p:grpSpPr>
        <p:sp>
          <p:nvSpPr>
            <p:cNvPr id="71" name="Rettangolo 70">
              <a:extLst>
                <a:ext uri="{FF2B5EF4-FFF2-40B4-BE49-F238E27FC236}">
                  <a16:creationId xmlns:a16="http://schemas.microsoft.com/office/drawing/2014/main" id="{710250DC-8AB0-82F4-1AD5-68F065B0E682}"/>
                </a:ext>
              </a:extLst>
            </p:cNvPr>
            <p:cNvSpPr/>
            <p:nvPr/>
          </p:nvSpPr>
          <p:spPr>
            <a:xfrm>
              <a:off x="327270" y="3844138"/>
              <a:ext cx="4155260" cy="1217482"/>
            </a:xfrm>
            <a:prstGeom prst="rect">
              <a:avLst/>
            </a:prstGeom>
            <a:solidFill>
              <a:srgbClr val="0D1B4B">
                <a:alpha val="64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72" name="CasellaDiTesto 71">
              <a:extLst>
                <a:ext uri="{FF2B5EF4-FFF2-40B4-BE49-F238E27FC236}">
                  <a16:creationId xmlns:a16="http://schemas.microsoft.com/office/drawing/2014/main" id="{A0DE4008-A0B0-6122-3807-90F2831D777A}"/>
                </a:ext>
              </a:extLst>
            </p:cNvPr>
            <p:cNvSpPr txBox="1"/>
            <p:nvPr/>
          </p:nvSpPr>
          <p:spPr>
            <a:xfrm>
              <a:off x="1557090" y="3892436"/>
              <a:ext cx="1993700" cy="3265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1200" b="1" dirty="0">
                  <a:solidFill>
                    <a:srgbClr val="0D1B4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Controllo della Qualità</a:t>
              </a:r>
            </a:p>
          </p:txBody>
        </p:sp>
        <p:sp>
          <p:nvSpPr>
            <p:cNvPr id="74" name="CasellaDiTesto 73">
              <a:extLst>
                <a:ext uri="{FF2B5EF4-FFF2-40B4-BE49-F238E27FC236}">
                  <a16:creationId xmlns:a16="http://schemas.microsoft.com/office/drawing/2014/main" id="{27603575-C6FC-D9DB-9CB7-BAB6FE74358C}"/>
                </a:ext>
              </a:extLst>
            </p:cNvPr>
            <p:cNvSpPr txBox="1"/>
            <p:nvPr/>
          </p:nvSpPr>
          <p:spPr>
            <a:xfrm>
              <a:off x="363223" y="4133074"/>
              <a:ext cx="4155259" cy="90715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sz="11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L'ultima parte del codice calcola quanta informazione originale è stata conservata. La "varianza spiegata" è un riassunto matematico ci informa se è fedele all'originale o se, comprimendo troppo, abbiamo perso dettagli clinici fondamentali.</a:t>
              </a:r>
            </a:p>
          </p:txBody>
        </p:sp>
      </p:grpSp>
      <p:sp>
        <p:nvSpPr>
          <p:cNvPr id="5" name="Freccia a destra 4">
            <a:extLst>
              <a:ext uri="{FF2B5EF4-FFF2-40B4-BE49-F238E27FC236}">
                <a16:creationId xmlns:a16="http://schemas.microsoft.com/office/drawing/2014/main" id="{1A95BC31-F42E-678A-F944-082A626F7854}"/>
              </a:ext>
            </a:extLst>
          </p:cNvPr>
          <p:cNvSpPr/>
          <p:nvPr/>
        </p:nvSpPr>
        <p:spPr>
          <a:xfrm>
            <a:off x="5208551" y="1583900"/>
            <a:ext cx="656275" cy="262128"/>
          </a:xfrm>
          <a:prstGeom prst="rightArrow">
            <a:avLst/>
          </a:prstGeom>
          <a:solidFill>
            <a:srgbClr val="0D1B4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65400796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BA8EAE-4D9C-6E23-971F-3284952D96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4DC269EA-C570-7C9C-E72A-F56F1F17426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9144000" cy="914400"/>
          </a:xfrm>
          <a:prstGeom prst="rect">
            <a:avLst/>
          </a:prstGeom>
          <a:gradFill flip="none" rotWithShape="1">
            <a:gsLst>
              <a:gs pos="24000">
                <a:srgbClr val="0D1B4B"/>
              </a:gs>
              <a:gs pos="100000">
                <a:schemeClr val="accent1">
                  <a:lumMod val="45000"/>
                  <a:lumOff val="55000"/>
                </a:schemeClr>
              </a:gs>
              <a:gs pos="9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pPr algn="ctr"/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F9B38FA9-5F6A-4DDF-FADB-76A5BAFE28B6}"/>
              </a:ext>
            </a:extLst>
          </p:cNvPr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FD34A50F-5430-B4BF-EBBA-82F6312CDBA2}"/>
              </a:ext>
            </a:extLst>
          </p:cNvPr>
          <p:cNvSpPr/>
          <p:nvPr/>
        </p:nvSpPr>
        <p:spPr>
          <a:xfrm>
            <a:off x="3288501" y="202940"/>
            <a:ext cx="256699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it-IT"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PCA - </a:t>
            </a:r>
            <a:r>
              <a:rPr lang="it-IT" sz="2200" b="1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Risultati visivi</a:t>
            </a:r>
          </a:p>
        </p:txBody>
      </p:sp>
      <p:pic>
        <p:nvPicPr>
          <p:cNvPr id="21" name="Immagine 20">
            <a:extLst>
              <a:ext uri="{FF2B5EF4-FFF2-40B4-BE49-F238E27FC236}">
                <a16:creationId xmlns:a16="http://schemas.microsoft.com/office/drawing/2014/main" id="{9D77A845-06A1-9F35-A56A-D09EC41CD2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8952" y="-259528"/>
            <a:ext cx="1377647" cy="1390257"/>
          </a:xfrm>
          <a:prstGeom prst="rect">
            <a:avLst/>
          </a:prstGeom>
        </p:spPr>
      </p:pic>
      <p:pic>
        <p:nvPicPr>
          <p:cNvPr id="28" name="Immagine 27">
            <a:extLst>
              <a:ext uri="{FF2B5EF4-FFF2-40B4-BE49-F238E27FC236}">
                <a16:creationId xmlns:a16="http://schemas.microsoft.com/office/drawing/2014/main" id="{1D9A0F9C-4482-F1E5-136E-F5590D57D0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401" y="81880"/>
            <a:ext cx="779053" cy="772472"/>
          </a:xfrm>
          <a:prstGeom prst="rect">
            <a:avLst/>
          </a:prstGeom>
        </p:spPr>
      </p:pic>
      <p:sp>
        <p:nvSpPr>
          <p:cNvPr id="5" name="Rettangolo con angoli arrotondati 4">
            <a:extLst>
              <a:ext uri="{FF2B5EF4-FFF2-40B4-BE49-F238E27FC236}">
                <a16:creationId xmlns:a16="http://schemas.microsoft.com/office/drawing/2014/main" id="{6FADF612-B150-4E18-B612-DA6190C8D143}"/>
              </a:ext>
            </a:extLst>
          </p:cNvPr>
          <p:cNvSpPr/>
          <p:nvPr/>
        </p:nvSpPr>
        <p:spPr>
          <a:xfrm>
            <a:off x="308652" y="3463872"/>
            <a:ext cx="2736000" cy="1576175"/>
          </a:xfrm>
          <a:prstGeom prst="roundRect">
            <a:avLst>
              <a:gd name="adj" fmla="val 50000"/>
            </a:avLst>
          </a:prstGeom>
          <a:solidFill>
            <a:srgbClr val="0D1B4B">
              <a:alpha val="94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1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 </a:t>
            </a:r>
            <a:r>
              <a:rPr lang="it-IT" sz="11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PCA</a:t>
            </a:r>
            <a:r>
              <a:rPr lang="it-IT" sz="11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proietta i </a:t>
            </a:r>
            <a:r>
              <a:rPr lang="it-IT" sz="11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65.536</a:t>
            </a:r>
            <a:r>
              <a:rPr lang="it-IT" sz="11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pixel in sole 2 dimensioni (PC1, PC2) coprendo già il </a:t>
            </a:r>
            <a:r>
              <a:rPr lang="it-IT" sz="11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41% </a:t>
            </a:r>
            <a:r>
              <a:rPr lang="it-IT" sz="11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dell'informazione totale del dataset.</a:t>
            </a:r>
          </a:p>
        </p:txBody>
      </p:sp>
      <p:sp>
        <p:nvSpPr>
          <p:cNvPr id="8" name="Rettangolo con angoli arrotondati 7">
            <a:extLst>
              <a:ext uri="{FF2B5EF4-FFF2-40B4-BE49-F238E27FC236}">
                <a16:creationId xmlns:a16="http://schemas.microsoft.com/office/drawing/2014/main" id="{3028434B-D831-90C6-3BC1-C2AFBFDC1009}"/>
              </a:ext>
            </a:extLst>
          </p:cNvPr>
          <p:cNvSpPr/>
          <p:nvPr/>
        </p:nvSpPr>
        <p:spPr>
          <a:xfrm>
            <a:off x="3204000" y="3441012"/>
            <a:ext cx="2736000" cy="1576175"/>
          </a:xfrm>
          <a:prstGeom prst="roundRect">
            <a:avLst>
              <a:gd name="adj" fmla="val 50000"/>
            </a:avLst>
          </a:prstGeom>
          <a:solidFill>
            <a:srgbClr val="0D1B4B">
              <a:alpha val="94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1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Separabilità Naturale: </a:t>
            </a:r>
            <a:r>
              <a:rPr lang="it-IT" sz="11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Senza supervisione, l'algoritmo separa parzialmente le patologie: </a:t>
            </a:r>
            <a:r>
              <a:rPr lang="it-IT" sz="11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Pneumonia</a:t>
            </a:r>
            <a:r>
              <a:rPr lang="it-IT" sz="11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e </a:t>
            </a:r>
            <a:r>
              <a:rPr lang="it-IT" sz="11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Normal</a:t>
            </a:r>
            <a:r>
              <a:rPr lang="it-IT" sz="11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tendono a raggrupparsi a sinistra (PC1 &lt; 0), mentre </a:t>
            </a:r>
            <a:r>
              <a:rPr lang="it-IT" sz="11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COVID-19</a:t>
            </a:r>
            <a:r>
              <a:rPr lang="it-IT" sz="11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e </a:t>
            </a:r>
            <a:r>
              <a:rPr lang="it-IT" sz="11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Tuberculosis</a:t>
            </a:r>
            <a:r>
              <a:rPr lang="it-IT" sz="11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 destra (PC1 &gt; 0).</a:t>
            </a:r>
          </a:p>
        </p:txBody>
      </p:sp>
      <p:sp>
        <p:nvSpPr>
          <p:cNvPr id="12" name="Rettangolo con angoli arrotondati 11">
            <a:extLst>
              <a:ext uri="{FF2B5EF4-FFF2-40B4-BE49-F238E27FC236}">
                <a16:creationId xmlns:a16="http://schemas.microsoft.com/office/drawing/2014/main" id="{A8446429-5982-75BC-85A9-B9EC889C5FE6}"/>
              </a:ext>
            </a:extLst>
          </p:cNvPr>
          <p:cNvSpPr/>
          <p:nvPr/>
        </p:nvSpPr>
        <p:spPr>
          <a:xfrm>
            <a:off x="6099348" y="3449236"/>
            <a:ext cx="2736000" cy="1576800"/>
          </a:xfrm>
          <a:prstGeom prst="roundRect">
            <a:avLst>
              <a:gd name="adj" fmla="val 50000"/>
            </a:avLst>
          </a:prstGeom>
          <a:solidFill>
            <a:srgbClr val="0D1B4B">
              <a:alpha val="94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1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SVD/PCA </a:t>
            </a:r>
            <a:r>
              <a:rPr lang="it-IT" sz="11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raggruppano le patologie, ma la sovrapposizione residua dimostra la necessità di usare un </a:t>
            </a:r>
            <a:r>
              <a:rPr lang="it-IT" sz="11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classificatore</a:t>
            </a:r>
            <a:r>
              <a:rPr lang="it-IT" sz="11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strutturato sui dati PCA.</a:t>
            </a:r>
          </a:p>
        </p:txBody>
      </p:sp>
      <p:grpSp>
        <p:nvGrpSpPr>
          <p:cNvPr id="15" name="Gruppo 14">
            <a:extLst>
              <a:ext uri="{FF2B5EF4-FFF2-40B4-BE49-F238E27FC236}">
                <a16:creationId xmlns:a16="http://schemas.microsoft.com/office/drawing/2014/main" id="{EC62F248-9F32-D12F-5AD0-EF514E9D66E5}"/>
              </a:ext>
            </a:extLst>
          </p:cNvPr>
          <p:cNvGrpSpPr/>
          <p:nvPr/>
        </p:nvGrpSpPr>
        <p:grpSpPr>
          <a:xfrm>
            <a:off x="1368015" y="1069061"/>
            <a:ext cx="6407969" cy="2292207"/>
            <a:chOff x="1190983" y="1071684"/>
            <a:chExt cx="6407969" cy="2292207"/>
          </a:xfrm>
        </p:grpSpPr>
        <p:pic>
          <p:nvPicPr>
            <p:cNvPr id="14" name="Immagine 13">
              <a:extLst>
                <a:ext uri="{FF2B5EF4-FFF2-40B4-BE49-F238E27FC236}">
                  <a16:creationId xmlns:a16="http://schemas.microsoft.com/office/drawing/2014/main" id="{8F6409AC-F0C2-C5C6-8FDD-CE9FFB9E4F7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436635" y="1126549"/>
              <a:ext cx="5916665" cy="2142542"/>
            </a:xfrm>
            <a:prstGeom prst="rect">
              <a:avLst/>
            </a:prstGeom>
          </p:spPr>
        </p:pic>
        <p:sp>
          <p:nvSpPr>
            <p:cNvPr id="13" name="Rettangolo con angoli arrotondati 12">
              <a:extLst>
                <a:ext uri="{FF2B5EF4-FFF2-40B4-BE49-F238E27FC236}">
                  <a16:creationId xmlns:a16="http://schemas.microsoft.com/office/drawing/2014/main" id="{908F3727-B2D1-6034-726C-C98F81B9701C}"/>
                </a:ext>
              </a:extLst>
            </p:cNvPr>
            <p:cNvSpPr/>
            <p:nvPr/>
          </p:nvSpPr>
          <p:spPr>
            <a:xfrm>
              <a:off x="1190983" y="1071684"/>
              <a:ext cx="6407969" cy="2292207"/>
            </a:xfrm>
            <a:prstGeom prst="roundRect">
              <a:avLst>
                <a:gd name="adj" fmla="val 5092"/>
              </a:avLst>
            </a:prstGeom>
            <a:noFill/>
            <a:ln w="38100">
              <a:solidFill>
                <a:srgbClr val="028090"/>
              </a:solidFill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</p:grpSp>
    </p:spTree>
    <p:extLst>
      <p:ext uri="{BB962C8B-B14F-4D97-AF65-F5344CB8AC3E}">
        <p14:creationId xmlns:p14="http://schemas.microsoft.com/office/powerpoint/2010/main" val="373269858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7001BB-DCEF-5402-9F02-71A23E3D78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F76D7F99-FF7B-BCAE-31D0-D70D9192192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9144000" cy="914400"/>
          </a:xfrm>
          <a:prstGeom prst="rect">
            <a:avLst/>
          </a:prstGeom>
          <a:gradFill flip="none" rotWithShape="1">
            <a:gsLst>
              <a:gs pos="24000">
                <a:srgbClr val="0D1B4B"/>
              </a:gs>
              <a:gs pos="100000">
                <a:schemeClr val="accent1">
                  <a:lumMod val="45000"/>
                  <a:lumOff val="55000"/>
                </a:schemeClr>
              </a:gs>
              <a:gs pos="9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pPr algn="ctr"/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1B8C8172-5F60-2F73-6F43-55CFFCDF758A}"/>
              </a:ext>
            </a:extLst>
          </p:cNvPr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pic>
        <p:nvPicPr>
          <p:cNvPr id="21" name="Immagine 20">
            <a:extLst>
              <a:ext uri="{FF2B5EF4-FFF2-40B4-BE49-F238E27FC236}">
                <a16:creationId xmlns:a16="http://schemas.microsoft.com/office/drawing/2014/main" id="{D70CF012-3467-F016-FDF5-424031CC50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8952" y="-259528"/>
            <a:ext cx="1377647" cy="1390257"/>
          </a:xfrm>
          <a:prstGeom prst="rect">
            <a:avLst/>
          </a:prstGeom>
        </p:spPr>
      </p:pic>
      <p:pic>
        <p:nvPicPr>
          <p:cNvPr id="28" name="Immagine 27">
            <a:extLst>
              <a:ext uri="{FF2B5EF4-FFF2-40B4-BE49-F238E27FC236}">
                <a16:creationId xmlns:a16="http://schemas.microsoft.com/office/drawing/2014/main" id="{F845BE33-EDEC-7AE2-8D7A-5D1E77074E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401" y="81880"/>
            <a:ext cx="779053" cy="772472"/>
          </a:xfrm>
          <a:prstGeom prst="rect">
            <a:avLst/>
          </a:prstGeom>
        </p:spPr>
      </p:pic>
      <p:sp>
        <p:nvSpPr>
          <p:cNvPr id="5" name="Text 2">
            <a:extLst>
              <a:ext uri="{FF2B5EF4-FFF2-40B4-BE49-F238E27FC236}">
                <a16:creationId xmlns:a16="http://schemas.microsoft.com/office/drawing/2014/main" id="{CCDA3BDF-A56D-FC74-3449-7540AC6AF399}"/>
              </a:ext>
            </a:extLst>
          </p:cNvPr>
          <p:cNvSpPr/>
          <p:nvPr/>
        </p:nvSpPr>
        <p:spPr>
          <a:xfrm>
            <a:off x="2378744" y="192024"/>
            <a:ext cx="43865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it-IT"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PCA - </a:t>
            </a:r>
            <a:r>
              <a:rPr lang="it-IT" sz="2200" b="1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Proiezione 2D &amp; </a:t>
            </a:r>
            <a:r>
              <a:rPr lang="it-IT" sz="2200" b="1" i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Eigen</a:t>
            </a:r>
            <a:r>
              <a:rPr lang="it-IT" sz="2200" b="1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-X-rays</a:t>
            </a:r>
          </a:p>
        </p:txBody>
      </p:sp>
      <p:pic>
        <p:nvPicPr>
          <p:cNvPr id="16" name="Immagine 15">
            <a:extLst>
              <a:ext uri="{FF2B5EF4-FFF2-40B4-BE49-F238E27FC236}">
                <a16:creationId xmlns:a16="http://schemas.microsoft.com/office/drawing/2014/main" id="{9A831717-8C00-E1E9-92CB-F70C276AA9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8263" y="2821171"/>
            <a:ext cx="5646420" cy="2231739"/>
          </a:xfrm>
          <a:prstGeom prst="rect">
            <a:avLst/>
          </a:prstGeom>
          <a:effectLst>
            <a:glow rad="101600">
              <a:srgbClr val="028090">
                <a:alpha val="60000"/>
              </a:srgbClr>
            </a:glow>
          </a:effectLst>
        </p:spPr>
      </p:pic>
      <p:grpSp>
        <p:nvGrpSpPr>
          <p:cNvPr id="4" name="Gruppo 3">
            <a:extLst>
              <a:ext uri="{FF2B5EF4-FFF2-40B4-BE49-F238E27FC236}">
                <a16:creationId xmlns:a16="http://schemas.microsoft.com/office/drawing/2014/main" id="{8ACFC09B-F166-E26D-0094-6EE9D661CDA3}"/>
              </a:ext>
            </a:extLst>
          </p:cNvPr>
          <p:cNvGrpSpPr/>
          <p:nvPr/>
        </p:nvGrpSpPr>
        <p:grpSpPr>
          <a:xfrm>
            <a:off x="689144" y="1126039"/>
            <a:ext cx="7753058" cy="1589611"/>
            <a:chOff x="4355458" y="1033272"/>
            <a:chExt cx="4114800" cy="3566160"/>
          </a:xfrm>
        </p:grpSpPr>
        <p:sp>
          <p:nvSpPr>
            <p:cNvPr id="10" name="Shape 18">
              <a:extLst>
                <a:ext uri="{FF2B5EF4-FFF2-40B4-BE49-F238E27FC236}">
                  <a16:creationId xmlns:a16="http://schemas.microsoft.com/office/drawing/2014/main" id="{EE3D89AF-C265-A3CE-001B-42DEA4660199}"/>
                </a:ext>
              </a:extLst>
            </p:cNvPr>
            <p:cNvSpPr/>
            <p:nvPr/>
          </p:nvSpPr>
          <p:spPr>
            <a:xfrm>
              <a:off x="4355458" y="1033272"/>
              <a:ext cx="4114800" cy="3566160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BD5E1"/>
              </a:solidFill>
              <a:prstDash val="solid"/>
            </a:ln>
            <a:effectLst>
              <a:outerShdw blurRad="101600" dist="38100" dir="81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it-IT"/>
            </a:p>
          </p:txBody>
        </p:sp>
        <p:sp>
          <p:nvSpPr>
            <p:cNvPr id="14" name="Shape 19">
              <a:extLst>
                <a:ext uri="{FF2B5EF4-FFF2-40B4-BE49-F238E27FC236}">
                  <a16:creationId xmlns:a16="http://schemas.microsoft.com/office/drawing/2014/main" id="{1BD60074-E3F7-48A1-5089-42400EB33E76}"/>
                </a:ext>
              </a:extLst>
            </p:cNvPr>
            <p:cNvSpPr/>
            <p:nvPr/>
          </p:nvSpPr>
          <p:spPr>
            <a:xfrm>
              <a:off x="4355458" y="1033272"/>
              <a:ext cx="64008" cy="3566160"/>
            </a:xfrm>
            <a:prstGeom prst="rect">
              <a:avLst/>
            </a:prstGeom>
            <a:solidFill>
              <a:srgbClr val="028090"/>
            </a:solidFill>
            <a:ln w="12700">
              <a:noFill/>
              <a:prstDash val="solid"/>
            </a:ln>
          </p:spPr>
          <p:txBody>
            <a:bodyPr/>
            <a:lstStyle/>
            <a:p>
              <a:endParaRPr lang="it-IT"/>
            </a:p>
          </p:txBody>
        </p:sp>
      </p:grpSp>
      <p:sp>
        <p:nvSpPr>
          <p:cNvPr id="42" name="Text 20">
            <a:extLst>
              <a:ext uri="{FF2B5EF4-FFF2-40B4-BE49-F238E27FC236}">
                <a16:creationId xmlns:a16="http://schemas.microsoft.com/office/drawing/2014/main" id="{53EB74B0-6BF9-3623-0B46-6504167AEAF5}"/>
              </a:ext>
            </a:extLst>
          </p:cNvPr>
          <p:cNvSpPr/>
          <p:nvPr/>
        </p:nvSpPr>
        <p:spPr>
          <a:xfrm>
            <a:off x="970326" y="1156598"/>
            <a:ext cx="2641554" cy="305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4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Eigen-X-rays - Interpretazione Clinica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43" name="Tabella 42">
            <a:extLst>
              <a:ext uri="{FF2B5EF4-FFF2-40B4-BE49-F238E27FC236}">
                <a16:creationId xmlns:a16="http://schemas.microsoft.com/office/drawing/2014/main" id="{FB6ABA09-5C58-5650-3893-859FD624CC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9600958"/>
              </p:ext>
            </p:extLst>
          </p:nvPr>
        </p:nvGraphicFramePr>
        <p:xfrm>
          <a:off x="970328" y="1490023"/>
          <a:ext cx="7307118" cy="1112520"/>
        </p:xfrm>
        <a:graphic>
          <a:graphicData uri="http://schemas.openxmlformats.org/drawingml/2006/table">
            <a:tbl>
              <a:tblPr firstCol="1" bandRow="1">
                <a:tableStyleId>{5C22544A-7EE6-4342-B048-85BDC9FD1C3A}</a:tableStyleId>
              </a:tblPr>
              <a:tblGrid>
                <a:gridCol w="1176446">
                  <a:extLst>
                    <a:ext uri="{9D8B030D-6E8A-4147-A177-3AD203B41FA5}">
                      <a16:colId xmlns:a16="http://schemas.microsoft.com/office/drawing/2014/main" val="3998859167"/>
                    </a:ext>
                  </a:extLst>
                </a:gridCol>
                <a:gridCol w="1037628">
                  <a:extLst>
                    <a:ext uri="{9D8B030D-6E8A-4147-A177-3AD203B41FA5}">
                      <a16:colId xmlns:a16="http://schemas.microsoft.com/office/drawing/2014/main" val="3895201348"/>
                    </a:ext>
                  </a:extLst>
                </a:gridCol>
                <a:gridCol w="917548">
                  <a:extLst>
                    <a:ext uri="{9D8B030D-6E8A-4147-A177-3AD203B41FA5}">
                      <a16:colId xmlns:a16="http://schemas.microsoft.com/office/drawing/2014/main" val="3102125964"/>
                    </a:ext>
                  </a:extLst>
                </a:gridCol>
                <a:gridCol w="1043874">
                  <a:extLst>
                    <a:ext uri="{9D8B030D-6E8A-4147-A177-3AD203B41FA5}">
                      <a16:colId xmlns:a16="http://schemas.microsoft.com/office/drawing/2014/main" val="2189547532"/>
                    </a:ext>
                  </a:extLst>
                </a:gridCol>
                <a:gridCol w="1043874">
                  <a:extLst>
                    <a:ext uri="{9D8B030D-6E8A-4147-A177-3AD203B41FA5}">
                      <a16:colId xmlns:a16="http://schemas.microsoft.com/office/drawing/2014/main" val="1849379661"/>
                    </a:ext>
                  </a:extLst>
                </a:gridCol>
                <a:gridCol w="1043874">
                  <a:extLst>
                    <a:ext uri="{9D8B030D-6E8A-4147-A177-3AD203B41FA5}">
                      <a16:colId xmlns:a16="http://schemas.microsoft.com/office/drawing/2014/main" val="1593781658"/>
                    </a:ext>
                  </a:extLst>
                </a:gridCol>
                <a:gridCol w="1043874">
                  <a:extLst>
                    <a:ext uri="{9D8B030D-6E8A-4147-A177-3AD203B41FA5}">
                      <a16:colId xmlns:a16="http://schemas.microsoft.com/office/drawing/2014/main" val="464271037"/>
                    </a:ext>
                  </a:extLst>
                </a:gridCol>
              </a:tblGrid>
              <a:tr h="254161">
                <a:tc>
                  <a:txBody>
                    <a:bodyPr/>
                    <a:lstStyle/>
                    <a:p>
                      <a:pPr algn="ctr"/>
                      <a:r>
                        <a:rPr lang="it-IT"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PC</a:t>
                      </a:r>
                    </a:p>
                  </a:txBody>
                  <a:tcPr anchor="ctr">
                    <a:solidFill>
                      <a:srgbClr val="0D1B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PC1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PC2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PC3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PC4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PC5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PC6-10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95756000"/>
                  </a:ext>
                </a:extLst>
              </a:tr>
              <a:tr h="254161">
                <a:tc>
                  <a:txBody>
                    <a:bodyPr/>
                    <a:lstStyle/>
                    <a:p>
                      <a:pPr algn="ctr"/>
                      <a:r>
                        <a:rPr lang="it-IT"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Var.</a:t>
                      </a:r>
                    </a:p>
                  </a:txBody>
                  <a:tcPr anchor="ctr">
                    <a:solidFill>
                      <a:srgbClr val="0D1B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23,5%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17,6%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5,0%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4,5%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4,1%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1,6-3,8%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83944911"/>
                  </a:ext>
                </a:extLst>
              </a:tr>
              <a:tr h="568716">
                <a:tc>
                  <a:txBody>
                    <a:bodyPr/>
                    <a:lstStyle/>
                    <a:p>
                      <a:pPr algn="ctr"/>
                      <a:r>
                        <a:rPr lang="it-IT"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Interpretazione</a:t>
                      </a:r>
                    </a:p>
                  </a:txBody>
                  <a:tcPr anchor="ctr">
                    <a:solidFill>
                      <a:srgbClr val="0D1B4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 err="1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Contrasto</a:t>
                      </a:r>
                      <a:r>
                        <a:rPr lang="en-US" sz="11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100" dirty="0" err="1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globale</a:t>
                      </a:r>
                      <a:r>
                        <a:rPr lang="en-US" sz="11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 - </a:t>
                      </a:r>
                      <a:r>
                        <a:rPr lang="en-US" sz="1100" dirty="0" err="1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chiaro</a:t>
                      </a:r>
                      <a:r>
                        <a:rPr lang="en-US" sz="11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 vs </a:t>
                      </a:r>
                      <a:r>
                        <a:rPr lang="en-US" sz="1100" dirty="0" err="1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scuro</a:t>
                      </a:r>
                      <a:endParaRPr lang="en-US" sz="11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 err="1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Simmetria</a:t>
                      </a:r>
                      <a:r>
                        <a:rPr lang="en-US" sz="11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100" dirty="0" err="1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laterale</a:t>
                      </a:r>
                      <a:r>
                        <a:rPr lang="en-US" sz="11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 - 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sin. vs </a:t>
                      </a:r>
                      <a:r>
                        <a:rPr lang="en-US" sz="1100" dirty="0" err="1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destra</a:t>
                      </a:r>
                      <a:endParaRPr lang="en-US" sz="11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Pattern </a:t>
                      </a:r>
                      <a:r>
                        <a:rPr lang="en-US" sz="1100" dirty="0" err="1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mediastinico</a:t>
                      </a:r>
                      <a:r>
                        <a:rPr lang="en-US" sz="11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 - zona centrale</a:t>
                      </a:r>
                      <a:endParaRPr lang="en-US" sz="11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 err="1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Strutture</a:t>
                      </a:r>
                      <a:r>
                        <a:rPr lang="en-US" sz="11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100" dirty="0" err="1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costali</a:t>
                      </a:r>
                      <a:r>
                        <a:rPr lang="en-US" sz="11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 -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 err="1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griglia</a:t>
                      </a:r>
                      <a:r>
                        <a:rPr lang="en-US" sz="11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100" dirty="0" err="1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costale</a:t>
                      </a:r>
                      <a:endParaRPr lang="en-US" sz="11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 err="1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Dettagli</a:t>
                      </a:r>
                      <a:r>
                        <a:rPr lang="en-US" sz="11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100" dirty="0" err="1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campi</a:t>
                      </a:r>
                      <a:r>
                        <a:rPr lang="en-US" sz="11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100" dirty="0" err="1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polmonari</a:t>
                      </a:r>
                      <a:r>
                        <a:rPr lang="en-US" sz="11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 e </a:t>
                      </a:r>
                      <a:r>
                        <a:rPr lang="en-US" sz="1100" dirty="0" err="1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apici</a:t>
                      </a:r>
                      <a:endParaRPr lang="en-US" sz="11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 err="1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Diaframma</a:t>
                      </a:r>
                      <a:r>
                        <a:rPr lang="en-US" sz="11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en-US" sz="1100" dirty="0" err="1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dettagli</a:t>
                      </a:r>
                      <a:r>
                        <a:rPr lang="en-US" sz="11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100" dirty="0" err="1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fini</a:t>
                      </a:r>
                      <a:endParaRPr lang="en-US" sz="11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6443198"/>
                  </a:ext>
                </a:extLst>
              </a:tr>
            </a:tbl>
          </a:graphicData>
        </a:graphic>
      </p:graphicFrame>
      <p:pic>
        <p:nvPicPr>
          <p:cNvPr id="47" name="Immagine 46">
            <a:extLst>
              <a:ext uri="{FF2B5EF4-FFF2-40B4-BE49-F238E27FC236}">
                <a16:creationId xmlns:a16="http://schemas.microsoft.com/office/drawing/2014/main" id="{9BCBC04A-DE38-6CFF-8374-F35D526520A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83082" y="2821171"/>
            <a:ext cx="2231740" cy="22317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801192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EDA3E7-EC1F-E8EE-8989-2FCF4E961D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56AAFEDB-EC1C-2307-7189-8DF39178D09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9144000" cy="914400"/>
          </a:xfrm>
          <a:prstGeom prst="rect">
            <a:avLst/>
          </a:prstGeom>
          <a:gradFill flip="none" rotWithShape="1">
            <a:gsLst>
              <a:gs pos="24000">
                <a:srgbClr val="0D1B4B"/>
              </a:gs>
              <a:gs pos="100000">
                <a:schemeClr val="accent1">
                  <a:lumMod val="45000"/>
                  <a:lumOff val="55000"/>
                </a:schemeClr>
              </a:gs>
              <a:gs pos="9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pPr algn="ctr"/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94885C3B-1B42-C35F-03D1-FC2452476537}"/>
              </a:ext>
            </a:extLst>
          </p:cNvPr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pic>
        <p:nvPicPr>
          <p:cNvPr id="21" name="Immagine 20">
            <a:extLst>
              <a:ext uri="{FF2B5EF4-FFF2-40B4-BE49-F238E27FC236}">
                <a16:creationId xmlns:a16="http://schemas.microsoft.com/office/drawing/2014/main" id="{FFD771A2-A8A8-3C85-59C3-A532A8EA12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8952" y="-259528"/>
            <a:ext cx="1377647" cy="1390257"/>
          </a:xfrm>
          <a:prstGeom prst="rect">
            <a:avLst/>
          </a:prstGeom>
        </p:spPr>
      </p:pic>
      <p:pic>
        <p:nvPicPr>
          <p:cNvPr id="28" name="Immagine 27">
            <a:extLst>
              <a:ext uri="{FF2B5EF4-FFF2-40B4-BE49-F238E27FC236}">
                <a16:creationId xmlns:a16="http://schemas.microsoft.com/office/drawing/2014/main" id="{711FB76A-D251-8407-F7E2-DFD60E8C28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401" y="81880"/>
            <a:ext cx="779053" cy="772472"/>
          </a:xfrm>
          <a:prstGeom prst="rect">
            <a:avLst/>
          </a:prstGeom>
        </p:spPr>
      </p:pic>
      <p:sp>
        <p:nvSpPr>
          <p:cNvPr id="5" name="Text 2">
            <a:extLst>
              <a:ext uri="{FF2B5EF4-FFF2-40B4-BE49-F238E27FC236}">
                <a16:creationId xmlns:a16="http://schemas.microsoft.com/office/drawing/2014/main" id="{7688166B-8041-0AF8-F243-951DD1B667DC}"/>
              </a:ext>
            </a:extLst>
          </p:cNvPr>
          <p:cNvSpPr/>
          <p:nvPr/>
        </p:nvSpPr>
        <p:spPr>
          <a:xfrm>
            <a:off x="2378744" y="202940"/>
            <a:ext cx="43865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it-IT"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Il Test Diagnostico - Classificazione</a:t>
            </a:r>
          </a:p>
        </p:txBody>
      </p:sp>
      <p:sp>
        <p:nvSpPr>
          <p:cNvPr id="6" name="Shape 1">
            <a:extLst>
              <a:ext uri="{FF2B5EF4-FFF2-40B4-BE49-F238E27FC236}">
                <a16:creationId xmlns:a16="http://schemas.microsoft.com/office/drawing/2014/main" id="{9D79FB2E-6F06-D8A9-93C6-D4FD62960CB3}"/>
              </a:ext>
            </a:extLst>
          </p:cNvPr>
          <p:cNvSpPr/>
          <p:nvPr/>
        </p:nvSpPr>
        <p:spPr>
          <a:xfrm>
            <a:off x="0" y="911657"/>
            <a:ext cx="9144000" cy="6035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8" name="Rettangolo con angoli arrotondati 7">
            <a:extLst>
              <a:ext uri="{FF2B5EF4-FFF2-40B4-BE49-F238E27FC236}">
                <a16:creationId xmlns:a16="http://schemas.microsoft.com/office/drawing/2014/main" id="{2E4D99C9-47B1-5F84-7B1D-D34D9C32B4E2}"/>
              </a:ext>
            </a:extLst>
          </p:cNvPr>
          <p:cNvSpPr/>
          <p:nvPr/>
        </p:nvSpPr>
        <p:spPr>
          <a:xfrm>
            <a:off x="167400" y="1163808"/>
            <a:ext cx="8232017" cy="864333"/>
          </a:xfrm>
          <a:prstGeom prst="roundRect">
            <a:avLst>
              <a:gd name="adj" fmla="val 5092"/>
            </a:avLst>
          </a:prstGeom>
          <a:solidFill>
            <a:srgbClr val="0D1B4B">
              <a:alpha val="45000"/>
            </a:srgbClr>
          </a:solidFill>
          <a:ln w="381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5B9FF722-5CDB-0A1D-67BB-3E617F1BC090}"/>
              </a:ext>
            </a:extLst>
          </p:cNvPr>
          <p:cNvSpPr txBox="1"/>
          <p:nvPr/>
        </p:nvSpPr>
        <p:spPr>
          <a:xfrm>
            <a:off x="1014508" y="1237970"/>
            <a:ext cx="7384909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4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Validazione Diagnostica: Robustezza Metodologica</a:t>
            </a:r>
          </a:p>
          <a:p>
            <a:r>
              <a:rPr lang="it-IT" sz="1400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Testare se i pixel compressi (SVD) o estratti (PCA) mantengono l’informazione discriminativa utile a distinguere le classi diagnostiche rispetto alle pesanti immagini vergini.</a:t>
            </a:r>
          </a:p>
        </p:txBody>
      </p:sp>
      <p:pic>
        <p:nvPicPr>
          <p:cNvPr id="12" name="Immagine 11">
            <a:extLst>
              <a:ext uri="{FF2B5EF4-FFF2-40B4-BE49-F238E27FC236}">
                <a16:creationId xmlns:a16="http://schemas.microsoft.com/office/drawing/2014/main" id="{C973E12C-84E4-7D9B-B5B0-109201ECB72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7239" y="1327643"/>
            <a:ext cx="529215" cy="529215"/>
          </a:xfrm>
          <a:prstGeom prst="rect">
            <a:avLst/>
          </a:prstGeom>
        </p:spPr>
      </p:pic>
      <p:graphicFrame>
        <p:nvGraphicFramePr>
          <p:cNvPr id="15" name="Tabella 14">
            <a:extLst>
              <a:ext uri="{FF2B5EF4-FFF2-40B4-BE49-F238E27FC236}">
                <a16:creationId xmlns:a16="http://schemas.microsoft.com/office/drawing/2014/main" id="{1B02D88B-9ED1-8C21-8724-990EF984A28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9996034"/>
              </p:ext>
            </p:extLst>
          </p:nvPr>
        </p:nvGraphicFramePr>
        <p:xfrm>
          <a:off x="167401" y="2388412"/>
          <a:ext cx="6544296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81432">
                  <a:extLst>
                    <a:ext uri="{9D8B030D-6E8A-4147-A177-3AD203B41FA5}">
                      <a16:colId xmlns:a16="http://schemas.microsoft.com/office/drawing/2014/main" val="3144546196"/>
                    </a:ext>
                  </a:extLst>
                </a:gridCol>
                <a:gridCol w="2181432">
                  <a:extLst>
                    <a:ext uri="{9D8B030D-6E8A-4147-A177-3AD203B41FA5}">
                      <a16:colId xmlns:a16="http://schemas.microsoft.com/office/drawing/2014/main" val="2759573932"/>
                    </a:ext>
                  </a:extLst>
                </a:gridCol>
                <a:gridCol w="2181432">
                  <a:extLst>
                    <a:ext uri="{9D8B030D-6E8A-4147-A177-3AD203B41FA5}">
                      <a16:colId xmlns:a16="http://schemas.microsoft.com/office/drawing/2014/main" val="405322497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it-IT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Modello</a:t>
                      </a:r>
                    </a:p>
                  </a:txBody>
                  <a:tcPr anchor="ctr">
                    <a:solidFill>
                      <a:srgbClr val="0D1B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Logica</a:t>
                      </a:r>
                    </a:p>
                  </a:txBody>
                  <a:tcPr anchor="ctr">
                    <a:solidFill>
                      <a:srgbClr val="0B7F8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Focus</a:t>
                      </a:r>
                    </a:p>
                  </a:txBody>
                  <a:tcPr anchor="ctr">
                    <a:solidFill>
                      <a:srgbClr val="0B7F8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42138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it-IT" sz="12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Logistic</a:t>
                      </a:r>
                      <a:r>
                        <a:rPr lang="it-IT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it-IT" sz="12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Regression</a:t>
                      </a:r>
                      <a:endParaRPr lang="it-IT" sz="1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Globale lineare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Relazioni strutturali pixel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1382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it-IT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KNN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Locale, basata su distanza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Somiglianza pixel vicini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75243223"/>
                  </a:ext>
                </a:extLst>
              </a:tr>
            </a:tbl>
          </a:graphicData>
        </a:graphic>
      </p:graphicFrame>
      <p:sp>
        <p:nvSpPr>
          <p:cNvPr id="20" name="CasellaDiTesto 19">
            <a:extLst>
              <a:ext uri="{FF2B5EF4-FFF2-40B4-BE49-F238E27FC236}">
                <a16:creationId xmlns:a16="http://schemas.microsoft.com/office/drawing/2014/main" id="{B18C7831-CA53-CB39-72D8-94A411698B2C}"/>
              </a:ext>
            </a:extLst>
          </p:cNvPr>
          <p:cNvSpPr txBox="1"/>
          <p:nvPr/>
        </p:nvSpPr>
        <p:spPr>
          <a:xfrm>
            <a:off x="79131" y="2059955"/>
            <a:ext cx="269923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6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Classificatori a confronto:</a:t>
            </a:r>
            <a:r>
              <a:rPr lang="it-IT" sz="1600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lang="it-IT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4" name="Immagine 23">
            <a:extLst>
              <a:ext uri="{FF2B5EF4-FFF2-40B4-BE49-F238E27FC236}">
                <a16:creationId xmlns:a16="http://schemas.microsoft.com/office/drawing/2014/main" id="{BE521018-4A9A-E3E0-D130-5698ADE6831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7401" y="2757744"/>
            <a:ext cx="440262" cy="373077"/>
          </a:xfrm>
          <a:prstGeom prst="rect">
            <a:avLst/>
          </a:prstGeom>
        </p:spPr>
      </p:pic>
      <p:pic>
        <p:nvPicPr>
          <p:cNvPr id="26" name="Immagine 25">
            <a:extLst>
              <a:ext uri="{FF2B5EF4-FFF2-40B4-BE49-F238E27FC236}">
                <a16:creationId xmlns:a16="http://schemas.microsoft.com/office/drawing/2014/main" id="{811CF819-402B-ED19-DC0E-6DE5C6E8AC4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7401" y="3130821"/>
            <a:ext cx="399024" cy="360599"/>
          </a:xfrm>
          <a:prstGeom prst="rect">
            <a:avLst/>
          </a:prstGeom>
        </p:spPr>
      </p:pic>
      <p:sp>
        <p:nvSpPr>
          <p:cNvPr id="27" name="Rettangolo 26">
            <a:extLst>
              <a:ext uri="{FF2B5EF4-FFF2-40B4-BE49-F238E27FC236}">
                <a16:creationId xmlns:a16="http://schemas.microsoft.com/office/drawing/2014/main" id="{75E3C9A9-DBB8-1FDC-AA13-537F25E4EA6C}"/>
              </a:ext>
            </a:extLst>
          </p:cNvPr>
          <p:cNvSpPr/>
          <p:nvPr/>
        </p:nvSpPr>
        <p:spPr>
          <a:xfrm>
            <a:off x="2079188" y="3853077"/>
            <a:ext cx="1519694" cy="199216"/>
          </a:xfrm>
          <a:prstGeom prst="rect">
            <a:avLst/>
          </a:prstGeom>
          <a:solidFill>
            <a:srgbClr val="0B7F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9" name="Rettangolo 28">
            <a:extLst>
              <a:ext uri="{FF2B5EF4-FFF2-40B4-BE49-F238E27FC236}">
                <a16:creationId xmlns:a16="http://schemas.microsoft.com/office/drawing/2014/main" id="{2E84E85B-F511-0EC1-1EF7-BFADB5B661FE}"/>
              </a:ext>
            </a:extLst>
          </p:cNvPr>
          <p:cNvSpPr/>
          <p:nvPr/>
        </p:nvSpPr>
        <p:spPr>
          <a:xfrm>
            <a:off x="2079188" y="4093064"/>
            <a:ext cx="1519694" cy="199216"/>
          </a:xfrm>
          <a:prstGeom prst="rect">
            <a:avLst/>
          </a:prstGeom>
          <a:solidFill>
            <a:srgbClr val="0B7F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0" name="Rettangolo 29">
            <a:extLst>
              <a:ext uri="{FF2B5EF4-FFF2-40B4-BE49-F238E27FC236}">
                <a16:creationId xmlns:a16="http://schemas.microsoft.com/office/drawing/2014/main" id="{C970E5EA-DC6D-C22A-3036-55814ED23F2F}"/>
              </a:ext>
            </a:extLst>
          </p:cNvPr>
          <p:cNvSpPr/>
          <p:nvPr/>
        </p:nvSpPr>
        <p:spPr>
          <a:xfrm>
            <a:off x="2079188" y="4337958"/>
            <a:ext cx="1519694" cy="199216"/>
          </a:xfrm>
          <a:prstGeom prst="rect">
            <a:avLst/>
          </a:prstGeom>
          <a:solidFill>
            <a:srgbClr val="0B7F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1" name="Rettangolo 30">
            <a:extLst>
              <a:ext uri="{FF2B5EF4-FFF2-40B4-BE49-F238E27FC236}">
                <a16:creationId xmlns:a16="http://schemas.microsoft.com/office/drawing/2014/main" id="{3248F9B1-E629-EC62-3EED-4D1863DB2CE8}"/>
              </a:ext>
            </a:extLst>
          </p:cNvPr>
          <p:cNvSpPr/>
          <p:nvPr/>
        </p:nvSpPr>
        <p:spPr>
          <a:xfrm>
            <a:off x="2079188" y="4582852"/>
            <a:ext cx="1519694" cy="199216"/>
          </a:xfrm>
          <a:prstGeom prst="rect">
            <a:avLst/>
          </a:prstGeom>
          <a:solidFill>
            <a:srgbClr val="0B7F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2" name="Rettangolo 31">
            <a:extLst>
              <a:ext uri="{FF2B5EF4-FFF2-40B4-BE49-F238E27FC236}">
                <a16:creationId xmlns:a16="http://schemas.microsoft.com/office/drawing/2014/main" id="{047D4B85-1787-5A1B-B76D-7108417FCCD4}"/>
              </a:ext>
            </a:extLst>
          </p:cNvPr>
          <p:cNvSpPr/>
          <p:nvPr/>
        </p:nvSpPr>
        <p:spPr>
          <a:xfrm>
            <a:off x="2079188" y="4827746"/>
            <a:ext cx="1519694" cy="199216"/>
          </a:xfrm>
          <a:prstGeom prst="rect">
            <a:avLst/>
          </a:prstGeom>
          <a:solidFill>
            <a:srgbClr val="0B7F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pic>
        <p:nvPicPr>
          <p:cNvPr id="34" name="Immagine 33">
            <a:extLst>
              <a:ext uri="{FF2B5EF4-FFF2-40B4-BE49-F238E27FC236}">
                <a16:creationId xmlns:a16="http://schemas.microsoft.com/office/drawing/2014/main" id="{7320FE71-192D-CE6A-3C90-5DECC0EA17C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9690" y="4186485"/>
            <a:ext cx="609685" cy="609685"/>
          </a:xfrm>
          <a:prstGeom prst="rect">
            <a:avLst/>
          </a:prstGeom>
        </p:spPr>
      </p:pic>
      <p:sp>
        <p:nvSpPr>
          <p:cNvPr id="35" name="Rettangolo 34">
            <a:extLst>
              <a:ext uri="{FF2B5EF4-FFF2-40B4-BE49-F238E27FC236}">
                <a16:creationId xmlns:a16="http://schemas.microsoft.com/office/drawing/2014/main" id="{C5D93C41-E605-E3E6-DFC4-925389EDE81A}"/>
              </a:ext>
            </a:extLst>
          </p:cNvPr>
          <p:cNvSpPr/>
          <p:nvPr/>
        </p:nvSpPr>
        <p:spPr>
          <a:xfrm>
            <a:off x="3692414" y="3853076"/>
            <a:ext cx="550402" cy="199216"/>
          </a:xfrm>
          <a:prstGeom prst="rect">
            <a:avLst/>
          </a:prstGeom>
          <a:gradFill flip="none" rotWithShape="1">
            <a:gsLst>
              <a:gs pos="0">
                <a:srgbClr val="0B7F8B">
                  <a:tint val="66000"/>
                  <a:satMod val="160000"/>
                </a:srgbClr>
              </a:gs>
              <a:gs pos="50000">
                <a:srgbClr val="0B7F8B">
                  <a:tint val="44500"/>
                  <a:satMod val="160000"/>
                </a:srgbClr>
              </a:gs>
              <a:gs pos="100000">
                <a:srgbClr val="0B7F8B">
                  <a:tint val="23500"/>
                  <a:satMod val="16000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rgbClr val="0B7F8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100" b="1" dirty="0">
                <a:solidFill>
                  <a:srgbClr val="0A11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</a:p>
        </p:txBody>
      </p:sp>
      <p:sp>
        <p:nvSpPr>
          <p:cNvPr id="36" name="Rettangolo 35">
            <a:extLst>
              <a:ext uri="{FF2B5EF4-FFF2-40B4-BE49-F238E27FC236}">
                <a16:creationId xmlns:a16="http://schemas.microsoft.com/office/drawing/2014/main" id="{1072DDD6-5AFC-8C7E-05C7-E42B9E1D56FB}"/>
              </a:ext>
            </a:extLst>
          </p:cNvPr>
          <p:cNvSpPr/>
          <p:nvPr/>
        </p:nvSpPr>
        <p:spPr>
          <a:xfrm>
            <a:off x="3692414" y="4093063"/>
            <a:ext cx="550402" cy="199216"/>
          </a:xfrm>
          <a:prstGeom prst="rect">
            <a:avLst/>
          </a:prstGeom>
          <a:gradFill flip="none" rotWithShape="1">
            <a:gsLst>
              <a:gs pos="0">
                <a:srgbClr val="0B7F8B">
                  <a:tint val="66000"/>
                  <a:satMod val="160000"/>
                </a:srgbClr>
              </a:gs>
              <a:gs pos="50000">
                <a:srgbClr val="0B7F8B">
                  <a:tint val="44500"/>
                  <a:satMod val="160000"/>
                </a:srgbClr>
              </a:gs>
              <a:gs pos="100000">
                <a:srgbClr val="0B7F8B">
                  <a:tint val="23500"/>
                  <a:satMod val="16000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rgbClr val="0B7F8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100" b="1" dirty="0">
                <a:solidFill>
                  <a:srgbClr val="0A11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</a:p>
        </p:txBody>
      </p:sp>
      <p:sp>
        <p:nvSpPr>
          <p:cNvPr id="37" name="Rettangolo 36">
            <a:extLst>
              <a:ext uri="{FF2B5EF4-FFF2-40B4-BE49-F238E27FC236}">
                <a16:creationId xmlns:a16="http://schemas.microsoft.com/office/drawing/2014/main" id="{2178F318-AFA5-A8CE-404E-7FFBBFEEF6F7}"/>
              </a:ext>
            </a:extLst>
          </p:cNvPr>
          <p:cNvSpPr/>
          <p:nvPr/>
        </p:nvSpPr>
        <p:spPr>
          <a:xfrm>
            <a:off x="3692414" y="4337958"/>
            <a:ext cx="550402" cy="199216"/>
          </a:xfrm>
          <a:prstGeom prst="rect">
            <a:avLst/>
          </a:prstGeom>
          <a:gradFill flip="none" rotWithShape="1">
            <a:gsLst>
              <a:gs pos="0">
                <a:srgbClr val="0B7F8B">
                  <a:tint val="66000"/>
                  <a:satMod val="160000"/>
                </a:srgbClr>
              </a:gs>
              <a:gs pos="50000">
                <a:srgbClr val="0B7F8B">
                  <a:tint val="44500"/>
                  <a:satMod val="160000"/>
                </a:srgbClr>
              </a:gs>
              <a:gs pos="100000">
                <a:srgbClr val="0B7F8B">
                  <a:tint val="23500"/>
                  <a:satMod val="16000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rgbClr val="0B7F8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100" b="1" dirty="0">
                <a:solidFill>
                  <a:srgbClr val="0A11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</a:p>
        </p:txBody>
      </p:sp>
      <p:sp>
        <p:nvSpPr>
          <p:cNvPr id="38" name="Rettangolo 37">
            <a:extLst>
              <a:ext uri="{FF2B5EF4-FFF2-40B4-BE49-F238E27FC236}">
                <a16:creationId xmlns:a16="http://schemas.microsoft.com/office/drawing/2014/main" id="{6854EDF7-EF51-80A4-CE1A-D8CC5A5D6018}"/>
              </a:ext>
            </a:extLst>
          </p:cNvPr>
          <p:cNvSpPr/>
          <p:nvPr/>
        </p:nvSpPr>
        <p:spPr>
          <a:xfrm>
            <a:off x="3692414" y="4582851"/>
            <a:ext cx="550402" cy="199216"/>
          </a:xfrm>
          <a:prstGeom prst="rect">
            <a:avLst/>
          </a:prstGeom>
          <a:gradFill flip="none" rotWithShape="1">
            <a:gsLst>
              <a:gs pos="0">
                <a:srgbClr val="0B7F8B">
                  <a:tint val="66000"/>
                  <a:satMod val="160000"/>
                </a:srgbClr>
              </a:gs>
              <a:gs pos="50000">
                <a:srgbClr val="0B7F8B">
                  <a:tint val="44500"/>
                  <a:satMod val="160000"/>
                </a:srgbClr>
              </a:gs>
              <a:gs pos="100000">
                <a:srgbClr val="0B7F8B">
                  <a:tint val="23500"/>
                  <a:satMod val="16000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rgbClr val="0B7F8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100" b="1" dirty="0">
                <a:solidFill>
                  <a:srgbClr val="0A11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</a:p>
        </p:txBody>
      </p:sp>
      <p:sp>
        <p:nvSpPr>
          <p:cNvPr id="39" name="Rettangolo 38">
            <a:extLst>
              <a:ext uri="{FF2B5EF4-FFF2-40B4-BE49-F238E27FC236}">
                <a16:creationId xmlns:a16="http://schemas.microsoft.com/office/drawing/2014/main" id="{E8589EAE-FA0C-8250-1879-3081D3A6AE5E}"/>
              </a:ext>
            </a:extLst>
          </p:cNvPr>
          <p:cNvSpPr/>
          <p:nvPr/>
        </p:nvSpPr>
        <p:spPr>
          <a:xfrm>
            <a:off x="3692414" y="4827744"/>
            <a:ext cx="550402" cy="199216"/>
          </a:xfrm>
          <a:prstGeom prst="rect">
            <a:avLst/>
          </a:prstGeom>
          <a:gradFill flip="none" rotWithShape="1">
            <a:gsLst>
              <a:gs pos="0">
                <a:srgbClr val="0B7F8B">
                  <a:tint val="66000"/>
                  <a:satMod val="160000"/>
                </a:srgbClr>
              </a:gs>
              <a:gs pos="50000">
                <a:srgbClr val="0B7F8B">
                  <a:tint val="44500"/>
                  <a:satMod val="160000"/>
                </a:srgbClr>
              </a:gs>
              <a:gs pos="100000">
                <a:srgbClr val="0B7F8B">
                  <a:tint val="23500"/>
                  <a:satMod val="16000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rgbClr val="0B7F8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100" b="1" dirty="0">
                <a:solidFill>
                  <a:srgbClr val="0A11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</a:p>
        </p:txBody>
      </p:sp>
      <p:sp>
        <p:nvSpPr>
          <p:cNvPr id="40" name="CasellaDiTesto 39">
            <a:extLst>
              <a:ext uri="{FF2B5EF4-FFF2-40B4-BE49-F238E27FC236}">
                <a16:creationId xmlns:a16="http://schemas.microsoft.com/office/drawing/2014/main" id="{481D1754-9585-3312-BE6C-57F28B557124}"/>
              </a:ext>
            </a:extLst>
          </p:cNvPr>
          <p:cNvSpPr txBox="1"/>
          <p:nvPr/>
        </p:nvSpPr>
        <p:spPr>
          <a:xfrm>
            <a:off x="1601848" y="3853075"/>
            <a:ext cx="416284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7000" dirty="0">
                <a:solidFill>
                  <a:srgbClr val="0D1B4B"/>
                </a:solidFill>
              </a:rPr>
              <a:t>{</a:t>
            </a:r>
          </a:p>
        </p:txBody>
      </p:sp>
      <p:cxnSp>
        <p:nvCxnSpPr>
          <p:cNvPr id="44" name="Connettore 2 43">
            <a:extLst>
              <a:ext uri="{FF2B5EF4-FFF2-40B4-BE49-F238E27FC236}">
                <a16:creationId xmlns:a16="http://schemas.microsoft.com/office/drawing/2014/main" id="{0BE75748-FBF1-A9A4-4170-4F8AF96CD7F1}"/>
              </a:ext>
            </a:extLst>
          </p:cNvPr>
          <p:cNvCxnSpPr>
            <a:cxnSpLocks/>
            <a:stCxn id="34" idx="3"/>
          </p:cNvCxnSpPr>
          <p:nvPr/>
        </p:nvCxnSpPr>
        <p:spPr>
          <a:xfrm>
            <a:off x="1199375" y="4491328"/>
            <a:ext cx="463946" cy="0"/>
          </a:xfrm>
          <a:prstGeom prst="straightConnector1">
            <a:avLst/>
          </a:prstGeom>
          <a:ln>
            <a:solidFill>
              <a:srgbClr val="0D1B4B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CasellaDiTesto 48">
            <a:extLst>
              <a:ext uri="{FF2B5EF4-FFF2-40B4-BE49-F238E27FC236}">
                <a16:creationId xmlns:a16="http://schemas.microsoft.com/office/drawing/2014/main" id="{50174913-69D5-171D-320D-AA0BF919000D}"/>
              </a:ext>
            </a:extLst>
          </p:cNvPr>
          <p:cNvSpPr txBox="1"/>
          <p:nvPr/>
        </p:nvSpPr>
        <p:spPr>
          <a:xfrm>
            <a:off x="512856" y="4734627"/>
            <a:ext cx="76335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Dataset</a:t>
            </a:r>
          </a:p>
        </p:txBody>
      </p:sp>
      <p:sp>
        <p:nvSpPr>
          <p:cNvPr id="50" name="CasellaDiTesto 49">
            <a:extLst>
              <a:ext uri="{FF2B5EF4-FFF2-40B4-BE49-F238E27FC236}">
                <a16:creationId xmlns:a16="http://schemas.microsoft.com/office/drawing/2014/main" id="{80FD81D2-B99B-29D1-C97C-FB50BE9C70E7}"/>
              </a:ext>
            </a:extLst>
          </p:cNvPr>
          <p:cNvSpPr txBox="1"/>
          <p:nvPr/>
        </p:nvSpPr>
        <p:spPr>
          <a:xfrm>
            <a:off x="108440" y="3509131"/>
            <a:ext cx="349044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6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Workflow di Validazione Stratificata:</a:t>
            </a:r>
            <a:endParaRPr lang="it-IT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1" name="Rettangolo 50">
            <a:extLst>
              <a:ext uri="{FF2B5EF4-FFF2-40B4-BE49-F238E27FC236}">
                <a16:creationId xmlns:a16="http://schemas.microsoft.com/office/drawing/2014/main" id="{3930DA28-9091-D84E-3E0F-429EE2C015DD}"/>
              </a:ext>
            </a:extLst>
          </p:cNvPr>
          <p:cNvSpPr/>
          <p:nvPr/>
        </p:nvSpPr>
        <p:spPr>
          <a:xfrm>
            <a:off x="4389120" y="3788707"/>
            <a:ext cx="2315451" cy="547752"/>
          </a:xfrm>
          <a:prstGeom prst="rect">
            <a:avLst/>
          </a:prstGeom>
          <a:solidFill>
            <a:srgbClr val="CFD5EA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52" name="Rettangolo 51">
            <a:extLst>
              <a:ext uri="{FF2B5EF4-FFF2-40B4-BE49-F238E27FC236}">
                <a16:creationId xmlns:a16="http://schemas.microsoft.com/office/drawing/2014/main" id="{9E922825-CDB3-1639-5072-9101C7CCED2C}"/>
              </a:ext>
            </a:extLst>
          </p:cNvPr>
          <p:cNvSpPr/>
          <p:nvPr/>
        </p:nvSpPr>
        <p:spPr>
          <a:xfrm>
            <a:off x="4387878" y="4448730"/>
            <a:ext cx="2316693" cy="547752"/>
          </a:xfrm>
          <a:prstGeom prst="rect">
            <a:avLst/>
          </a:prstGeom>
          <a:solidFill>
            <a:srgbClr val="CFD5EA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53" name="CasellaDiTesto 52">
            <a:extLst>
              <a:ext uri="{FF2B5EF4-FFF2-40B4-BE49-F238E27FC236}">
                <a16:creationId xmlns:a16="http://schemas.microsoft.com/office/drawing/2014/main" id="{14DDB9A7-839B-C22A-3F7F-BFE6CF810850}"/>
              </a:ext>
            </a:extLst>
          </p:cNvPr>
          <p:cNvSpPr txBox="1"/>
          <p:nvPr/>
        </p:nvSpPr>
        <p:spPr>
          <a:xfrm>
            <a:off x="4870072" y="3784258"/>
            <a:ext cx="175994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1400" b="1" dirty="0" err="1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Stratified</a:t>
            </a:r>
            <a:r>
              <a:rPr lang="it-IT" sz="14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5-fold </a:t>
            </a:r>
          </a:p>
          <a:p>
            <a:pPr algn="ctr"/>
            <a:r>
              <a:rPr lang="it-IT" sz="14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Cross </a:t>
            </a:r>
            <a:r>
              <a:rPr lang="it-IT" sz="1400" b="1" dirty="0" err="1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validation</a:t>
            </a:r>
            <a:endParaRPr lang="it-IT" sz="1400" b="1" dirty="0">
              <a:solidFill>
                <a:srgbClr val="0D1B4B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4" name="CasellaDiTesto 53">
            <a:extLst>
              <a:ext uri="{FF2B5EF4-FFF2-40B4-BE49-F238E27FC236}">
                <a16:creationId xmlns:a16="http://schemas.microsoft.com/office/drawing/2014/main" id="{25BCDF16-D422-29C0-2C56-10ED696B3BA4}"/>
              </a:ext>
            </a:extLst>
          </p:cNvPr>
          <p:cNvSpPr txBox="1"/>
          <p:nvPr/>
        </p:nvSpPr>
        <p:spPr>
          <a:xfrm>
            <a:off x="4679920" y="4440787"/>
            <a:ext cx="214025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14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Sicurezza Metodologica:</a:t>
            </a:r>
          </a:p>
          <a:p>
            <a:pPr algn="ctr"/>
            <a:r>
              <a:rPr lang="it-IT" sz="1400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Risultati Reali</a:t>
            </a:r>
          </a:p>
        </p:txBody>
      </p:sp>
      <p:pic>
        <p:nvPicPr>
          <p:cNvPr id="56" name="Immagine 55">
            <a:extLst>
              <a:ext uri="{FF2B5EF4-FFF2-40B4-BE49-F238E27FC236}">
                <a16:creationId xmlns:a16="http://schemas.microsoft.com/office/drawing/2014/main" id="{9155418A-46F6-9385-503A-8FB7038F79F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34841" y="4526250"/>
            <a:ext cx="360679" cy="360679"/>
          </a:xfrm>
          <a:prstGeom prst="rect">
            <a:avLst/>
          </a:prstGeom>
        </p:spPr>
      </p:pic>
      <p:pic>
        <p:nvPicPr>
          <p:cNvPr id="58" name="Immagine 57">
            <a:extLst>
              <a:ext uri="{FF2B5EF4-FFF2-40B4-BE49-F238E27FC236}">
                <a16:creationId xmlns:a16="http://schemas.microsoft.com/office/drawing/2014/main" id="{E7BC9A2C-15E9-BD27-DF4A-F0D3C269DA99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63612" y="3865292"/>
            <a:ext cx="403873" cy="403873"/>
          </a:xfrm>
          <a:prstGeom prst="rect">
            <a:avLst/>
          </a:prstGeom>
        </p:spPr>
      </p:pic>
      <p:pic>
        <p:nvPicPr>
          <p:cNvPr id="60" name="Immagine 59">
            <a:extLst>
              <a:ext uri="{FF2B5EF4-FFF2-40B4-BE49-F238E27FC236}">
                <a16:creationId xmlns:a16="http://schemas.microsoft.com/office/drawing/2014/main" id="{18C36CAD-6BFA-CB27-CDB6-FD32A8680122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742779" y="2251314"/>
            <a:ext cx="2331538" cy="2331538"/>
          </a:xfrm>
          <a:prstGeom prst="rect">
            <a:avLst/>
          </a:prstGeom>
          <a:ln>
            <a:solidFill>
              <a:srgbClr val="FFFFFF"/>
            </a:solidFill>
          </a:ln>
        </p:spPr>
      </p:pic>
    </p:spTree>
    <p:extLst>
      <p:ext uri="{BB962C8B-B14F-4D97-AF65-F5344CB8AC3E}">
        <p14:creationId xmlns:p14="http://schemas.microsoft.com/office/powerpoint/2010/main" val="160150134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623119-38BB-59A5-1E51-99FEC20127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8F6A125E-6722-5A53-0E6E-69289EE2FC8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9144000" cy="914400"/>
          </a:xfrm>
          <a:prstGeom prst="rect">
            <a:avLst/>
          </a:prstGeom>
          <a:gradFill flip="none" rotWithShape="1">
            <a:gsLst>
              <a:gs pos="24000">
                <a:srgbClr val="0D1B4B"/>
              </a:gs>
              <a:gs pos="100000">
                <a:schemeClr val="accent1">
                  <a:lumMod val="45000"/>
                  <a:lumOff val="55000"/>
                </a:schemeClr>
              </a:gs>
              <a:gs pos="9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pPr algn="ctr"/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5CB5FFA0-3E67-A313-AD0D-0CCE15A3E1B6}"/>
              </a:ext>
            </a:extLst>
          </p:cNvPr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pic>
        <p:nvPicPr>
          <p:cNvPr id="21" name="Immagine 20">
            <a:extLst>
              <a:ext uri="{FF2B5EF4-FFF2-40B4-BE49-F238E27FC236}">
                <a16:creationId xmlns:a16="http://schemas.microsoft.com/office/drawing/2014/main" id="{2DA96AEE-FD2C-0A6D-2175-7D69B3A8FE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8952" y="-259528"/>
            <a:ext cx="1377647" cy="1390257"/>
          </a:xfrm>
          <a:prstGeom prst="rect">
            <a:avLst/>
          </a:prstGeom>
        </p:spPr>
      </p:pic>
      <p:pic>
        <p:nvPicPr>
          <p:cNvPr id="28" name="Immagine 27">
            <a:extLst>
              <a:ext uri="{FF2B5EF4-FFF2-40B4-BE49-F238E27FC236}">
                <a16:creationId xmlns:a16="http://schemas.microsoft.com/office/drawing/2014/main" id="{72096650-9F92-64DD-903C-3C72D5101E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401" y="81880"/>
            <a:ext cx="779053" cy="772472"/>
          </a:xfrm>
          <a:prstGeom prst="rect">
            <a:avLst/>
          </a:prstGeom>
        </p:spPr>
      </p:pic>
      <p:sp>
        <p:nvSpPr>
          <p:cNvPr id="5" name="Text 2">
            <a:extLst>
              <a:ext uri="{FF2B5EF4-FFF2-40B4-BE49-F238E27FC236}">
                <a16:creationId xmlns:a16="http://schemas.microsoft.com/office/drawing/2014/main" id="{724F819A-10B1-FD9C-3F31-44D102A6121E}"/>
              </a:ext>
            </a:extLst>
          </p:cNvPr>
          <p:cNvSpPr/>
          <p:nvPr/>
        </p:nvSpPr>
        <p:spPr>
          <a:xfrm>
            <a:off x="2284039" y="202940"/>
            <a:ext cx="43865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it-IT"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Risultati di classificazione</a:t>
            </a:r>
          </a:p>
        </p:txBody>
      </p:sp>
      <p:sp>
        <p:nvSpPr>
          <p:cNvPr id="6" name="Shape 1">
            <a:extLst>
              <a:ext uri="{FF2B5EF4-FFF2-40B4-BE49-F238E27FC236}">
                <a16:creationId xmlns:a16="http://schemas.microsoft.com/office/drawing/2014/main" id="{F5B0D178-F3B0-187D-73F5-95DBDDC873A0}"/>
              </a:ext>
            </a:extLst>
          </p:cNvPr>
          <p:cNvSpPr/>
          <p:nvPr/>
        </p:nvSpPr>
        <p:spPr>
          <a:xfrm>
            <a:off x="0" y="911657"/>
            <a:ext cx="9144000" cy="6035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9" name="Rettangolo con angoli arrotondati 8">
            <a:extLst>
              <a:ext uri="{FF2B5EF4-FFF2-40B4-BE49-F238E27FC236}">
                <a16:creationId xmlns:a16="http://schemas.microsoft.com/office/drawing/2014/main" id="{92CCC910-572E-36BA-CFDB-27627B5E97D0}"/>
              </a:ext>
            </a:extLst>
          </p:cNvPr>
          <p:cNvSpPr/>
          <p:nvPr/>
        </p:nvSpPr>
        <p:spPr>
          <a:xfrm>
            <a:off x="253673" y="1282443"/>
            <a:ext cx="2789672" cy="2824251"/>
          </a:xfrm>
          <a:prstGeom prst="roundRect">
            <a:avLst>
              <a:gd name="adj" fmla="val 6012"/>
            </a:avLst>
          </a:prstGeom>
          <a:solidFill>
            <a:srgbClr val="64748B">
              <a:alpha val="56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0" name="Rettangolo con angoli arrotondati 9">
            <a:extLst>
              <a:ext uri="{FF2B5EF4-FFF2-40B4-BE49-F238E27FC236}">
                <a16:creationId xmlns:a16="http://schemas.microsoft.com/office/drawing/2014/main" id="{7DF56532-1AAB-F989-B00D-A6B925F700A4}"/>
              </a:ext>
            </a:extLst>
          </p:cNvPr>
          <p:cNvSpPr/>
          <p:nvPr/>
        </p:nvSpPr>
        <p:spPr>
          <a:xfrm>
            <a:off x="1241402" y="1400939"/>
            <a:ext cx="814214" cy="815557"/>
          </a:xfrm>
          <a:prstGeom prst="roundRect">
            <a:avLst>
              <a:gd name="adj" fmla="val 15729"/>
            </a:avLst>
          </a:prstGeom>
          <a:solidFill>
            <a:srgbClr val="0D1B4B"/>
          </a:solidFill>
          <a:ln>
            <a:noFill/>
          </a:ln>
          <a:effectLst>
            <a:softEdge rad="508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DABAF401-1F55-8F4A-5AD7-E9615D7927AC}"/>
              </a:ext>
            </a:extLst>
          </p:cNvPr>
          <p:cNvSpPr txBox="1"/>
          <p:nvPr/>
        </p:nvSpPr>
        <p:spPr>
          <a:xfrm>
            <a:off x="249851" y="2215438"/>
            <a:ext cx="275265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sz="16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Baseline sui pixel grezzi</a:t>
            </a:r>
          </a:p>
        </p:txBody>
      </p: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3322C57A-6140-FD90-46C5-8E7D81FBFBFF}"/>
              </a:ext>
            </a:extLst>
          </p:cNvPr>
          <p:cNvSpPr txBox="1"/>
          <p:nvPr/>
        </p:nvSpPr>
        <p:spPr>
          <a:xfrm>
            <a:off x="290695" y="2740971"/>
            <a:ext cx="2718209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 </a:t>
            </a:r>
            <a:r>
              <a:rPr lang="it-IT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Logistic</a:t>
            </a:r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it-IT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Regression</a:t>
            </a:r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sui pixel originali</a:t>
            </a:r>
            <a:b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raggiunge l'</a:t>
            </a:r>
            <a:r>
              <a:rPr lang="it-IT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accuracy</a:t>
            </a:r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più alta: </a:t>
            </a:r>
            <a:r>
              <a:rPr lang="it-IT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85.1%.</a:t>
            </a:r>
            <a:b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Il KNN si ferma a </a:t>
            </a:r>
            <a:r>
              <a:rPr lang="it-IT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83.2%</a:t>
            </a:r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</a:t>
            </a:r>
            <a:b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risultando meno efficace nello spazio</a:t>
            </a:r>
            <a:b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 alta dimensionalità.</a:t>
            </a:r>
          </a:p>
        </p:txBody>
      </p:sp>
      <p:sp>
        <p:nvSpPr>
          <p:cNvPr id="27" name="Rettangolo con angoli arrotondati 26">
            <a:extLst>
              <a:ext uri="{FF2B5EF4-FFF2-40B4-BE49-F238E27FC236}">
                <a16:creationId xmlns:a16="http://schemas.microsoft.com/office/drawing/2014/main" id="{BA8C2094-875E-78FD-0177-0B6A4E6DCF42}"/>
              </a:ext>
            </a:extLst>
          </p:cNvPr>
          <p:cNvSpPr/>
          <p:nvPr/>
        </p:nvSpPr>
        <p:spPr>
          <a:xfrm>
            <a:off x="3179075" y="1644949"/>
            <a:ext cx="2789672" cy="2824251"/>
          </a:xfrm>
          <a:prstGeom prst="roundRect">
            <a:avLst>
              <a:gd name="adj" fmla="val 6012"/>
            </a:avLst>
          </a:prstGeom>
          <a:solidFill>
            <a:srgbClr val="64748B">
              <a:alpha val="56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9" name="Rettangolo con angoli arrotondati 28">
            <a:extLst>
              <a:ext uri="{FF2B5EF4-FFF2-40B4-BE49-F238E27FC236}">
                <a16:creationId xmlns:a16="http://schemas.microsoft.com/office/drawing/2014/main" id="{A9EFF4E2-B71A-F730-3D5F-FD1AD8F07B5E}"/>
              </a:ext>
            </a:extLst>
          </p:cNvPr>
          <p:cNvSpPr/>
          <p:nvPr/>
        </p:nvSpPr>
        <p:spPr>
          <a:xfrm>
            <a:off x="4166804" y="1763445"/>
            <a:ext cx="814214" cy="815557"/>
          </a:xfrm>
          <a:prstGeom prst="roundRect">
            <a:avLst>
              <a:gd name="adj" fmla="val 15729"/>
            </a:avLst>
          </a:prstGeom>
          <a:solidFill>
            <a:srgbClr val="0D1B4B"/>
          </a:solidFill>
          <a:ln>
            <a:noFill/>
          </a:ln>
          <a:effectLst>
            <a:softEdge rad="508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0" name="CasellaDiTesto 29">
            <a:extLst>
              <a:ext uri="{FF2B5EF4-FFF2-40B4-BE49-F238E27FC236}">
                <a16:creationId xmlns:a16="http://schemas.microsoft.com/office/drawing/2014/main" id="{595F3585-525B-122B-3FB3-05D454366849}"/>
              </a:ext>
            </a:extLst>
          </p:cNvPr>
          <p:cNvSpPr txBox="1"/>
          <p:nvPr/>
        </p:nvSpPr>
        <p:spPr>
          <a:xfrm>
            <a:off x="3209693" y="2564143"/>
            <a:ext cx="271821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sz="16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SVD: compressione quasi </a:t>
            </a:r>
            <a:r>
              <a:rPr lang="it-IT" sz="16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loseless</a:t>
            </a:r>
            <a:endParaRPr lang="it-IT" sz="1600" b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" name="CasellaDiTesto 30">
            <a:extLst>
              <a:ext uri="{FF2B5EF4-FFF2-40B4-BE49-F238E27FC236}">
                <a16:creationId xmlns:a16="http://schemas.microsoft.com/office/drawing/2014/main" id="{64CB1687-0E0E-8EBD-AF9B-49F846B0115E}"/>
              </a:ext>
            </a:extLst>
          </p:cNvPr>
          <p:cNvSpPr txBox="1"/>
          <p:nvPr/>
        </p:nvSpPr>
        <p:spPr>
          <a:xfrm>
            <a:off x="3265995" y="3057074"/>
            <a:ext cx="2605606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 SVD troncata a </a:t>
            </a:r>
            <a:r>
              <a:rPr lang="it-IT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k=10 </a:t>
            </a:r>
            <a:r>
              <a:rPr lang="it-IT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(7.8% dei dati originali),</a:t>
            </a:r>
            <a:br>
              <a:rPr lang="it-IT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it-IT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 </a:t>
            </a:r>
            <a:r>
              <a:rPr lang="it-IT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Logistic</a:t>
            </a:r>
            <a:r>
              <a:rPr lang="it-IT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it-IT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Regression</a:t>
            </a:r>
            <a:r>
              <a:rPr lang="it-IT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raggiunge</a:t>
            </a:r>
            <a:br>
              <a:rPr lang="it-IT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it-IT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85.3%</a:t>
            </a:r>
            <a:r>
              <a:rPr lang="it-IT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di </a:t>
            </a:r>
            <a:r>
              <a:rPr lang="it-IT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accuracy</a:t>
            </a:r>
            <a:r>
              <a:rPr lang="it-IT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in linea con la baseline.</a:t>
            </a:r>
          </a:p>
        </p:txBody>
      </p:sp>
      <p:sp>
        <p:nvSpPr>
          <p:cNvPr id="32" name="Rettangolo con angoli arrotondati 31">
            <a:extLst>
              <a:ext uri="{FF2B5EF4-FFF2-40B4-BE49-F238E27FC236}">
                <a16:creationId xmlns:a16="http://schemas.microsoft.com/office/drawing/2014/main" id="{79527AFE-B2C0-B998-B924-560030397BB5}"/>
              </a:ext>
            </a:extLst>
          </p:cNvPr>
          <p:cNvSpPr/>
          <p:nvPr/>
        </p:nvSpPr>
        <p:spPr>
          <a:xfrm>
            <a:off x="6104477" y="2002169"/>
            <a:ext cx="2789672" cy="2824251"/>
          </a:xfrm>
          <a:prstGeom prst="roundRect">
            <a:avLst>
              <a:gd name="adj" fmla="val 6012"/>
            </a:avLst>
          </a:prstGeom>
          <a:solidFill>
            <a:srgbClr val="64748B">
              <a:alpha val="56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3" name="Rettangolo con angoli arrotondati 32">
            <a:extLst>
              <a:ext uri="{FF2B5EF4-FFF2-40B4-BE49-F238E27FC236}">
                <a16:creationId xmlns:a16="http://schemas.microsoft.com/office/drawing/2014/main" id="{6D7D6021-E6BA-5927-24E2-C7FB57539355}"/>
              </a:ext>
            </a:extLst>
          </p:cNvPr>
          <p:cNvSpPr/>
          <p:nvPr/>
        </p:nvSpPr>
        <p:spPr>
          <a:xfrm>
            <a:off x="7092206" y="2120665"/>
            <a:ext cx="814214" cy="815557"/>
          </a:xfrm>
          <a:prstGeom prst="roundRect">
            <a:avLst>
              <a:gd name="adj" fmla="val 15729"/>
            </a:avLst>
          </a:prstGeom>
          <a:solidFill>
            <a:srgbClr val="0D1B4B"/>
          </a:solidFill>
          <a:ln>
            <a:noFill/>
          </a:ln>
          <a:effectLst>
            <a:softEdge rad="508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4" name="CasellaDiTesto 33">
            <a:extLst>
              <a:ext uri="{FF2B5EF4-FFF2-40B4-BE49-F238E27FC236}">
                <a16:creationId xmlns:a16="http://schemas.microsoft.com/office/drawing/2014/main" id="{201B04D5-DA4E-22FD-2323-0455F908C075}"/>
              </a:ext>
            </a:extLst>
          </p:cNvPr>
          <p:cNvSpPr txBox="1"/>
          <p:nvPr/>
        </p:nvSpPr>
        <p:spPr>
          <a:xfrm>
            <a:off x="6116184" y="2848693"/>
            <a:ext cx="271821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sz="16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PCA: forte riduzione dimensionale </a:t>
            </a:r>
          </a:p>
        </p:txBody>
      </p:sp>
      <p:sp>
        <p:nvSpPr>
          <p:cNvPr id="35" name="CasellaDiTesto 34">
            <a:extLst>
              <a:ext uri="{FF2B5EF4-FFF2-40B4-BE49-F238E27FC236}">
                <a16:creationId xmlns:a16="http://schemas.microsoft.com/office/drawing/2014/main" id="{8E35B743-F597-4055-AFBC-D4D0ECDF480B}"/>
              </a:ext>
            </a:extLst>
          </p:cNvPr>
          <p:cNvSpPr txBox="1"/>
          <p:nvPr/>
        </p:nvSpPr>
        <p:spPr>
          <a:xfrm>
            <a:off x="6172117" y="3433468"/>
            <a:ext cx="2662277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 </a:t>
            </a:r>
            <a:r>
              <a:rPr lang="it-IT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25</a:t>
            </a:r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componenti principali</a:t>
            </a:r>
            <a:b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 PCA raggiunge il miglior risultato:</a:t>
            </a:r>
            <a:b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it-IT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83.6%</a:t>
            </a:r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con KNN e </a:t>
            </a:r>
            <a:r>
              <a:rPr lang="it-IT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83.4%</a:t>
            </a:r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con </a:t>
            </a:r>
            <a:r>
              <a:rPr lang="it-IT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Logistic</a:t>
            </a:r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it-IT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Regression</a:t>
            </a:r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È il miglior compromesso tra drastica riduzione delle feature</a:t>
            </a:r>
            <a:b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 capacità discriminativa.</a:t>
            </a:r>
          </a:p>
        </p:txBody>
      </p:sp>
      <p:pic>
        <p:nvPicPr>
          <p:cNvPr id="26" name="Immagine 25">
            <a:extLst>
              <a:ext uri="{FF2B5EF4-FFF2-40B4-BE49-F238E27FC236}">
                <a16:creationId xmlns:a16="http://schemas.microsoft.com/office/drawing/2014/main" id="{C6C2E521-A95C-D0A4-6514-7F10ED442DA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54067" y="2268291"/>
            <a:ext cx="480265" cy="480265"/>
          </a:xfrm>
          <a:prstGeom prst="rect">
            <a:avLst/>
          </a:prstGeom>
        </p:spPr>
      </p:pic>
      <p:pic>
        <p:nvPicPr>
          <p:cNvPr id="37" name="Immagine 36">
            <a:extLst>
              <a:ext uri="{FF2B5EF4-FFF2-40B4-BE49-F238E27FC236}">
                <a16:creationId xmlns:a16="http://schemas.microsoft.com/office/drawing/2014/main" id="{DCA9D92E-30EA-5EE3-0812-40937A898DD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19857" y="1926345"/>
            <a:ext cx="497882" cy="497882"/>
          </a:xfrm>
          <a:prstGeom prst="rect">
            <a:avLst/>
          </a:prstGeom>
        </p:spPr>
      </p:pic>
      <p:pic>
        <p:nvPicPr>
          <p:cNvPr id="39" name="Immagine 38">
            <a:extLst>
              <a:ext uri="{FF2B5EF4-FFF2-40B4-BE49-F238E27FC236}">
                <a16:creationId xmlns:a16="http://schemas.microsoft.com/office/drawing/2014/main" id="{422ED92B-8ED8-F06F-740B-6D65E9441F1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89387" y="1523799"/>
            <a:ext cx="519928" cy="5199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297581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05950D-91A9-A7EE-4051-A0B6229329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3BEFA893-A014-DE10-BB6C-E9307F6B3A2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9144000" cy="914400"/>
          </a:xfrm>
          <a:prstGeom prst="rect">
            <a:avLst/>
          </a:prstGeom>
          <a:gradFill flip="none" rotWithShape="1">
            <a:gsLst>
              <a:gs pos="24000">
                <a:srgbClr val="0D1B4B"/>
              </a:gs>
              <a:gs pos="100000">
                <a:schemeClr val="accent1">
                  <a:lumMod val="45000"/>
                  <a:lumOff val="55000"/>
                </a:schemeClr>
              </a:gs>
              <a:gs pos="9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pPr algn="ctr"/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79161D63-B76B-C7CA-3D1B-B24487453618}"/>
              </a:ext>
            </a:extLst>
          </p:cNvPr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pic>
        <p:nvPicPr>
          <p:cNvPr id="21" name="Immagine 20">
            <a:extLst>
              <a:ext uri="{FF2B5EF4-FFF2-40B4-BE49-F238E27FC236}">
                <a16:creationId xmlns:a16="http://schemas.microsoft.com/office/drawing/2014/main" id="{25A07E88-A8EE-FF8C-D802-C5A40186BC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8952" y="-259528"/>
            <a:ext cx="1377647" cy="1390257"/>
          </a:xfrm>
          <a:prstGeom prst="rect">
            <a:avLst/>
          </a:prstGeom>
        </p:spPr>
      </p:pic>
      <p:pic>
        <p:nvPicPr>
          <p:cNvPr id="28" name="Immagine 27">
            <a:extLst>
              <a:ext uri="{FF2B5EF4-FFF2-40B4-BE49-F238E27FC236}">
                <a16:creationId xmlns:a16="http://schemas.microsoft.com/office/drawing/2014/main" id="{B69DFF7A-5A54-C267-0F7C-0945F629D1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401" y="81880"/>
            <a:ext cx="779053" cy="772472"/>
          </a:xfrm>
          <a:prstGeom prst="rect">
            <a:avLst/>
          </a:prstGeom>
        </p:spPr>
      </p:pic>
      <p:sp>
        <p:nvSpPr>
          <p:cNvPr id="5" name="Text 2">
            <a:extLst>
              <a:ext uri="{FF2B5EF4-FFF2-40B4-BE49-F238E27FC236}">
                <a16:creationId xmlns:a16="http://schemas.microsoft.com/office/drawing/2014/main" id="{D357CD7B-F272-0D2B-1232-E26052251644}"/>
              </a:ext>
            </a:extLst>
          </p:cNvPr>
          <p:cNvSpPr/>
          <p:nvPr/>
        </p:nvSpPr>
        <p:spPr>
          <a:xfrm>
            <a:off x="1187481" y="199605"/>
            <a:ext cx="6411471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it-IT"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Risultati a confronto I - </a:t>
            </a:r>
            <a:r>
              <a:rPr lang="it-IT" sz="2200" b="1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KNN vs </a:t>
            </a:r>
            <a:r>
              <a:rPr lang="it-IT" sz="2200" b="1" i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Logistic</a:t>
            </a:r>
            <a:r>
              <a:rPr lang="it-IT" sz="2200" b="1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it-IT" sz="2200" b="1" i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Regression</a:t>
            </a:r>
            <a:endParaRPr lang="it-IT" sz="2200" b="1" i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2" name="Immagine 11">
            <a:extLst>
              <a:ext uri="{FF2B5EF4-FFF2-40B4-BE49-F238E27FC236}">
                <a16:creationId xmlns:a16="http://schemas.microsoft.com/office/drawing/2014/main" id="{B5E6601C-B4AF-392D-FD52-CBF16BAD27A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173928"/>
            <a:ext cx="9144000" cy="1821768"/>
          </a:xfrm>
          <a:prstGeom prst="rect">
            <a:avLst/>
          </a:prstGeom>
        </p:spPr>
      </p:pic>
      <p:pic>
        <p:nvPicPr>
          <p:cNvPr id="14" name="Immagine 13">
            <a:extLst>
              <a:ext uri="{FF2B5EF4-FFF2-40B4-BE49-F238E27FC236}">
                <a16:creationId xmlns:a16="http://schemas.microsoft.com/office/drawing/2014/main" id="{559725E1-993E-E3A6-D3A9-9E0E55A9CDA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3157161"/>
            <a:ext cx="9144000" cy="17867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372897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050414-869C-D829-A491-7AE9C6DFA2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B083171F-BC38-42DB-19A5-E47AB4882CB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9144000" cy="914400"/>
          </a:xfrm>
          <a:prstGeom prst="rect">
            <a:avLst/>
          </a:prstGeom>
          <a:gradFill flip="none" rotWithShape="1">
            <a:gsLst>
              <a:gs pos="24000">
                <a:srgbClr val="0D1B4B"/>
              </a:gs>
              <a:gs pos="100000">
                <a:schemeClr val="accent1">
                  <a:lumMod val="45000"/>
                  <a:lumOff val="55000"/>
                </a:schemeClr>
              </a:gs>
              <a:gs pos="9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pPr algn="ctr"/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83647DCF-C7B3-3B71-BA2E-86E6FEC308D4}"/>
              </a:ext>
            </a:extLst>
          </p:cNvPr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pic>
        <p:nvPicPr>
          <p:cNvPr id="21" name="Immagine 20">
            <a:extLst>
              <a:ext uri="{FF2B5EF4-FFF2-40B4-BE49-F238E27FC236}">
                <a16:creationId xmlns:a16="http://schemas.microsoft.com/office/drawing/2014/main" id="{7576898A-3BCC-64AD-D44E-854E453D9E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8952" y="-259528"/>
            <a:ext cx="1377647" cy="1390257"/>
          </a:xfrm>
          <a:prstGeom prst="rect">
            <a:avLst/>
          </a:prstGeom>
        </p:spPr>
      </p:pic>
      <p:pic>
        <p:nvPicPr>
          <p:cNvPr id="28" name="Immagine 27">
            <a:extLst>
              <a:ext uri="{FF2B5EF4-FFF2-40B4-BE49-F238E27FC236}">
                <a16:creationId xmlns:a16="http://schemas.microsoft.com/office/drawing/2014/main" id="{A5CC8070-3249-33B2-E246-EBA853F093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401" y="81880"/>
            <a:ext cx="779053" cy="772472"/>
          </a:xfrm>
          <a:prstGeom prst="rect">
            <a:avLst/>
          </a:prstGeom>
        </p:spPr>
      </p:pic>
      <p:sp>
        <p:nvSpPr>
          <p:cNvPr id="5" name="Text 2">
            <a:extLst>
              <a:ext uri="{FF2B5EF4-FFF2-40B4-BE49-F238E27FC236}">
                <a16:creationId xmlns:a16="http://schemas.microsoft.com/office/drawing/2014/main" id="{AB3A60B6-F6FD-F69B-BE9F-BC5A85B9A91F}"/>
              </a:ext>
            </a:extLst>
          </p:cNvPr>
          <p:cNvSpPr/>
          <p:nvPr/>
        </p:nvSpPr>
        <p:spPr>
          <a:xfrm>
            <a:off x="1174815" y="202940"/>
            <a:ext cx="6411471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it-IT"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Risultati a confronto II - </a:t>
            </a:r>
            <a:r>
              <a:rPr lang="it-IT" sz="2200" b="1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KNN vs </a:t>
            </a:r>
            <a:r>
              <a:rPr lang="it-IT" sz="2200" b="1" i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Logistic</a:t>
            </a:r>
            <a:r>
              <a:rPr lang="it-IT" sz="2200" b="1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it-IT" sz="2200" b="1" i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Regression</a:t>
            </a:r>
            <a:endParaRPr lang="it-IT" sz="2200" b="1" i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7" name="Immagine 16">
            <a:extLst>
              <a:ext uri="{FF2B5EF4-FFF2-40B4-BE49-F238E27FC236}">
                <a16:creationId xmlns:a16="http://schemas.microsoft.com/office/drawing/2014/main" id="{AAFEDCC3-BE9A-0439-CA34-A8AE8AEF2D5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8407" y="984164"/>
            <a:ext cx="7207185" cy="41593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74226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8887DB-4D72-577B-0756-2BFC894BF4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031C9429-880E-480B-9387-88D9C866732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9144000" cy="914400"/>
          </a:xfrm>
          <a:prstGeom prst="rect">
            <a:avLst/>
          </a:prstGeom>
          <a:gradFill flip="none" rotWithShape="1">
            <a:gsLst>
              <a:gs pos="24000">
                <a:srgbClr val="0D1B4B"/>
              </a:gs>
              <a:gs pos="100000">
                <a:schemeClr val="accent1">
                  <a:lumMod val="45000"/>
                  <a:lumOff val="55000"/>
                </a:schemeClr>
              </a:gs>
              <a:gs pos="9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pPr algn="ctr"/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EE6A1EFA-1977-6035-5A71-3E8E973699CB}"/>
              </a:ext>
            </a:extLst>
          </p:cNvPr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pic>
        <p:nvPicPr>
          <p:cNvPr id="21" name="Immagine 20">
            <a:extLst>
              <a:ext uri="{FF2B5EF4-FFF2-40B4-BE49-F238E27FC236}">
                <a16:creationId xmlns:a16="http://schemas.microsoft.com/office/drawing/2014/main" id="{8460A7B1-6533-36A6-643D-6885AE1E5D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8952" y="-259528"/>
            <a:ext cx="1377647" cy="1390257"/>
          </a:xfrm>
          <a:prstGeom prst="rect">
            <a:avLst/>
          </a:prstGeom>
        </p:spPr>
      </p:pic>
      <p:pic>
        <p:nvPicPr>
          <p:cNvPr id="28" name="Immagine 27">
            <a:extLst>
              <a:ext uri="{FF2B5EF4-FFF2-40B4-BE49-F238E27FC236}">
                <a16:creationId xmlns:a16="http://schemas.microsoft.com/office/drawing/2014/main" id="{22AFF211-744F-912C-6ED3-128367F155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401" y="81880"/>
            <a:ext cx="779053" cy="772472"/>
          </a:xfrm>
          <a:prstGeom prst="rect">
            <a:avLst/>
          </a:prstGeom>
        </p:spPr>
      </p:pic>
      <p:sp>
        <p:nvSpPr>
          <p:cNvPr id="5" name="Text 2">
            <a:extLst>
              <a:ext uri="{FF2B5EF4-FFF2-40B4-BE49-F238E27FC236}">
                <a16:creationId xmlns:a16="http://schemas.microsoft.com/office/drawing/2014/main" id="{FC61E695-E5C8-321C-6D38-6CF64419309C}"/>
              </a:ext>
            </a:extLst>
          </p:cNvPr>
          <p:cNvSpPr/>
          <p:nvPr/>
        </p:nvSpPr>
        <p:spPr>
          <a:xfrm>
            <a:off x="2774346" y="170424"/>
            <a:ext cx="359530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it-IT"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Conclusioni e Sviluppi Futuri</a:t>
            </a: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F6E46B46-E241-B56F-A765-AA3E2C80870E}"/>
              </a:ext>
            </a:extLst>
          </p:cNvPr>
          <p:cNvSpPr txBox="1"/>
          <p:nvPr/>
        </p:nvSpPr>
        <p:spPr>
          <a:xfrm>
            <a:off x="328582" y="1111498"/>
            <a:ext cx="172530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b="1" dirty="0">
                <a:solidFill>
                  <a:srgbClr val="02809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RISULTATI</a:t>
            </a:r>
            <a:endParaRPr lang="it-IT" dirty="0">
              <a:solidFill>
                <a:srgbClr val="02809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7" name="Connettore diritto 6">
            <a:extLst>
              <a:ext uri="{FF2B5EF4-FFF2-40B4-BE49-F238E27FC236}">
                <a16:creationId xmlns:a16="http://schemas.microsoft.com/office/drawing/2014/main" id="{B5593A02-7B1C-C874-1761-5D1A09B56DC5}"/>
              </a:ext>
            </a:extLst>
          </p:cNvPr>
          <p:cNvCxnSpPr>
            <a:cxnSpLocks/>
          </p:cNvCxnSpPr>
          <p:nvPr/>
        </p:nvCxnSpPr>
        <p:spPr>
          <a:xfrm>
            <a:off x="336495" y="1538852"/>
            <a:ext cx="396000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  <a:effectLst>
            <a:glow rad="63500">
              <a:srgbClr val="5F67A6">
                <a:alpha val="7000"/>
              </a:srgbClr>
            </a:glo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ttore diritto 7">
            <a:extLst>
              <a:ext uri="{FF2B5EF4-FFF2-40B4-BE49-F238E27FC236}">
                <a16:creationId xmlns:a16="http://schemas.microsoft.com/office/drawing/2014/main" id="{B581E3DC-A06A-16F3-525C-7DF21E90E0DF}"/>
              </a:ext>
            </a:extLst>
          </p:cNvPr>
          <p:cNvCxnSpPr>
            <a:cxnSpLocks/>
          </p:cNvCxnSpPr>
          <p:nvPr/>
        </p:nvCxnSpPr>
        <p:spPr>
          <a:xfrm>
            <a:off x="336495" y="2651806"/>
            <a:ext cx="396000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  <a:effectLst>
            <a:glow rad="63500">
              <a:srgbClr val="5F67A6">
                <a:alpha val="7000"/>
              </a:srgbClr>
            </a:glo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ttore diritto 8">
            <a:extLst>
              <a:ext uri="{FF2B5EF4-FFF2-40B4-BE49-F238E27FC236}">
                <a16:creationId xmlns:a16="http://schemas.microsoft.com/office/drawing/2014/main" id="{6C1B1B41-1028-8B2B-26C7-4D1917A38CED}"/>
              </a:ext>
            </a:extLst>
          </p:cNvPr>
          <p:cNvCxnSpPr>
            <a:cxnSpLocks/>
          </p:cNvCxnSpPr>
          <p:nvPr/>
        </p:nvCxnSpPr>
        <p:spPr>
          <a:xfrm>
            <a:off x="344106" y="3742063"/>
            <a:ext cx="4023912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  <a:effectLst>
            <a:glow rad="63500">
              <a:srgbClr val="5F67A6">
                <a:alpha val="7000"/>
              </a:srgbClr>
            </a:glo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10976688-C967-1A11-80CA-BDC0EBBA2F83}"/>
              </a:ext>
            </a:extLst>
          </p:cNvPr>
          <p:cNvSpPr txBox="1"/>
          <p:nvPr/>
        </p:nvSpPr>
        <p:spPr>
          <a:xfrm>
            <a:off x="1079303" y="1620734"/>
            <a:ext cx="338363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Efficienza Estrema a "Basso Rango"</a:t>
            </a:r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2BD6FC31-2E7F-6ADC-0E18-E89BC6CD57A0}"/>
              </a:ext>
            </a:extLst>
          </p:cNvPr>
          <p:cNvSpPr txBox="1"/>
          <p:nvPr/>
        </p:nvSpPr>
        <p:spPr>
          <a:xfrm>
            <a:off x="1065236" y="2725036"/>
            <a:ext cx="363151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Interpretabilità qualitativa delle Componenti</a:t>
            </a:r>
          </a:p>
        </p:txBody>
      </p: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504DCB69-D7F0-4B82-AB28-B4B2B50A3798}"/>
              </a:ext>
            </a:extLst>
          </p:cNvPr>
          <p:cNvSpPr txBox="1"/>
          <p:nvPr/>
        </p:nvSpPr>
        <p:spPr>
          <a:xfrm>
            <a:off x="1064082" y="3819812"/>
            <a:ext cx="321719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Superiorità della Separabilità Lineare</a:t>
            </a:r>
          </a:p>
        </p:txBody>
      </p: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D6CFDA93-1674-7EE6-E1C9-50C638120488}"/>
              </a:ext>
            </a:extLst>
          </p:cNvPr>
          <p:cNvSpPr txBox="1"/>
          <p:nvPr/>
        </p:nvSpPr>
        <p:spPr>
          <a:xfrm>
            <a:off x="1079304" y="1932246"/>
            <a:ext cx="321719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Le radiografie toraciche non sono dati caotici, ma presentano una struttura a basso rango, coerente con l’efficacia dell’SVD.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48B43C57-D078-EB2C-BCED-61EB7A6CE32D}"/>
              </a:ext>
            </a:extLst>
          </p:cNvPr>
          <p:cNvSpPr txBox="1"/>
          <p:nvPr/>
        </p:nvSpPr>
        <p:spPr>
          <a:xfrm>
            <a:off x="1071693" y="3030965"/>
            <a:ext cx="323241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 scomposizione dello spazio tramite PCA genera dei pattern che hanno un significato anatomico diretto e comprensibile.</a:t>
            </a:r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B9C4B5B0-9464-0598-1CC6-2C0C6A1DF243}"/>
              </a:ext>
            </a:extLst>
          </p:cNvPr>
          <p:cNvSpPr txBox="1"/>
          <p:nvPr/>
        </p:nvSpPr>
        <p:spPr>
          <a:xfrm>
            <a:off x="1071693" y="4133096"/>
            <a:ext cx="316693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Le classi mostrano una separabilità parziale nello spazio ridotto, ma con sovrapposizione residua che richiede classificatori supervisionati.</a:t>
            </a:r>
          </a:p>
        </p:txBody>
      </p: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7DE6A211-6879-5E37-82B5-9F70D99DE795}"/>
              </a:ext>
            </a:extLst>
          </p:cNvPr>
          <p:cNvSpPr txBox="1"/>
          <p:nvPr/>
        </p:nvSpPr>
        <p:spPr>
          <a:xfrm>
            <a:off x="4748553" y="1116794"/>
            <a:ext cx="18562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b="1" dirty="0">
                <a:solidFill>
                  <a:srgbClr val="F0A5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EVOLUZIONE</a:t>
            </a:r>
            <a:endParaRPr lang="it-IT" dirty="0">
              <a:solidFill>
                <a:srgbClr val="F0A5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7" name="Immagine 26" descr="Immagine che contiene Elementi grafici, simbolo, cerchio, logo&#10;&#10;Il contenuto generato dall'IA potrebbe non essere corretto.">
            <a:extLst>
              <a:ext uri="{FF2B5EF4-FFF2-40B4-BE49-F238E27FC236}">
                <a16:creationId xmlns:a16="http://schemas.microsoft.com/office/drawing/2014/main" id="{408337D1-BC0E-8F14-7C4D-C789E8FF1F9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3679" y="2940002"/>
            <a:ext cx="448191" cy="448191"/>
          </a:xfrm>
          <a:prstGeom prst="rect">
            <a:avLst/>
          </a:prstGeom>
        </p:spPr>
      </p:pic>
      <p:pic>
        <p:nvPicPr>
          <p:cNvPr id="32" name="Immagine 31" descr="Immagine che contiene Elementi grafici, simbolo, clipart&#10;&#10;Il contenuto generato dall'IA potrebbe non essere corretto.">
            <a:extLst>
              <a:ext uri="{FF2B5EF4-FFF2-40B4-BE49-F238E27FC236}">
                <a16:creationId xmlns:a16="http://schemas.microsoft.com/office/drawing/2014/main" id="{8DB0CB35-E01B-1659-DCB1-8C74B1E97DE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2592" y="4174645"/>
            <a:ext cx="454098" cy="454098"/>
          </a:xfrm>
          <a:prstGeom prst="rect">
            <a:avLst/>
          </a:prstGeom>
        </p:spPr>
      </p:pic>
      <p:pic>
        <p:nvPicPr>
          <p:cNvPr id="33" name="Immagine 32" descr="Immagine che contiene simbolo, cerchio, Elementi grafici, Carattere&#10;&#10;Il contenuto generato dall'IA potrebbe non essere corretto.">
            <a:extLst>
              <a:ext uri="{FF2B5EF4-FFF2-40B4-BE49-F238E27FC236}">
                <a16:creationId xmlns:a16="http://schemas.microsoft.com/office/drawing/2014/main" id="{E207D11A-2C7D-9927-5376-B11EB7CB2C8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2592" y="1870829"/>
            <a:ext cx="454098" cy="454098"/>
          </a:xfrm>
          <a:prstGeom prst="rect">
            <a:avLst/>
          </a:prstGeom>
        </p:spPr>
      </p:pic>
      <p:cxnSp>
        <p:nvCxnSpPr>
          <p:cNvPr id="46" name="Connettore diritto 45">
            <a:extLst>
              <a:ext uri="{FF2B5EF4-FFF2-40B4-BE49-F238E27FC236}">
                <a16:creationId xmlns:a16="http://schemas.microsoft.com/office/drawing/2014/main" id="{ECF4D4B8-54D0-9127-7FA6-B2C3AF93ABAD}"/>
              </a:ext>
            </a:extLst>
          </p:cNvPr>
          <p:cNvCxnSpPr>
            <a:cxnSpLocks/>
          </p:cNvCxnSpPr>
          <p:nvPr/>
        </p:nvCxnSpPr>
        <p:spPr>
          <a:xfrm>
            <a:off x="4746200" y="1538852"/>
            <a:ext cx="396000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  <a:effectLst>
            <a:glow rad="63500">
              <a:srgbClr val="5F67A6">
                <a:alpha val="7000"/>
              </a:srgbClr>
            </a:glo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ttore diritto 63">
            <a:extLst>
              <a:ext uri="{FF2B5EF4-FFF2-40B4-BE49-F238E27FC236}">
                <a16:creationId xmlns:a16="http://schemas.microsoft.com/office/drawing/2014/main" id="{F220748D-17E2-0E28-9475-EC592B84CFB0}"/>
              </a:ext>
            </a:extLst>
          </p:cNvPr>
          <p:cNvCxnSpPr>
            <a:cxnSpLocks/>
          </p:cNvCxnSpPr>
          <p:nvPr/>
        </p:nvCxnSpPr>
        <p:spPr>
          <a:xfrm>
            <a:off x="4791147" y="2651806"/>
            <a:ext cx="396000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  <a:effectLst>
            <a:glow rad="63500">
              <a:srgbClr val="5F67A6">
                <a:alpha val="7000"/>
              </a:srgbClr>
            </a:glo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ttore diritto 64">
            <a:extLst>
              <a:ext uri="{FF2B5EF4-FFF2-40B4-BE49-F238E27FC236}">
                <a16:creationId xmlns:a16="http://schemas.microsoft.com/office/drawing/2014/main" id="{72B26ACA-C1CE-BE26-571A-67943C8AA729}"/>
              </a:ext>
            </a:extLst>
          </p:cNvPr>
          <p:cNvCxnSpPr>
            <a:cxnSpLocks/>
          </p:cNvCxnSpPr>
          <p:nvPr/>
        </p:nvCxnSpPr>
        <p:spPr>
          <a:xfrm>
            <a:off x="4792610" y="3742063"/>
            <a:ext cx="396000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  <a:effectLst>
            <a:glow rad="63500">
              <a:srgbClr val="5F67A6">
                <a:alpha val="7000"/>
              </a:srgbClr>
            </a:glo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CasellaDiTesto 65">
            <a:extLst>
              <a:ext uri="{FF2B5EF4-FFF2-40B4-BE49-F238E27FC236}">
                <a16:creationId xmlns:a16="http://schemas.microsoft.com/office/drawing/2014/main" id="{943E3293-5C19-68B7-FFD5-0C042D18AB03}"/>
              </a:ext>
            </a:extLst>
          </p:cNvPr>
          <p:cNvSpPr txBox="1"/>
          <p:nvPr/>
        </p:nvSpPr>
        <p:spPr>
          <a:xfrm>
            <a:off x="5400832" y="1614451"/>
            <a:ext cx="316337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Dimensione Supervisionata (LDA)</a:t>
            </a:r>
          </a:p>
        </p:txBody>
      </p:sp>
      <p:sp>
        <p:nvSpPr>
          <p:cNvPr id="67" name="CasellaDiTesto 66">
            <a:extLst>
              <a:ext uri="{FF2B5EF4-FFF2-40B4-BE49-F238E27FC236}">
                <a16:creationId xmlns:a16="http://schemas.microsoft.com/office/drawing/2014/main" id="{79ADFCAB-EE1F-B2D9-37D2-181213EAA5FD}"/>
              </a:ext>
            </a:extLst>
          </p:cNvPr>
          <p:cNvSpPr txBox="1"/>
          <p:nvPr/>
        </p:nvSpPr>
        <p:spPr>
          <a:xfrm>
            <a:off x="5400832" y="2731126"/>
            <a:ext cx="343363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Validazione Anatomica dell'Errore</a:t>
            </a:r>
          </a:p>
        </p:txBody>
      </p:sp>
      <p:sp>
        <p:nvSpPr>
          <p:cNvPr id="68" name="CasellaDiTesto 67">
            <a:extLst>
              <a:ext uri="{FF2B5EF4-FFF2-40B4-BE49-F238E27FC236}">
                <a16:creationId xmlns:a16="http://schemas.microsoft.com/office/drawing/2014/main" id="{BD3311F7-6EA2-E001-E5B3-868FED639DF0}"/>
              </a:ext>
            </a:extLst>
          </p:cNvPr>
          <p:cNvSpPr txBox="1"/>
          <p:nvPr/>
        </p:nvSpPr>
        <p:spPr>
          <a:xfrm>
            <a:off x="5400833" y="3819812"/>
            <a:ext cx="316693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Esplorazione dei Cluster Non-Lineari </a:t>
            </a:r>
          </a:p>
        </p:txBody>
      </p:sp>
      <p:sp>
        <p:nvSpPr>
          <p:cNvPr id="69" name="CasellaDiTesto 68">
            <a:extLst>
              <a:ext uri="{FF2B5EF4-FFF2-40B4-BE49-F238E27FC236}">
                <a16:creationId xmlns:a16="http://schemas.microsoft.com/office/drawing/2014/main" id="{69F30CA0-C0BC-5D8F-D6B9-C7B4448681A9}"/>
              </a:ext>
            </a:extLst>
          </p:cNvPr>
          <p:cNvSpPr txBox="1"/>
          <p:nvPr/>
        </p:nvSpPr>
        <p:spPr>
          <a:xfrm>
            <a:off x="5400833" y="1910359"/>
            <a:ext cx="330536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L'integrazione della LDA permetterebbe di comprimere i dati per risparmiare spazio e massimizzare la distanza statistica tra le classi.</a:t>
            </a:r>
          </a:p>
        </p:txBody>
      </p:sp>
      <p:sp>
        <p:nvSpPr>
          <p:cNvPr id="70" name="CasellaDiTesto 69">
            <a:extLst>
              <a:ext uri="{FF2B5EF4-FFF2-40B4-BE49-F238E27FC236}">
                <a16:creationId xmlns:a16="http://schemas.microsoft.com/office/drawing/2014/main" id="{92BFAD79-4C3A-D040-BEB9-6DE33AB48DC2}"/>
              </a:ext>
            </a:extLst>
          </p:cNvPr>
          <p:cNvSpPr txBox="1"/>
          <p:nvPr/>
        </p:nvSpPr>
        <p:spPr>
          <a:xfrm>
            <a:off x="5400832" y="3024892"/>
            <a:ext cx="326718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Creare una </a:t>
            </a:r>
            <a:r>
              <a:rPr lang="it-IT" sz="12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heatmap</a:t>
            </a:r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dell'errore sopra l'immagine originale per ottenere un parametro di sicurezza clinica.</a:t>
            </a:r>
          </a:p>
        </p:txBody>
      </p:sp>
      <p:sp>
        <p:nvSpPr>
          <p:cNvPr id="71" name="CasellaDiTesto 70">
            <a:extLst>
              <a:ext uri="{FF2B5EF4-FFF2-40B4-BE49-F238E27FC236}">
                <a16:creationId xmlns:a16="http://schemas.microsoft.com/office/drawing/2014/main" id="{E48412AB-D201-C2F0-91AC-7145BA92E9F1}"/>
              </a:ext>
            </a:extLst>
          </p:cNvPr>
          <p:cNvSpPr txBox="1"/>
          <p:nvPr/>
        </p:nvSpPr>
        <p:spPr>
          <a:xfrm>
            <a:off x="5390631" y="4127589"/>
            <a:ext cx="328758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L'evoluzione naturale è l'uso di algoritmi di </a:t>
            </a:r>
            <a:r>
              <a:rPr lang="it-IT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Manifold</a:t>
            </a:r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Learning come t-SNE o UMAP per visualizzare il dataset in 2D/3D.</a:t>
            </a:r>
          </a:p>
        </p:txBody>
      </p:sp>
      <p:pic>
        <p:nvPicPr>
          <p:cNvPr id="74" name="Immagine 73">
            <a:extLst>
              <a:ext uri="{FF2B5EF4-FFF2-40B4-BE49-F238E27FC236}">
                <a16:creationId xmlns:a16="http://schemas.microsoft.com/office/drawing/2014/main" id="{74DDD935-B8C5-886B-5EA0-BBACF4DC907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91147" y="1771616"/>
            <a:ext cx="609685" cy="609685"/>
          </a:xfrm>
          <a:prstGeom prst="rect">
            <a:avLst/>
          </a:prstGeom>
        </p:spPr>
      </p:pic>
      <p:pic>
        <p:nvPicPr>
          <p:cNvPr id="76" name="Immagine 75">
            <a:extLst>
              <a:ext uri="{FF2B5EF4-FFF2-40B4-BE49-F238E27FC236}">
                <a16:creationId xmlns:a16="http://schemas.microsoft.com/office/drawing/2014/main" id="{FB592E11-1C76-8DD8-7D91-E20475070CD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863196" y="2915800"/>
            <a:ext cx="465585" cy="465585"/>
          </a:xfrm>
          <a:prstGeom prst="rect">
            <a:avLst/>
          </a:prstGeom>
        </p:spPr>
      </p:pic>
      <p:pic>
        <p:nvPicPr>
          <p:cNvPr id="78" name="Immagine 77">
            <a:extLst>
              <a:ext uri="{FF2B5EF4-FFF2-40B4-BE49-F238E27FC236}">
                <a16:creationId xmlns:a16="http://schemas.microsoft.com/office/drawing/2014/main" id="{3C1B966D-831A-691A-2B69-C4D96F96306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792610" y="3973700"/>
            <a:ext cx="609685" cy="6096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266609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87681F3-945B-A8F4-9373-376FD7701E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Immagine 16">
            <a:extLst>
              <a:ext uri="{FF2B5EF4-FFF2-40B4-BE49-F238E27FC236}">
                <a16:creationId xmlns:a16="http://schemas.microsoft.com/office/drawing/2014/main" id="{03846278-F808-30F4-5D96-DDFE661676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4908" y="-117632"/>
            <a:ext cx="3374036" cy="1906329"/>
          </a:xfrm>
          <a:prstGeom prst="rect">
            <a:avLst/>
          </a:prstGeom>
        </p:spPr>
      </p:pic>
      <p:pic>
        <p:nvPicPr>
          <p:cNvPr id="4" name="Immagine 3">
            <a:extLst>
              <a:ext uri="{FF2B5EF4-FFF2-40B4-BE49-F238E27FC236}">
                <a16:creationId xmlns:a16="http://schemas.microsoft.com/office/drawing/2014/main" id="{40328584-94C4-CD9A-64BE-CF6706021A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056" y="247518"/>
            <a:ext cx="2967636" cy="1291293"/>
          </a:xfrm>
          <a:prstGeom prst="rect">
            <a:avLst/>
          </a:prstGeom>
        </p:spPr>
      </p:pic>
      <p:sp>
        <p:nvSpPr>
          <p:cNvPr id="18" name="CasellaDiTesto 17">
            <a:extLst>
              <a:ext uri="{FF2B5EF4-FFF2-40B4-BE49-F238E27FC236}">
                <a16:creationId xmlns:a16="http://schemas.microsoft.com/office/drawing/2014/main" id="{F3E91250-FC2D-9091-FFB6-8003BEEA84BA}"/>
              </a:ext>
            </a:extLst>
          </p:cNvPr>
          <p:cNvSpPr txBox="1"/>
          <p:nvPr/>
        </p:nvSpPr>
        <p:spPr>
          <a:xfrm>
            <a:off x="1388959" y="1906686"/>
            <a:ext cx="707741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5400" b="1" i="1" noProof="0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Grazie per l’attenzione!</a:t>
            </a:r>
          </a:p>
        </p:txBody>
      </p:sp>
      <p:sp>
        <p:nvSpPr>
          <p:cNvPr id="19" name="CasellaDiTesto 18">
            <a:extLst>
              <a:ext uri="{FF2B5EF4-FFF2-40B4-BE49-F238E27FC236}">
                <a16:creationId xmlns:a16="http://schemas.microsoft.com/office/drawing/2014/main" id="{C2E4E6E6-70D1-0C1E-F1B3-2C6A366F7726}"/>
              </a:ext>
            </a:extLst>
          </p:cNvPr>
          <p:cNvSpPr txBox="1"/>
          <p:nvPr/>
        </p:nvSpPr>
        <p:spPr>
          <a:xfrm>
            <a:off x="3327916" y="4101195"/>
            <a:ext cx="319950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6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Email:</a:t>
            </a:r>
          </a:p>
          <a:p>
            <a:r>
              <a:rPr lang="it-IT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a.patruno7@studenti.poliba.it</a:t>
            </a:r>
          </a:p>
        </p:txBody>
      </p:sp>
      <p:sp>
        <p:nvSpPr>
          <p:cNvPr id="20" name="CasellaDiTesto 19">
            <a:extLst>
              <a:ext uri="{FF2B5EF4-FFF2-40B4-BE49-F238E27FC236}">
                <a16:creationId xmlns:a16="http://schemas.microsoft.com/office/drawing/2014/main" id="{20717180-3244-031C-27B2-21048DD9282F}"/>
              </a:ext>
            </a:extLst>
          </p:cNvPr>
          <p:cNvSpPr txBox="1"/>
          <p:nvPr/>
        </p:nvSpPr>
        <p:spPr>
          <a:xfrm>
            <a:off x="1016828" y="4121222"/>
            <a:ext cx="204992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6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Studente:</a:t>
            </a:r>
          </a:p>
          <a:p>
            <a:r>
              <a:rPr lang="it-IT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Andrea Patruno</a:t>
            </a:r>
          </a:p>
        </p:txBody>
      </p:sp>
      <p:sp>
        <p:nvSpPr>
          <p:cNvPr id="22" name="CasellaDiTesto 21">
            <a:extLst>
              <a:ext uri="{FF2B5EF4-FFF2-40B4-BE49-F238E27FC236}">
                <a16:creationId xmlns:a16="http://schemas.microsoft.com/office/drawing/2014/main" id="{AA143371-A4A0-6DD7-A11D-E9BA162D5520}"/>
              </a:ext>
            </a:extLst>
          </p:cNvPr>
          <p:cNvSpPr txBox="1"/>
          <p:nvPr/>
        </p:nvSpPr>
        <p:spPr>
          <a:xfrm>
            <a:off x="3327917" y="3379097"/>
            <a:ext cx="319950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6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Email:</a:t>
            </a:r>
          </a:p>
          <a:p>
            <a:r>
              <a:rPr lang="it-IT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i.colella@studenti.poliba.it</a:t>
            </a:r>
          </a:p>
        </p:txBody>
      </p:sp>
      <p:sp>
        <p:nvSpPr>
          <p:cNvPr id="23" name="CasellaDiTesto 22">
            <a:extLst>
              <a:ext uri="{FF2B5EF4-FFF2-40B4-BE49-F238E27FC236}">
                <a16:creationId xmlns:a16="http://schemas.microsoft.com/office/drawing/2014/main" id="{C5B7F598-C71F-7D57-B66B-011BC23F4F57}"/>
              </a:ext>
            </a:extLst>
          </p:cNvPr>
          <p:cNvSpPr txBox="1"/>
          <p:nvPr/>
        </p:nvSpPr>
        <p:spPr>
          <a:xfrm>
            <a:off x="1016828" y="3379097"/>
            <a:ext cx="204992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6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Studente:</a:t>
            </a:r>
          </a:p>
          <a:p>
            <a:r>
              <a:rPr lang="it-IT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Ivan Giacomo Colella</a:t>
            </a:r>
          </a:p>
        </p:txBody>
      </p:sp>
    </p:spTree>
    <p:extLst>
      <p:ext uri="{BB962C8B-B14F-4D97-AF65-F5344CB8AC3E}">
        <p14:creationId xmlns:p14="http://schemas.microsoft.com/office/powerpoint/2010/main" val="311479846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6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9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  <p:bldP spid="19" grpId="0"/>
      <p:bldP spid="20" grpId="0"/>
      <p:bldP spid="22" grpId="0"/>
      <p:bldP spid="23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2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FD1CEE74-A20D-41C5-BA8D-EB25E6DD089B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c3153610-0a4d-4ee1-82c9-fb5dcfc82a72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TM04033919[[fn=Circuito]]</Template>
  <TotalTime>1117</TotalTime>
  <Words>1755</Words>
  <Application>Microsoft Office PowerPoint</Application>
  <PresentationFormat>Presentazione su schermo (16:9)</PresentationFormat>
  <Paragraphs>244</Paragraphs>
  <Slides>19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6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19</vt:i4>
      </vt:variant>
    </vt:vector>
  </HeadingPairs>
  <TitlesOfParts>
    <vt:vector size="26" baseType="lpstr">
      <vt:lpstr>Arial</vt:lpstr>
      <vt:lpstr>Calibri</vt:lpstr>
      <vt:lpstr>Cambria</vt:lpstr>
      <vt:lpstr>Cambria Math</vt:lpstr>
      <vt:lpstr>Consolas</vt:lpstr>
      <vt:lpstr>Times New Roman</vt:lpstr>
      <vt:lpstr>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SVD e PCA per l'Analisi di Immagini Mediche</dc:title>
  <dc:subject>PptxGenJS Presentation</dc:subject>
  <dc:creator>Andrea Patruno</dc:creator>
  <cp:lastModifiedBy>PATRUNO ANDREA</cp:lastModifiedBy>
  <cp:revision>9</cp:revision>
  <dcterms:created xsi:type="dcterms:W3CDTF">2026-04-10T10:38:47Z</dcterms:created>
  <dcterms:modified xsi:type="dcterms:W3CDTF">2026-04-22T11:58:25Z</dcterms:modified>
</cp:coreProperties>
</file>