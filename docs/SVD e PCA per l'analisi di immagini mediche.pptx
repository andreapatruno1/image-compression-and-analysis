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1" r:id="rId2"/>
    <p:sldId id="26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D1B4B"/>
    <a:srgbClr val="CFD5EA"/>
    <a:srgbClr val="E9EBF5"/>
    <a:srgbClr val="0A1128"/>
    <a:srgbClr val="0B7F8B"/>
    <a:srgbClr val="028090"/>
    <a:srgbClr val="64748B"/>
    <a:srgbClr val="82AAFF"/>
    <a:srgbClr val="89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DC412-93B0-4647-AF16-AAD7E9940F4D}" v="159" dt="2026-04-14T10:03:28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2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UNO ANDREA" userId="434c2d3d-d760-4baf-8981-191d7218719d" providerId="ADAL" clId="{D49931E2-CE7A-4E79-93FA-3282CEFD0145}"/>
    <pc:docChg chg="undo redo custSel addSld delSld modSld sldOrd">
      <pc:chgData name="PATRUNO ANDREA" userId="434c2d3d-d760-4baf-8981-191d7218719d" providerId="ADAL" clId="{D49931E2-CE7A-4E79-93FA-3282CEFD0145}" dt="2026-04-14T10:04:37.815" v="2193" actId="1076"/>
      <pc:docMkLst>
        <pc:docMk/>
      </pc:docMkLst>
      <pc:sldChg chg="addSp delSp modSp mod">
        <pc:chgData name="PATRUNO ANDREA" userId="434c2d3d-d760-4baf-8981-191d7218719d" providerId="ADAL" clId="{D49931E2-CE7A-4E79-93FA-3282CEFD0145}" dt="2026-04-14T08:34:06.087" v="1475" actId="20577"/>
        <pc:sldMkLst>
          <pc:docMk/>
          <pc:sldMk cId="0" sldId="256"/>
        </pc:sldMkLst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8:33:54.104" v="1458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8:33:54.104" v="145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34:06.087" v="1475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31:46.615" v="1438" actId="14100"/>
          <ac:spMkLst>
            <pc:docMk/>
            <pc:sldMk cId="0" sldId="256"/>
            <ac:spMk id="8" creationId="{735C6579-BFD9-8E92-4914-725EEDA60B3D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21" creationId="{42C903A0-549B-41CD-68A2-BCD537033D52}"/>
          </ac:spMkLst>
        </pc:spChg>
        <pc:grpChg chg="del mod">
          <ac:chgData name="PATRUNO ANDREA" userId="434c2d3d-d760-4baf-8981-191d7218719d" providerId="ADAL" clId="{D49931E2-CE7A-4E79-93FA-3282CEFD0145}" dt="2026-04-14T08:31:47.583" v="1439" actId="478"/>
          <ac:grpSpMkLst>
            <pc:docMk/>
            <pc:sldMk cId="0" sldId="256"/>
            <ac:grpSpMk id="2" creationId="{C2569AAD-390F-1421-6E26-E09754C0DD47}"/>
          </ac:grpSpMkLst>
        </pc:grpChg>
        <pc:picChg chg="add del mod">
          <ac:chgData name="PATRUNO ANDREA" userId="434c2d3d-d760-4baf-8981-191d7218719d" providerId="ADAL" clId="{D49931E2-CE7A-4E79-93FA-3282CEFD0145}" dt="2026-04-14T08:28:43.650" v="1427" actId="478"/>
          <ac:picMkLst>
            <pc:docMk/>
            <pc:sldMk cId="0" sldId="256"/>
            <ac:picMk id="10" creationId="{EBA8AFF1-463D-A65E-D8A6-7B608ABF133C}"/>
          </ac:picMkLst>
        </pc:picChg>
        <pc:picChg chg="add mod">
          <ac:chgData name="PATRUNO ANDREA" userId="434c2d3d-d760-4baf-8981-191d7218719d" providerId="ADAL" clId="{D49931E2-CE7A-4E79-93FA-3282CEFD0145}" dt="2026-04-14T08:33:12.061" v="1446" actId="34807"/>
          <ac:picMkLst>
            <pc:docMk/>
            <pc:sldMk cId="0" sldId="256"/>
            <ac:picMk id="16" creationId="{C0F8BD52-01F8-965A-3310-531DE91C3412}"/>
          </ac:picMkLst>
        </pc:picChg>
        <pc:picChg chg="mod">
          <ac:chgData name="PATRUNO ANDREA" userId="434c2d3d-d760-4baf-8981-191d7218719d" providerId="ADAL" clId="{D49931E2-CE7A-4E79-93FA-3282CEFD0145}" dt="2026-04-14T08:32:45.423" v="1445" actId="34807"/>
          <ac:picMkLst>
            <pc:docMk/>
            <pc:sldMk cId="0" sldId="256"/>
            <ac:picMk id="25" creationId="{3A04ECB1-7679-695D-F40A-F00131D65DA1}"/>
          </ac:picMkLst>
        </pc:picChg>
        <pc:picChg chg="mod">
          <ac:chgData name="PATRUNO ANDREA" userId="434c2d3d-d760-4baf-8981-191d7218719d" providerId="ADAL" clId="{D49931E2-CE7A-4E79-93FA-3282CEFD0145}" dt="2026-04-14T08:31:46.615" v="1438" actId="14100"/>
          <ac:picMkLst>
            <pc:docMk/>
            <pc:sldMk cId="0" sldId="256"/>
            <ac:picMk id="1029" creationId="{3DEBCD12-9B7E-5F1F-64BB-0F1C078FC2BE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08:49:04.967" v="1605"/>
        <pc:sldMkLst>
          <pc:docMk/>
          <pc:sldMk cId="0" sldId="257"/>
        </pc:sldMkLst>
        <pc:spChg chg="mod">
          <ac:chgData name="PATRUNO ANDREA" userId="434c2d3d-d760-4baf-8981-191d7218719d" providerId="ADAL" clId="{D49931E2-CE7A-4E79-93FA-3282CEFD0145}" dt="2026-04-14T08:48:50.934" v="1603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6:07:59.998" v="1423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15:38.801" v="59"/>
          <ac:spMkLst>
            <pc:docMk/>
            <pc:sldMk cId="0" sldId="257"/>
            <ac:spMk id="2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08:17:33.349" v="83" actId="478"/>
          <ac:spMkLst>
            <pc:docMk/>
            <pc:sldMk cId="0" sldId="257"/>
            <ac:spMk id="35" creationId="{00000000-0000-0000-0000-000000000000}"/>
          </ac:spMkLst>
        </pc:spChg>
        <pc:spChg chg="add del">
          <ac:chgData name="PATRUNO ANDREA" userId="434c2d3d-d760-4baf-8981-191d7218719d" providerId="ADAL" clId="{D49931E2-CE7A-4E79-93FA-3282CEFD0145}" dt="2026-04-13T08:16:46.273" v="67" actId="22"/>
          <ac:spMkLst>
            <pc:docMk/>
            <pc:sldMk cId="0" sldId="257"/>
            <ac:spMk id="39" creationId="{BE01E4B4-7C3D-675A-E6C8-AD20AC7B11BF}"/>
          </ac:spMkLst>
        </pc:spChg>
        <pc:spChg chg="add del mod">
          <ac:chgData name="PATRUNO ANDREA" userId="434c2d3d-d760-4baf-8981-191d7218719d" providerId="ADAL" clId="{D49931E2-CE7A-4E79-93FA-3282CEFD0145}" dt="2026-04-14T08:49:04.967" v="1605"/>
          <ac:spMkLst>
            <pc:docMk/>
            <pc:sldMk cId="0" sldId="257"/>
            <ac:spMk id="41" creationId="{73C7781D-04BA-29A7-10E8-BA5A51A13BC2}"/>
          </ac:spMkLst>
        </pc:spChg>
        <pc:picChg chg="add mod">
          <ac:chgData name="PATRUNO ANDREA" userId="434c2d3d-d760-4baf-8981-191d7218719d" providerId="ADAL" clId="{D49931E2-CE7A-4E79-93FA-3282CEFD0145}" dt="2026-04-14T08:48:20.857" v="1590" actId="1076"/>
          <ac:picMkLst>
            <pc:docMk/>
            <pc:sldMk cId="0" sldId="257"/>
            <ac:picMk id="37" creationId="{83BE93DF-1235-1ED3-2F1B-7DD9C61EC3BB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09:18:01.041" v="1802" actId="1076"/>
        <pc:sldMkLst>
          <pc:docMk/>
          <pc:sldMk cId="0" sldId="258"/>
        </pc:sldMkLst>
        <pc:spChg chg="del mod">
          <ac:chgData name="PATRUNO ANDREA" userId="434c2d3d-d760-4baf-8981-191d7218719d" providerId="ADAL" clId="{D49931E2-CE7A-4E79-93FA-3282CEFD0145}" dt="2026-04-13T15:58:34.492" v="1413" actId="478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5" creationId="{0B36CE44-39E2-7ECF-48BF-23569CE45FAD}"/>
          </ac:spMkLst>
        </pc:spChg>
        <pc:spChg chg="add 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09.241" v="1773" actId="1076"/>
          <ac:spMkLst>
            <pc:docMk/>
            <pc:sldMk cId="0" sldId="258"/>
            <ac:spMk id="10" creationId="{F3F7F29F-5085-C0C3-D062-20552E9FA42D}"/>
          </ac:spMkLst>
        </pc:spChg>
        <pc:spChg chg="mod">
          <ac:chgData name="PATRUNO ANDREA" userId="434c2d3d-d760-4baf-8981-191d7218719d" providerId="ADAL" clId="{D49931E2-CE7A-4E79-93FA-3282CEFD0145}" dt="2026-04-14T09:08:44.370" v="166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08:34.251" v="166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0.306" v="178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2.552" v="178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1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10.480" v="1774" actId="20577"/>
          <ac:spMkLst>
            <pc:docMk/>
            <pc:sldMk cId="0" sldId="258"/>
            <ac:spMk id="16" creationId="{E1C09EEF-1157-51C0-C4B1-91715498ADDF}"/>
          </ac:spMkLst>
        </pc:spChg>
        <pc:spChg chg="add del">
          <ac:chgData name="PATRUNO ANDREA" userId="434c2d3d-d760-4baf-8981-191d7218719d" providerId="ADAL" clId="{D49931E2-CE7A-4E79-93FA-3282CEFD0145}" dt="2026-04-13T08:24:08.596" v="149" actId="22"/>
          <ac:spMkLst>
            <pc:docMk/>
            <pc:sldMk cId="0" sldId="258"/>
            <ac:spMk id="16" creationId="{F0F1FF01-D38B-286E-4ABD-907600B68464}"/>
          </ac:spMkLst>
        </pc:spChg>
        <pc:spChg chg="mod">
          <ac:chgData name="PATRUNO ANDREA" userId="434c2d3d-d760-4baf-8981-191d7218719d" providerId="ADAL" clId="{D49931E2-CE7A-4E79-93FA-3282CEFD0145}" dt="2026-04-14T09:09:06.730" v="1671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49.504" v="1753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4.216" v="1790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09:02.968" v="1670" actId="1076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2.160" v="1704" actId="1076"/>
          <ac:spMkLst>
            <pc:docMk/>
            <pc:sldMk cId="0" sldId="258"/>
            <ac:spMk id="22" creationId="{CC5488AA-3E9E-48FE-0E8D-7949FCB2F955}"/>
          </ac:spMkLst>
        </pc:spChg>
        <pc:spChg chg="add mod">
          <ac:chgData name="PATRUNO ANDREA" userId="434c2d3d-d760-4baf-8981-191d7218719d" providerId="ADAL" clId="{D49931E2-CE7A-4E79-93FA-3282CEFD0145}" dt="2026-04-14T08:49:43.109" v="1608" actId="1076"/>
          <ac:spMkLst>
            <pc:docMk/>
            <pc:sldMk cId="0" sldId="258"/>
            <ac:spMk id="24" creationId="{DF6454D3-D0F3-FB4E-E0AA-4D0529EBBBE4}"/>
          </ac:spMkLst>
        </pc:spChg>
        <pc:spChg chg="add mod">
          <ac:chgData name="PATRUNO ANDREA" userId="434c2d3d-d760-4baf-8981-191d7218719d" providerId="ADAL" clId="{D49931E2-CE7A-4E79-93FA-3282CEFD0145}" dt="2026-04-14T09:11:08.492" v="1711" actId="1076"/>
          <ac:spMkLst>
            <pc:docMk/>
            <pc:sldMk cId="0" sldId="258"/>
            <ac:spMk id="25" creationId="{1FA43306-5854-3FDC-DC40-64CE2F4EF2FE}"/>
          </ac:spMkLst>
        </pc:spChg>
        <pc:spChg chg="add mod">
          <ac:chgData name="PATRUNO ANDREA" userId="434c2d3d-d760-4baf-8981-191d7218719d" providerId="ADAL" clId="{D49931E2-CE7A-4E79-93FA-3282CEFD0145}" dt="2026-04-14T09:10:52.160" v="1704" actId="1076"/>
          <ac:spMkLst>
            <pc:docMk/>
            <pc:sldMk cId="0" sldId="258"/>
            <ac:spMk id="27" creationId="{6D0704E0-3FAC-03DC-9D7A-01DBAF2A4806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29" creationId="{69F4903D-9185-24ED-347B-0B72E120E38A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0" creationId="{1E978BC4-872D-2D3D-D25C-3D0E6B63DC3C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1" creationId="{0D93FB14-4C2B-7F8B-D901-E6D1332B647E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2" creationId="{34EB40D4-B9D6-C6FB-64D5-5B5D396B7DD7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3" creationId="{59E5999C-425B-9CE8-B5BF-A1E8AC68DC84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34" creationId="{A356B9A7-E817-A205-774E-1BBCE37F12A5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5" creationId="{AC703B74-15F7-FB03-9B4B-1906E1C7A6F0}"/>
          </ac:spMkLst>
        </pc:spChg>
        <pc:spChg chg="mod">
          <ac:chgData name="PATRUNO ANDREA" userId="434c2d3d-d760-4baf-8981-191d7218719d" providerId="ADAL" clId="{D49931E2-CE7A-4E79-93FA-3282CEFD0145}" dt="2026-04-14T09:08:34.251" v="1663" actId="1076"/>
          <ac:spMkLst>
            <pc:docMk/>
            <pc:sldMk cId="0" sldId="258"/>
            <ac:spMk id="36" creationId="{60961725-D9AD-3387-4C49-2894430F26A9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37" creationId="{639639AD-186D-5C18-6F39-3D16BB13ECE8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38" creationId="{A16E7144-B6A9-C7F4-B894-81441A97DAF5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39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40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51.347" v="1781" actId="20577"/>
          <ac:spMkLst>
            <pc:docMk/>
            <pc:sldMk cId="0" sldId="258"/>
            <ac:spMk id="41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42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43" creationId="{A356B9A7-E817-A205-774E-1BBCE37F12A5}"/>
          </ac:spMkLst>
        </pc:spChg>
        <pc:spChg chg="add mod">
          <ac:chgData name="PATRUNO ANDREA" userId="434c2d3d-d760-4baf-8981-191d7218719d" providerId="ADAL" clId="{D49931E2-CE7A-4E79-93FA-3282CEFD0145}" dt="2026-04-14T09:15:09.856" v="1761" actId="1076"/>
          <ac:spMkLst>
            <pc:docMk/>
            <pc:sldMk cId="0" sldId="258"/>
            <ac:spMk id="44" creationId="{EEE10183-B31D-6F61-4075-C84852F47774}"/>
          </ac:spMkLst>
        </pc:spChg>
        <pc:graphicFrameChg chg="add mod">
          <ac:chgData name="PATRUNO ANDREA" userId="434c2d3d-d760-4baf-8981-191d7218719d" providerId="ADAL" clId="{D49931E2-CE7A-4E79-93FA-3282CEFD0145}" dt="2026-04-14T09:14:55.204" v="1756"/>
          <ac:graphicFrameMkLst>
            <pc:docMk/>
            <pc:sldMk cId="0" sldId="258"/>
            <ac:graphicFrameMk id="45" creationId="{FD2A6319-DE12-F967-DC9D-BC9C9BB2223C}"/>
          </ac:graphicFrameMkLst>
        </pc:graphicFrameChg>
        <pc:graphicFrameChg chg="add mod">
          <ac:chgData name="PATRUNO ANDREA" userId="434c2d3d-d760-4baf-8981-191d7218719d" providerId="ADAL" clId="{D49931E2-CE7A-4E79-93FA-3282CEFD0145}" dt="2026-04-14T09:14:57.932" v="1759"/>
          <ac:graphicFrameMkLst>
            <pc:docMk/>
            <pc:sldMk cId="0" sldId="258"/>
            <ac:graphicFrameMk id="46" creationId="{47616794-8F5D-CB41-D966-6724F700AB51}"/>
          </ac:graphicFrameMkLst>
        </pc:graphicFrameChg>
        <pc:picChg chg="add del mod">
          <ac:chgData name="PATRUNO ANDREA" userId="434c2d3d-d760-4baf-8981-191d7218719d" providerId="ADAL" clId="{D49931E2-CE7A-4E79-93FA-3282CEFD0145}" dt="2026-04-14T09:13:52.406" v="1754" actId="478"/>
          <ac:picMkLst>
            <pc:docMk/>
            <pc:sldMk cId="0" sldId="258"/>
            <ac:picMk id="26" creationId="{CE1F1071-A53E-FDD3-DBE6-BB965429E0C7}"/>
          </ac:picMkLst>
        </pc:picChg>
        <pc:picChg chg="add del mod">
          <ac:chgData name="PATRUNO ANDREA" userId="434c2d3d-d760-4baf-8981-191d7218719d" providerId="ADAL" clId="{D49931E2-CE7A-4E79-93FA-3282CEFD0145}" dt="2026-04-14T09:16:27.954" v="1778" actId="207"/>
          <ac:picMkLst>
            <pc:docMk/>
            <pc:sldMk cId="0" sldId="258"/>
            <ac:picMk id="48" creationId="{B63065C7-5CF5-6BD2-2233-83164220D182}"/>
          </ac:picMkLst>
        </pc:picChg>
        <pc:picChg chg="add mod">
          <ac:chgData name="PATRUNO ANDREA" userId="434c2d3d-d760-4baf-8981-191d7218719d" providerId="ADAL" clId="{D49931E2-CE7A-4E79-93FA-3282CEFD0145}" dt="2026-04-14T09:16:39.006" v="1779" actId="931"/>
          <ac:picMkLst>
            <pc:docMk/>
            <pc:sldMk cId="0" sldId="258"/>
            <ac:picMk id="50" creationId="{B92C75AB-B92D-82BB-4036-08100D897C2A}"/>
          </ac:picMkLst>
        </pc:picChg>
        <pc:picChg chg="add mod">
          <ac:chgData name="PATRUNO ANDREA" userId="434c2d3d-d760-4baf-8981-191d7218719d" providerId="ADAL" clId="{D49931E2-CE7A-4E79-93FA-3282CEFD0145}" dt="2026-04-14T09:17:05.694" v="1786" actId="207"/>
          <ac:picMkLst>
            <pc:docMk/>
            <pc:sldMk cId="0" sldId="258"/>
            <ac:picMk id="52" creationId="{766A6417-DD39-A215-3998-DDB32AD04B51}"/>
          </ac:picMkLst>
        </pc:picChg>
        <pc:picChg chg="add mod">
          <ac:chgData name="PATRUNO ANDREA" userId="434c2d3d-d760-4baf-8981-191d7218719d" providerId="ADAL" clId="{D49931E2-CE7A-4E79-93FA-3282CEFD0145}" dt="2026-04-14T09:17:35.201" v="1796" actId="1076"/>
          <ac:picMkLst>
            <pc:docMk/>
            <pc:sldMk cId="0" sldId="258"/>
            <ac:picMk id="54" creationId="{C494954C-7CF7-CDCD-C828-29F09920E696}"/>
          </ac:picMkLst>
        </pc:picChg>
        <pc:picChg chg="add mod">
          <ac:chgData name="PATRUNO ANDREA" userId="434c2d3d-d760-4baf-8981-191d7218719d" providerId="ADAL" clId="{D49931E2-CE7A-4E79-93FA-3282CEFD0145}" dt="2026-04-14T09:18:01.041" v="1802" actId="1076"/>
          <ac:picMkLst>
            <pc:docMk/>
            <pc:sldMk cId="0" sldId="258"/>
            <ac:picMk id="56" creationId="{BF172172-20C7-5E00-8326-1042DFB5D79F}"/>
          </ac:picMkLst>
        </pc:picChg>
      </pc:sldChg>
      <pc:sldChg chg="delSp modSp mod">
        <pc:chgData name="PATRUNO ANDREA" userId="434c2d3d-d760-4baf-8981-191d7218719d" providerId="ADAL" clId="{D49931E2-CE7A-4E79-93FA-3282CEFD0145}" dt="2026-04-14T09:19:07.332" v="1914" actId="207"/>
        <pc:sldMkLst>
          <pc:docMk/>
          <pc:sldMk cId="0" sldId="259"/>
        </pc:sldMkLst>
        <pc:spChg chg="del">
          <ac:chgData name="PATRUNO ANDREA" userId="434c2d3d-d760-4baf-8981-191d7218719d" providerId="ADAL" clId="{D49931E2-CE7A-4E79-93FA-3282CEFD0145}" dt="2026-04-13T15:59:22.058" v="1414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35:18.051" v="1316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33.079" v="187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2.848" v="1912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4.976" v="1913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21.954" v="1829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29.104" v="1859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7.332" v="1914" actId="20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1.008" v="1911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43.206" v="1906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56.431" v="1910" actId="207"/>
          <ac:spMkLst>
            <pc:docMk/>
            <pc:sldMk cId="0" sldId="259"/>
            <ac:spMk id="32" creationId="{00000000-0000-0000-0000-000000000000}"/>
          </ac:spMkLst>
        </pc:spChg>
      </pc:sldChg>
      <pc:sldChg chg="addSp delSp modSp mod ord">
        <pc:chgData name="PATRUNO ANDREA" userId="434c2d3d-d760-4baf-8981-191d7218719d" providerId="ADAL" clId="{D49931E2-CE7A-4E79-93FA-3282CEFD0145}" dt="2026-04-14T09:37:50.416" v="2039" actId="20577"/>
        <pc:sldMkLst>
          <pc:docMk/>
          <pc:sldMk cId="0" sldId="260"/>
        </pc:sldMkLst>
        <pc:spChg chg="del">
          <ac:chgData name="PATRUNO ANDREA" userId="434c2d3d-d760-4baf-8981-191d7218719d" providerId="ADAL" clId="{D49931E2-CE7A-4E79-93FA-3282CEFD0145}" dt="2026-04-13T16:07:51.822" v="1422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37:50.416" v="2039" actId="20577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3T08:29:47.250" v="218"/>
          <ac:spMkLst>
            <pc:docMk/>
            <pc:sldMk cId="0" sldId="260"/>
            <ac:spMk id="23" creationId="{FDF5BFD2-8BBC-EFAB-CEC4-3914D8BF6992}"/>
          </ac:spMkLst>
        </pc:spChg>
        <pc:graphicFrameChg chg="modGraphic">
          <ac:chgData name="PATRUNO ANDREA" userId="434c2d3d-d760-4baf-8981-191d7218719d" providerId="ADAL" clId="{D49931E2-CE7A-4E79-93FA-3282CEFD0145}" dt="2026-04-14T09:37:35.774" v="2033" actId="120"/>
          <ac:graphicFrameMkLst>
            <pc:docMk/>
            <pc:sldMk cId="0" sldId="260"/>
            <ac:graphicFrameMk id="20" creationId="{00000000-0000-0000-0000-000000000000}"/>
          </ac:graphicFrameMkLst>
        </pc:graphicFrameChg>
      </pc:sldChg>
      <pc:sldChg chg="addSp delSp modSp mod">
        <pc:chgData name="PATRUNO ANDREA" userId="434c2d3d-d760-4baf-8981-191d7218719d" providerId="ADAL" clId="{D49931E2-CE7A-4E79-93FA-3282CEFD0145}" dt="2026-04-14T09:29:10.793" v="2014" actId="20577"/>
        <pc:sldMkLst>
          <pc:docMk/>
          <pc:sldMk cId="0" sldId="261"/>
        </pc:sldMkLst>
        <pc:spChg chg="del mod">
          <ac:chgData name="PATRUNO ANDREA" userId="434c2d3d-d760-4baf-8981-191d7218719d" providerId="ADAL" clId="{D49931E2-CE7A-4E79-93FA-3282CEFD0145}" dt="2026-04-14T09:21:47.936" v="1938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0:40:20.434" v="1262" actId="478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22:47.383" v="2008" actId="1076"/>
          <ac:spMkLst>
            <pc:docMk/>
            <pc:sldMk cId="0" sldId="261"/>
            <ac:spMk id="6" creationId="{B36C4914-5C96-3AB0-B406-657D3A6D8FD3}"/>
          </ac:spMkLst>
        </pc:spChg>
        <pc:spChg chg="del">
          <ac:chgData name="PATRUNO ANDREA" userId="434c2d3d-d760-4baf-8981-191d7218719d" providerId="ADAL" clId="{D49931E2-CE7A-4E79-93FA-3282CEFD0145}" dt="2026-04-13T10:39:38.091" v="1242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22:50.612" v="2009" actId="1076"/>
          <ac:spMkLst>
            <pc:docMk/>
            <pc:sldMk cId="0" sldId="261"/>
            <ac:spMk id="7" creationId="{66C18E67-C6F4-C57F-50EA-2CB591E5CF67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9:10.793" v="2014" actId="20577"/>
          <ac:spMkLst>
            <pc:docMk/>
            <pc:sldMk cId="0" sldId="261"/>
            <ac:spMk id="11" creationId="{00000000-0000-0000-0000-000000000000}"/>
          </ac:spMkLst>
        </pc:spChg>
        <pc:picChg chg="add del mod">
          <ac:chgData name="PATRUNO ANDREA" userId="434c2d3d-d760-4baf-8981-191d7218719d" providerId="ADAL" clId="{D49931E2-CE7A-4E79-93FA-3282CEFD0145}" dt="2026-04-13T10:39:35.682" v="1241" actId="478"/>
          <ac:picMkLst>
            <pc:docMk/>
            <pc:sldMk cId="0" sldId="261"/>
            <ac:picMk id="13" creationId="{58E9C395-1DD8-BA5C-5580-544C75F5F2E1}"/>
          </ac:picMkLst>
        </pc:picChg>
        <pc:picChg chg="add del mod">
          <ac:chgData name="PATRUNO ANDREA" userId="434c2d3d-d760-4baf-8981-191d7218719d" providerId="ADAL" clId="{D49931E2-CE7A-4E79-93FA-3282CEFD0145}" dt="2026-04-13T10:40:03.915" v="1257" actId="22"/>
          <ac:picMkLst>
            <pc:docMk/>
            <pc:sldMk cId="0" sldId="261"/>
            <ac:picMk id="15" creationId="{6AD2D05C-6C3F-1F5E-FCC4-5A034DF57ABC}"/>
          </ac:picMkLst>
        </pc:picChg>
        <pc:picChg chg="add mod">
          <ac:chgData name="PATRUNO ANDREA" userId="434c2d3d-d760-4baf-8981-191d7218719d" providerId="ADAL" clId="{D49931E2-CE7A-4E79-93FA-3282CEFD0145}" dt="2026-04-14T09:23:32.939" v="2011"/>
          <ac:picMkLst>
            <pc:docMk/>
            <pc:sldMk cId="0" sldId="261"/>
            <ac:picMk id="17" creationId="{4E343133-DCD1-9119-F8DD-F2D1876D35DA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10:04:37.815" v="2193" actId="1076"/>
        <pc:sldMkLst>
          <pc:docMk/>
          <pc:sldMk cId="0" sldId="262"/>
        </pc:sldMkLst>
        <pc:spChg chg="mod">
          <ac:chgData name="PATRUNO ANDREA" userId="434c2d3d-d760-4baf-8981-191d7218719d" providerId="ADAL" clId="{D49931E2-CE7A-4E79-93FA-3282CEFD0145}" dt="2026-04-14T09:42:10.410" v="2117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42:12.379" v="2118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08:34:44.252" v="249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3:22.879" v="230" actId="11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7.077" v="293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2.749" v="292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22.472" v="242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9.353" v="247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7.614" v="287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3.607" v="285" actId="107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2.243" v="245" actId="1076"/>
          <ac:spMkLst>
            <pc:docMk/>
            <pc:sldMk cId="0" sldId="262"/>
            <ac:spMk id="4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3T08:34:48.997" v="251" actId="1076"/>
          <ac:spMkLst>
            <pc:docMk/>
            <pc:sldMk cId="0" sldId="262"/>
            <ac:spMk id="46" creationId="{ED13426B-0841-3BA3-18AA-9CA144E85492}"/>
          </ac:spMkLst>
        </pc:spChg>
        <pc:spChg chg="add mod">
          <ac:chgData name="PATRUNO ANDREA" userId="434c2d3d-d760-4baf-8981-191d7218719d" providerId="ADAL" clId="{D49931E2-CE7A-4E79-93FA-3282CEFD0145}" dt="2026-04-13T08:34:59.947" v="284" actId="20577"/>
          <ac:spMkLst>
            <pc:docMk/>
            <pc:sldMk cId="0" sldId="262"/>
            <ac:spMk id="47" creationId="{86CBBE57-7A49-9818-C190-9CB3D48397C2}"/>
          </ac:spMkLst>
        </pc:spChg>
        <pc:spChg chg="add mod">
          <ac:chgData name="PATRUNO ANDREA" userId="434c2d3d-d760-4baf-8981-191d7218719d" providerId="ADAL" clId="{D49931E2-CE7A-4E79-93FA-3282CEFD0145}" dt="2026-04-13T08:35:10.803" v="289" actId="1076"/>
          <ac:spMkLst>
            <pc:docMk/>
            <pc:sldMk cId="0" sldId="262"/>
            <ac:spMk id="48" creationId="{1E4252B3-FE8F-681D-B3D3-084842C18162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41.327" v="1421" actId="478"/>
        <pc:sldMkLst>
          <pc:docMk/>
          <pc:sldMk cId="0" sldId="263"/>
        </pc:sldMkLst>
        <pc:spChg chg="mod">
          <ac:chgData name="PATRUNO ANDREA" userId="434c2d3d-d760-4baf-8981-191d7218719d" providerId="ADAL" clId="{D49931E2-CE7A-4E79-93FA-3282CEFD0145}" dt="2026-04-13T08:58:56.567" v="310" actId="20577"/>
          <ac:spMkLst>
            <pc:docMk/>
            <pc:sldMk cId="0" sldId="263"/>
            <ac:spMk id="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7:41.327" v="1421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9.154" v="30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6.698" v="29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8:05.546" v="304" actId="20577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38.758" v="1420" actId="478"/>
        <pc:sldMkLst>
          <pc:docMk/>
          <pc:sldMk cId="0" sldId="264"/>
        </pc:sldMkLst>
        <pc:spChg chg="mod">
          <ac:chgData name="PATRUNO ANDREA" userId="434c2d3d-d760-4baf-8981-191d7218719d" providerId="ADAL" clId="{D49931E2-CE7A-4E79-93FA-3282CEFD0145}" dt="2026-04-13T08:59:55.510" v="316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9:59.452" v="319" actId="14100"/>
          <ac:spMkLst>
            <pc:docMk/>
            <pc:sldMk cId="0" sldId="264"/>
            <ac:spMk id="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7:38.758" v="142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4.755" v="1329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2" creationId="{00000000-0000-0000-0000-000000000000}"/>
          </ac:spMkLst>
        </pc:spChg>
        <pc:graphicFrameChg chg="mod modGraphic">
          <ac:chgData name="PATRUNO ANDREA" userId="434c2d3d-d760-4baf-8981-191d7218719d" providerId="ADAL" clId="{D49931E2-CE7A-4E79-93FA-3282CEFD0145}" dt="2026-04-13T15:48:44.912" v="1331" actId="1076"/>
          <ac:graphicFrameMkLst>
            <pc:docMk/>
            <pc:sldMk cId="0" sldId="264"/>
            <ac:graphicFrameMk id="23" creationId="{00000000-0000-0000-0000-000000000000}"/>
          </ac:graphicFrameMkLst>
        </pc:graphicFrameChg>
      </pc:sldChg>
      <pc:sldChg chg="modSp mod">
        <pc:chgData name="PATRUNO ANDREA" userId="434c2d3d-d760-4baf-8981-191d7218719d" providerId="ADAL" clId="{D49931E2-CE7A-4E79-93FA-3282CEFD0145}" dt="2026-04-13T10:22:30.891" v="1233" actId="20577"/>
        <pc:sldMkLst>
          <pc:docMk/>
          <pc:sldMk cId="0" sldId="265"/>
        </pc:sldMkLst>
        <pc:spChg chg="mod">
          <ac:chgData name="PATRUNO ANDREA" userId="434c2d3d-d760-4baf-8981-191d7218719d" providerId="ADAL" clId="{D49931E2-CE7A-4E79-93FA-3282CEFD0145}" dt="2026-04-13T10:22:30.891" v="123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31.005" v="1189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20.233" v="1185"/>
          <ac:spMkLst>
            <pc:docMk/>
            <pc:sldMk cId="0" sldId="265"/>
            <ac:spMk id="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2:11.036" v="1194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41.626" v="1191"/>
          <ac:spMkLst>
            <pc:docMk/>
            <pc:sldMk cId="0" sldId="265"/>
            <ac:spMk id="12" creationId="{00000000-0000-0000-0000-000000000000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28.094" v="1419" actId="478"/>
        <pc:sldMkLst>
          <pc:docMk/>
          <pc:sldMk cId="0" sldId="266"/>
        </pc:sldMkLst>
        <pc:spChg chg="del mod">
          <ac:chgData name="PATRUNO ANDREA" userId="434c2d3d-d760-4baf-8981-191d7218719d" providerId="ADAL" clId="{D49931E2-CE7A-4E79-93FA-3282CEFD0145}" dt="2026-04-13T16:07:28.094" v="1419" actId="478"/>
          <ac:spMkLst>
            <pc:docMk/>
            <pc:sldMk cId="0" sldId="266"/>
            <ac:spMk id="5" creationId="{00000000-0000-0000-0000-000000000000}"/>
          </ac:spMkLst>
        </pc:spChg>
      </pc:sldChg>
      <pc:sldChg chg="addSp modSp mod">
        <pc:chgData name="PATRUNO ANDREA" userId="434c2d3d-d760-4baf-8981-191d7218719d" providerId="ADAL" clId="{D49931E2-CE7A-4E79-93FA-3282CEFD0145}" dt="2026-04-14T08:46:25.017" v="1578" actId="1076"/>
        <pc:sldMkLst>
          <pc:docMk/>
          <pc:sldMk cId="2814612309" sldId="267"/>
        </pc:sldMkLst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12" creationId="{1B05F9B3-10B3-A3E3-EC3D-4FA0CB9B7892}"/>
          </ac:spMkLst>
        </pc:spChg>
        <pc:spChg chg="mod">
          <ac:chgData name="PATRUNO ANDREA" userId="434c2d3d-d760-4baf-8981-191d7218719d" providerId="ADAL" clId="{D49931E2-CE7A-4E79-93FA-3282CEFD0145}" dt="2026-04-14T08:46:03.443" v="1577" actId="207"/>
          <ac:spMkLst>
            <pc:docMk/>
            <pc:sldMk cId="2814612309" sldId="267"/>
            <ac:spMk id="13" creationId="{56070D00-0291-9D85-2A52-9D92F4CECE9D}"/>
          </ac:spMkLst>
        </pc:spChg>
        <pc:spChg chg="mod">
          <ac:chgData name="PATRUNO ANDREA" userId="434c2d3d-d760-4baf-8981-191d7218719d" providerId="ADAL" clId="{D49931E2-CE7A-4E79-93FA-3282CEFD0145}" dt="2026-04-14T08:45:42.899" v="1574" actId="1076"/>
          <ac:spMkLst>
            <pc:docMk/>
            <pc:sldMk cId="2814612309" sldId="267"/>
            <ac:spMk id="14" creationId="{5FCE51B8-8F77-6AE8-D16E-DC115EED7138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2" creationId="{E4A50B6E-C841-B9C9-F420-D4E056B77277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3" creationId="{748A0C6C-4A76-9726-C47E-868FB6B0EF0A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4" creationId="{FE6430F2-A9C4-9A33-12EA-53B7F8133CD0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5" creationId="{B137F305-C7DC-3D8C-F2DB-34DA219C98C9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6" creationId="{B609A615-04DA-125D-7648-437909D69EA7}"/>
          </ac:spMkLst>
        </pc:spChg>
        <pc:spChg chg="mod">
          <ac:chgData name="PATRUNO ANDREA" userId="434c2d3d-d760-4baf-8981-191d7218719d" providerId="ADAL" clId="{D49931E2-CE7A-4E79-93FA-3282CEFD0145}" dt="2026-04-14T08:46:25.017" v="1578" actId="1076"/>
          <ac:spMkLst>
            <pc:docMk/>
            <pc:sldMk cId="2814612309" sldId="267"/>
            <ac:spMk id="35" creationId="{D6E0CC0D-7D94-AA1B-07AF-257B80682547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36" creationId="{981C6F95-42A6-9117-4153-7A82AD31A77B}"/>
          </ac:spMkLst>
        </pc:spChg>
        <pc:spChg chg="mod">
          <ac:chgData name="PATRUNO ANDREA" userId="434c2d3d-d760-4baf-8981-191d7218719d" providerId="ADAL" clId="{D49931E2-CE7A-4E79-93FA-3282CEFD0145}" dt="2026-04-14T08:44:20.424" v="1559" actId="14100"/>
          <ac:spMkLst>
            <pc:docMk/>
            <pc:sldMk cId="2814612309" sldId="267"/>
            <ac:spMk id="39" creationId="{65724F8C-93D1-45DB-CCEF-B69D4C41B516}"/>
          </ac:spMkLst>
        </pc:spChg>
        <pc:picChg chg="add mod">
          <ac:chgData name="PATRUNO ANDREA" userId="434c2d3d-d760-4baf-8981-191d7218719d" providerId="ADAL" clId="{D49931E2-CE7A-4E79-93FA-3282CEFD0145}" dt="2026-04-14T08:41:58.320" v="1537" actId="207"/>
          <ac:picMkLst>
            <pc:docMk/>
            <pc:sldMk cId="2814612309" sldId="267"/>
            <ac:picMk id="6" creationId="{AA9C7609-2269-BC45-1053-6744CEFBD51A}"/>
          </ac:picMkLst>
        </pc:picChg>
        <pc:picChg chg="add mod">
          <ac:chgData name="PATRUNO ANDREA" userId="434c2d3d-d760-4baf-8981-191d7218719d" providerId="ADAL" clId="{D49931E2-CE7A-4E79-93FA-3282CEFD0145}" dt="2026-04-14T08:44:41.764" v="1565" actId="207"/>
          <ac:picMkLst>
            <pc:docMk/>
            <pc:sldMk cId="2814612309" sldId="267"/>
            <ac:picMk id="8" creationId="{2B551850-2098-687C-4E42-99023C6E628A}"/>
          </ac:picMkLst>
        </pc:picChg>
        <pc:picChg chg="add mod">
          <ac:chgData name="PATRUNO ANDREA" userId="434c2d3d-d760-4baf-8981-191d7218719d" providerId="ADAL" clId="{D49931E2-CE7A-4E79-93FA-3282CEFD0145}" dt="2026-04-14T08:45:19.680" v="1570" actId="1076"/>
          <ac:picMkLst>
            <pc:docMk/>
            <pc:sldMk cId="2814612309" sldId="267"/>
            <ac:picMk id="10" creationId="{A68B14DE-C534-C503-C04F-A1A49507C342}"/>
          </ac:picMkLst>
        </pc:picChg>
        <pc:picChg chg="add mod">
          <ac:chgData name="PATRUNO ANDREA" userId="434c2d3d-d760-4baf-8981-191d7218719d" providerId="ADAL" clId="{D49931E2-CE7A-4E79-93FA-3282CEFD0145}" dt="2026-04-14T08:40:03.526" v="1518" actId="27957"/>
          <ac:picMkLst>
            <pc:docMk/>
            <pc:sldMk cId="2814612309" sldId="267"/>
            <ac:picMk id="41" creationId="{B96C1320-1210-606B-B69D-BC99BF88B19D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44:47.481" v="1322" actId="2696"/>
        <pc:sldMkLst>
          <pc:docMk/>
          <pc:sldMk cId="3389952141" sldId="268"/>
        </pc:sldMkLst>
        <pc:spChg chg="add del mod">
          <ac:chgData name="PATRUNO ANDREA" userId="434c2d3d-d760-4baf-8981-191d7218719d" providerId="ADAL" clId="{D49931E2-CE7A-4E79-93FA-3282CEFD0145}" dt="2026-04-13T08:30:13.074" v="222" actId="478"/>
          <ac:spMkLst>
            <pc:docMk/>
            <pc:sldMk cId="3389952141" sldId="268"/>
            <ac:spMk id="2" creationId="{025C4C8A-CCB5-8D15-DB42-3E0AEA738A81}"/>
          </ac:spMkLst>
        </pc:spChg>
        <pc:spChg chg="add del mod">
          <ac:chgData name="PATRUNO ANDREA" userId="434c2d3d-d760-4baf-8981-191d7218719d" providerId="ADAL" clId="{D49931E2-CE7A-4E79-93FA-3282CEFD0145}" dt="2026-04-13T08:30:13.675" v="223" actId="478"/>
          <ac:spMkLst>
            <pc:docMk/>
            <pc:sldMk cId="3389952141" sldId="268"/>
            <ac:spMk id="3" creationId="{2A8B1475-46AB-F8A2-F108-191571CFE25E}"/>
          </ac:spMkLst>
        </pc:spChg>
        <pc:picChg chg="add del mod">
          <ac:chgData name="PATRUNO ANDREA" userId="434c2d3d-d760-4baf-8981-191d7218719d" providerId="ADAL" clId="{D49931E2-CE7A-4E79-93FA-3282CEFD0145}" dt="2026-04-13T15:44:45.075" v="1321" actId="478"/>
          <ac:picMkLst>
            <pc:docMk/>
            <pc:sldMk cId="3389952141" sldId="268"/>
            <ac:picMk id="5" creationId="{75C0AFD7-EDA2-FC51-F325-28101AE44268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16:05:43.186" v="1418" actId="1076"/>
        <pc:sldMkLst>
          <pc:docMk/>
          <pc:sldMk cId="3508843246" sldId="269"/>
        </pc:sldMkLst>
        <pc:spChg chg="add mod">
          <ac:chgData name="PATRUNO ANDREA" userId="434c2d3d-d760-4baf-8981-191d7218719d" providerId="ADAL" clId="{D49931E2-CE7A-4E79-93FA-3282CEFD0145}" dt="2026-04-13T09:00:02.872" v="320"/>
          <ac:spMkLst>
            <pc:docMk/>
            <pc:sldMk cId="3508843246" sldId="269"/>
            <ac:spMk id="4" creationId="{7BA302D1-EAB0-0783-6396-9004A945ECFB}"/>
          </ac:spMkLst>
        </pc:spChg>
        <pc:spChg chg="add mod">
          <ac:chgData name="PATRUNO ANDREA" userId="434c2d3d-d760-4baf-8981-191d7218719d" providerId="ADAL" clId="{D49931E2-CE7A-4E79-93FA-3282CEFD0145}" dt="2026-04-13T09:00:09.252" v="321"/>
          <ac:spMkLst>
            <pc:docMk/>
            <pc:sldMk cId="3508843246" sldId="269"/>
            <ac:spMk id="5" creationId="{6FD2E733-D136-3921-6560-1757E5B897B9}"/>
          </ac:spMkLst>
        </pc:spChg>
        <pc:spChg chg="add mod">
          <ac:chgData name="PATRUNO ANDREA" userId="434c2d3d-d760-4baf-8981-191d7218719d" providerId="ADAL" clId="{D49931E2-CE7A-4E79-93FA-3282CEFD0145}" dt="2026-04-13T09:02:18.338" v="350" actId="1076"/>
          <ac:spMkLst>
            <pc:docMk/>
            <pc:sldMk cId="3508843246" sldId="269"/>
            <ac:spMk id="6" creationId="{31A08071-47CE-278A-95A1-FD751F139B38}"/>
          </ac:spMkLst>
        </pc:spChg>
        <pc:spChg chg="add del">
          <ac:chgData name="PATRUNO ANDREA" userId="434c2d3d-d760-4baf-8981-191d7218719d" providerId="ADAL" clId="{D49931E2-CE7A-4E79-93FA-3282CEFD0145}" dt="2026-04-13T09:02:56.130" v="357" actId="22"/>
          <ac:spMkLst>
            <pc:docMk/>
            <pc:sldMk cId="3508843246" sldId="269"/>
            <ac:spMk id="8" creationId="{DB2F6B23-BAC9-7BC2-9ACD-68291D328D80}"/>
          </ac:spMkLst>
        </pc:spChg>
        <pc:spChg chg="add mod">
          <ac:chgData name="PATRUNO ANDREA" userId="434c2d3d-d760-4baf-8981-191d7218719d" providerId="ADAL" clId="{D49931E2-CE7A-4E79-93FA-3282CEFD0145}" dt="2026-04-13T16:05:43.186" v="1418" actId="1076"/>
          <ac:spMkLst>
            <pc:docMk/>
            <pc:sldMk cId="3508843246" sldId="269"/>
            <ac:spMk id="10" creationId="{67F6EA59-22CF-6AC0-0374-88427E3180B2}"/>
          </ac:spMkLst>
        </pc:spChg>
        <pc:picChg chg="add del mod ord">
          <ac:chgData name="PATRUNO ANDREA" userId="434c2d3d-d760-4baf-8981-191d7218719d" providerId="ADAL" clId="{D49931E2-CE7A-4E79-93FA-3282CEFD0145}" dt="2026-04-13T09:20:58.271" v="641" actId="478"/>
          <ac:picMkLst>
            <pc:docMk/>
            <pc:sldMk cId="3508843246" sldId="269"/>
            <ac:picMk id="3" creationId="{6FFDD6C0-E834-7E95-9A9F-1488481E8BF9}"/>
          </ac:picMkLst>
        </pc:picChg>
        <pc:picChg chg="add del mod">
          <ac:chgData name="PATRUNO ANDREA" userId="434c2d3d-d760-4baf-8981-191d7218719d" providerId="ADAL" clId="{D49931E2-CE7A-4E79-93FA-3282CEFD0145}" dt="2026-04-13T09:09:03.255" v="407" actId="21"/>
          <ac:picMkLst>
            <pc:docMk/>
            <pc:sldMk cId="3508843246" sldId="269"/>
            <ac:picMk id="12" creationId="{17ECDCB7-4D90-9FC7-8E17-28744785DA80}"/>
          </ac:picMkLst>
        </pc:picChg>
        <pc:picChg chg="add mod">
          <ac:chgData name="PATRUNO ANDREA" userId="434c2d3d-d760-4baf-8981-191d7218719d" providerId="ADAL" clId="{D49931E2-CE7A-4E79-93FA-3282CEFD0145}" dt="2026-04-13T09:21:37.359" v="659" actId="1076"/>
          <ac:picMkLst>
            <pc:docMk/>
            <pc:sldMk cId="3508843246" sldId="269"/>
            <ac:picMk id="14" creationId="{8F6409AC-F0C2-C5C6-8FDD-CE9FFB9E4F73}"/>
          </ac:picMkLst>
        </pc:picChg>
        <pc:picChg chg="add mod">
          <ac:chgData name="PATRUNO ANDREA" userId="434c2d3d-d760-4baf-8981-191d7218719d" providerId="ADAL" clId="{D49931E2-CE7A-4E79-93FA-3282CEFD0145}" dt="2026-04-13T09:22:05.771" v="661" actId="14100"/>
          <ac:picMkLst>
            <pc:docMk/>
            <pc:sldMk cId="3508843246" sldId="269"/>
            <ac:picMk id="16" creationId="{9A831717-8C00-E1E9-92CB-F70C276AA9FE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4T10:03:35.956" v="2192" actId="1076"/>
        <pc:sldMkLst>
          <pc:docMk/>
          <pc:sldMk cId="2682488855" sldId="270"/>
        </pc:sldMkLst>
        <pc:spChg chg="add mod">
          <ac:chgData name="PATRUNO ANDREA" userId="434c2d3d-d760-4baf-8981-191d7218719d" providerId="ADAL" clId="{D49931E2-CE7A-4E79-93FA-3282CEFD0145}" dt="2026-04-13T09:10:52.038" v="435" actId="20577"/>
          <ac:spMkLst>
            <pc:docMk/>
            <pc:sldMk cId="2682488855" sldId="270"/>
            <ac:spMk id="2" creationId="{B8AEB774-802C-A39E-D307-BE3E72FDF922}"/>
          </ac:spMkLst>
        </pc:spChg>
        <pc:spChg chg="add mod">
          <ac:chgData name="PATRUNO ANDREA" userId="434c2d3d-d760-4baf-8981-191d7218719d" providerId="ADAL" clId="{D49931E2-CE7A-4E79-93FA-3282CEFD0145}" dt="2026-04-13T09:09:20.623" v="414"/>
          <ac:spMkLst>
            <pc:docMk/>
            <pc:sldMk cId="2682488855" sldId="270"/>
            <ac:spMk id="3" creationId="{0F0866B2-AF90-1CA4-525F-41E4BC736746}"/>
          </ac:spMkLst>
        </pc:spChg>
        <pc:spChg chg="add mod">
          <ac:chgData name="PATRUNO ANDREA" userId="434c2d3d-d760-4baf-8981-191d7218719d" providerId="ADAL" clId="{D49931E2-CE7A-4E79-93FA-3282CEFD0145}" dt="2026-04-14T10:02:32.653" v="2141" actId="1076"/>
          <ac:spMkLst>
            <pc:docMk/>
            <pc:sldMk cId="2682488855" sldId="270"/>
            <ac:spMk id="4" creationId="{5180A067-EC8C-5AE6-E204-2D14688E0B83}"/>
          </ac:spMkLst>
        </pc:spChg>
        <pc:spChg chg="add mod">
          <ac:chgData name="PATRUNO ANDREA" userId="434c2d3d-d760-4baf-8981-191d7218719d" providerId="ADAL" clId="{D49931E2-CE7A-4E79-93FA-3282CEFD0145}" dt="2026-04-14T10:01:58.590" v="2126" actId="1076"/>
          <ac:spMkLst>
            <pc:docMk/>
            <pc:sldMk cId="2682488855" sldId="270"/>
            <ac:spMk id="6" creationId="{8A0465AE-E73D-C487-792F-6BCEB46DF753}"/>
          </ac:spMkLst>
        </pc:spChg>
        <pc:spChg chg="add mod">
          <ac:chgData name="PATRUNO ANDREA" userId="434c2d3d-d760-4baf-8981-191d7218719d" providerId="ADAL" clId="{D49931E2-CE7A-4E79-93FA-3282CEFD0145}" dt="2026-04-14T10:02:10.389" v="2132" actId="1076"/>
          <ac:spMkLst>
            <pc:docMk/>
            <pc:sldMk cId="2682488855" sldId="270"/>
            <ac:spMk id="7" creationId="{1B561D4F-FA10-4007-36F2-B913EB68A8CF}"/>
          </ac:spMkLst>
        </pc:spChg>
        <pc:spChg chg="add mod">
          <ac:chgData name="PATRUNO ANDREA" userId="434c2d3d-d760-4baf-8981-191d7218719d" providerId="ADAL" clId="{D49931E2-CE7A-4E79-93FA-3282CEFD0145}" dt="2026-04-14T10:03:03.406" v="2184" actId="20577"/>
          <ac:spMkLst>
            <pc:docMk/>
            <pc:sldMk cId="2682488855" sldId="270"/>
            <ac:spMk id="8" creationId="{3A1C5DC1-04D7-C368-2DFC-7B956C2406EB}"/>
          </ac:spMkLst>
        </pc:spChg>
        <pc:spChg chg="add mod">
          <ac:chgData name="PATRUNO ANDREA" userId="434c2d3d-d760-4baf-8981-191d7218719d" providerId="ADAL" clId="{D49931E2-CE7A-4E79-93FA-3282CEFD0145}" dt="2026-04-13T09:11:18.501" v="461" actId="20577"/>
          <ac:spMkLst>
            <pc:docMk/>
            <pc:sldMk cId="2682488855" sldId="270"/>
            <ac:spMk id="10" creationId="{A40446BE-04B7-C200-8C8C-EAF87D0D2DB4}"/>
          </ac:spMkLst>
        </pc:spChg>
        <pc:spChg chg="add del mod">
          <ac:chgData name="PATRUNO ANDREA" userId="434c2d3d-d760-4baf-8981-191d7218719d" providerId="ADAL" clId="{D49931E2-CE7A-4E79-93FA-3282CEFD0145}" dt="2026-04-14T10:02:22.683" v="2138"/>
          <ac:spMkLst>
            <pc:docMk/>
            <pc:sldMk cId="2682488855" sldId="270"/>
            <ac:spMk id="11" creationId="{FFEF0797-2446-1161-4116-E64572D951EE}"/>
          </ac:spMkLst>
        </pc:spChg>
        <pc:spChg chg="add del mod">
          <ac:chgData name="PATRUNO ANDREA" userId="434c2d3d-d760-4baf-8981-191d7218719d" providerId="ADAL" clId="{D49931E2-CE7A-4E79-93FA-3282CEFD0145}" dt="2026-04-14T10:03:31.347" v="2191" actId="478"/>
          <ac:spMkLst>
            <pc:docMk/>
            <pc:sldMk cId="2682488855" sldId="270"/>
            <ac:spMk id="13" creationId="{03AB6348-3611-4D4B-6324-16C073224C1A}"/>
          </ac:spMkLst>
        </pc:spChg>
        <pc:spChg chg="add mod">
          <ac:chgData name="PATRUNO ANDREA" userId="434c2d3d-d760-4baf-8981-191d7218719d" providerId="ADAL" clId="{D49931E2-CE7A-4E79-93FA-3282CEFD0145}" dt="2026-04-14T10:03:35.956" v="2192" actId="1076"/>
          <ac:spMkLst>
            <pc:docMk/>
            <pc:sldMk cId="2682488855" sldId="270"/>
            <ac:spMk id="14" creationId="{95172C9F-A163-13F3-8802-B846F8CD132F}"/>
          </ac:spMkLst>
        </pc:spChg>
        <pc:picChg chg="add del mod">
          <ac:chgData name="PATRUNO ANDREA" userId="434c2d3d-d760-4baf-8981-191d7218719d" providerId="ADAL" clId="{D49931E2-CE7A-4E79-93FA-3282CEFD0145}" dt="2026-04-13T09:10:18.581" v="422" actId="478"/>
          <ac:picMkLst>
            <pc:docMk/>
            <pc:sldMk cId="2682488855" sldId="270"/>
            <ac:picMk id="5" creationId="{24532568-A40B-BC14-9D24-12D5F2D87028}"/>
          </ac:picMkLst>
        </pc:picChg>
        <pc:picChg chg="add mod">
          <ac:chgData name="PATRUNO ANDREA" userId="434c2d3d-d760-4baf-8981-191d7218719d" providerId="ADAL" clId="{D49931E2-CE7A-4E79-93FA-3282CEFD0145}" dt="2026-04-14T10:01:58.590" v="2126" actId="1076"/>
          <ac:picMkLst>
            <pc:docMk/>
            <pc:sldMk cId="2682488855" sldId="270"/>
            <ac:picMk id="5" creationId="{7C015304-FC22-52DD-6728-B98D42B8E6A8}"/>
          </ac:picMkLst>
        </pc:picChg>
        <pc:picChg chg="add del mod">
          <ac:chgData name="PATRUNO ANDREA" userId="434c2d3d-d760-4baf-8981-191d7218719d" providerId="ADAL" clId="{D49931E2-CE7A-4E79-93FA-3282CEFD0145}" dt="2026-04-13T09:10:30.542" v="426" actId="478"/>
          <ac:picMkLst>
            <pc:docMk/>
            <pc:sldMk cId="2682488855" sldId="270"/>
            <ac:picMk id="7" creationId="{6BC0EFAD-08E3-7220-6132-EF1F598000DB}"/>
          </ac:picMkLst>
        </pc:picChg>
        <pc:picChg chg="add mod">
          <ac:chgData name="PATRUNO ANDREA" userId="434c2d3d-d760-4baf-8981-191d7218719d" providerId="ADAL" clId="{D49931E2-CE7A-4E79-93FA-3282CEFD0145}" dt="2026-04-14T10:02:21.101" v="2136" actId="14100"/>
          <ac:picMkLst>
            <pc:docMk/>
            <pc:sldMk cId="2682488855" sldId="270"/>
            <ac:picMk id="9" creationId="{D3005E5F-9B50-FEC6-5361-86C6D3C272D7}"/>
          </ac:picMkLst>
        </pc:picChg>
        <pc:picChg chg="add mod">
          <ac:chgData name="PATRUNO ANDREA" userId="434c2d3d-d760-4baf-8981-191d7218719d" providerId="ADAL" clId="{D49931E2-CE7A-4E79-93FA-3282CEFD0145}" dt="2026-04-14T10:03:14.117" v="2187" actId="1076"/>
          <ac:picMkLst>
            <pc:docMk/>
            <pc:sldMk cId="2682488855" sldId="270"/>
            <ac:picMk id="12" creationId="{17ECDCB7-4D90-9FC7-8E17-28744785DA80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4T09:40:48.297" v="2063" actId="1076"/>
        <pc:sldMkLst>
          <pc:docMk/>
          <pc:sldMk cId="1696233361" sldId="271"/>
        </pc:sldMkLst>
        <pc:spChg chg="add del mod ord">
          <ac:chgData name="PATRUNO ANDREA" userId="434c2d3d-d760-4baf-8981-191d7218719d" providerId="ADAL" clId="{D49931E2-CE7A-4E79-93FA-3282CEFD0145}" dt="2026-04-14T09:40:02.825" v="2053" actId="21"/>
          <ac:spMkLst>
            <pc:docMk/>
            <pc:sldMk cId="1696233361" sldId="271"/>
            <ac:spMk id="2" creationId="{5893F8CA-79D9-A5B7-5D55-BA4005756945}"/>
          </ac:spMkLst>
        </pc:spChg>
        <pc:spChg chg="add mod">
          <ac:chgData name="PATRUNO ANDREA" userId="434c2d3d-d760-4baf-8981-191d7218719d" providerId="ADAL" clId="{D49931E2-CE7A-4E79-93FA-3282CEFD0145}" dt="2026-04-13T09:18:09.521" v="604" actId="1076"/>
          <ac:spMkLst>
            <pc:docMk/>
            <pc:sldMk cId="1696233361" sldId="271"/>
            <ac:spMk id="4" creationId="{2F6950A1-2461-8C57-D792-8FC5AB12D321}"/>
          </ac:spMkLst>
        </pc:spChg>
        <pc:spChg chg="add mod">
          <ac:chgData name="PATRUNO ANDREA" userId="434c2d3d-d760-4baf-8981-191d7218719d" providerId="ADAL" clId="{D49931E2-CE7A-4E79-93FA-3282CEFD0145}" dt="2026-04-13T09:17:39.547" v="535"/>
          <ac:spMkLst>
            <pc:docMk/>
            <pc:sldMk cId="1696233361" sldId="271"/>
            <ac:spMk id="5" creationId="{E9ABC95C-AAC6-DE2A-2F6B-FBE1C4FD23E6}"/>
          </ac:spMkLst>
        </pc:spChg>
        <pc:spChg chg="add mod">
          <ac:chgData name="PATRUNO ANDREA" userId="434c2d3d-d760-4baf-8981-191d7218719d" providerId="ADAL" clId="{D49931E2-CE7A-4E79-93FA-3282CEFD0145}" dt="2026-04-13T09:18:11.676" v="605" actId="1076"/>
          <ac:spMkLst>
            <pc:docMk/>
            <pc:sldMk cId="1696233361" sldId="271"/>
            <ac:spMk id="6" creationId="{5014233A-7D98-8AB1-31B8-CCBFA89505DD}"/>
          </ac:spMkLst>
        </pc:spChg>
        <pc:spChg chg="add mod ord">
          <ac:chgData name="PATRUNO ANDREA" userId="434c2d3d-d760-4baf-8981-191d7218719d" providerId="ADAL" clId="{D49931E2-CE7A-4E79-93FA-3282CEFD0145}" dt="2026-04-14T09:40:27.709" v="2061" actId="1076"/>
          <ac:spMkLst>
            <pc:docMk/>
            <pc:sldMk cId="1696233361" sldId="271"/>
            <ac:spMk id="7" creationId="{5893F8CA-79D9-A5B7-5D55-BA4005756945}"/>
          </ac:spMkLst>
        </pc:spChg>
        <pc:spChg chg="add del">
          <ac:chgData name="PATRUNO ANDREA" userId="434c2d3d-d760-4baf-8981-191d7218719d" providerId="ADAL" clId="{D49931E2-CE7A-4E79-93FA-3282CEFD0145}" dt="2026-04-13T09:18:31.237" v="613" actId="22"/>
          <ac:spMkLst>
            <pc:docMk/>
            <pc:sldMk cId="1696233361" sldId="271"/>
            <ac:spMk id="8" creationId="{E562E120-2FCC-C523-1AFF-43873C73F679}"/>
          </ac:spMkLst>
        </pc:spChg>
        <pc:spChg chg="add mod">
          <ac:chgData name="PATRUNO ANDREA" userId="434c2d3d-d760-4baf-8981-191d7218719d" providerId="ADAL" clId="{D49931E2-CE7A-4E79-93FA-3282CEFD0145}" dt="2026-04-14T09:39:56.688" v="2051" actId="1076"/>
          <ac:spMkLst>
            <pc:docMk/>
            <pc:sldMk cId="1696233361" sldId="271"/>
            <ac:spMk id="10" creationId="{EF97EF74-18C3-F594-0C3D-766477E1E262}"/>
          </ac:spMkLst>
        </pc:spChg>
        <pc:spChg chg="add del">
          <ac:chgData name="PATRUNO ANDREA" userId="434c2d3d-d760-4baf-8981-191d7218719d" providerId="ADAL" clId="{D49931E2-CE7A-4E79-93FA-3282CEFD0145}" dt="2026-04-13T09:19:15.322" v="625" actId="22"/>
          <ac:spMkLst>
            <pc:docMk/>
            <pc:sldMk cId="1696233361" sldId="271"/>
            <ac:spMk id="12" creationId="{B6A54BD4-EF31-C89F-0377-E0443378EEC6}"/>
          </ac:spMkLst>
        </pc:spChg>
        <pc:spChg chg="add mod">
          <ac:chgData name="PATRUNO ANDREA" userId="434c2d3d-d760-4baf-8981-191d7218719d" providerId="ADAL" clId="{D49931E2-CE7A-4E79-93FA-3282CEFD0145}" dt="2026-04-14T09:40:48.297" v="2063" actId="1076"/>
          <ac:spMkLst>
            <pc:docMk/>
            <pc:sldMk cId="1696233361" sldId="271"/>
            <ac:spMk id="14" creationId="{7B522ADF-ADD5-4DAF-0507-454BF48F3E50}"/>
          </ac:spMkLst>
        </pc:spChg>
        <pc:picChg chg="add mod">
          <ac:chgData name="PATRUNO ANDREA" userId="434c2d3d-d760-4baf-8981-191d7218719d" providerId="ADAL" clId="{D49931E2-CE7A-4E79-93FA-3282CEFD0145}" dt="2026-04-14T09:40:40.977" v="2062" actId="14100"/>
          <ac:picMkLst>
            <pc:docMk/>
            <pc:sldMk cId="1696233361" sldId="271"/>
            <ac:picMk id="3" creationId="{B169DB11-254A-5F38-FD13-712E592E6D48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5:51:32.894" v="1363" actId="20577"/>
        <pc:sldMkLst>
          <pc:docMk/>
          <pc:sldMk cId="3956994717" sldId="272"/>
        </pc:sldMkLst>
        <pc:spChg chg="add mod">
          <ac:chgData name="PATRUNO ANDREA" userId="434c2d3d-d760-4baf-8981-191d7218719d" providerId="ADAL" clId="{D49931E2-CE7A-4E79-93FA-3282CEFD0145}" dt="2026-04-13T09:28:48.759" v="677"/>
          <ac:spMkLst>
            <pc:docMk/>
            <pc:sldMk cId="3956994717" sldId="272"/>
            <ac:spMk id="2" creationId="{0A036F95-9DC7-1B21-00CA-6439795710DF}"/>
          </ac:spMkLst>
        </pc:spChg>
        <pc:spChg chg="add mod">
          <ac:chgData name="PATRUNO ANDREA" userId="434c2d3d-d760-4baf-8981-191d7218719d" providerId="ADAL" clId="{D49931E2-CE7A-4E79-93FA-3282CEFD0145}" dt="2026-04-13T09:28:18.933" v="676"/>
          <ac:spMkLst>
            <pc:docMk/>
            <pc:sldMk cId="3956994717" sldId="272"/>
            <ac:spMk id="3" creationId="{9D79FB2E-6F06-D8A9-93C6-D4FD62960CB3}"/>
          </ac:spMkLst>
        </pc:spChg>
        <pc:spChg chg="add del">
          <ac:chgData name="PATRUNO ANDREA" userId="434c2d3d-d760-4baf-8981-191d7218719d" providerId="ADAL" clId="{D49931E2-CE7A-4E79-93FA-3282CEFD0145}" dt="2026-04-13T09:28:51.907" v="679" actId="22"/>
          <ac:spMkLst>
            <pc:docMk/>
            <pc:sldMk cId="3956994717" sldId="272"/>
            <ac:spMk id="5" creationId="{B0DD0BC8-730E-F233-7AE6-0259CE80EAF4}"/>
          </ac:spMkLst>
        </pc:spChg>
        <pc:spChg chg="add del">
          <ac:chgData name="PATRUNO ANDREA" userId="434c2d3d-d760-4baf-8981-191d7218719d" providerId="ADAL" clId="{D49931E2-CE7A-4E79-93FA-3282CEFD0145}" dt="2026-04-13T09:28:54.051" v="681" actId="22"/>
          <ac:spMkLst>
            <pc:docMk/>
            <pc:sldMk cId="3956994717" sldId="272"/>
            <ac:spMk id="7" creationId="{CFE39FB6-E534-BC52-468F-E97882917D23}"/>
          </ac:spMkLst>
        </pc:spChg>
        <pc:spChg chg="add del">
          <ac:chgData name="PATRUNO ANDREA" userId="434c2d3d-d760-4baf-8981-191d7218719d" providerId="ADAL" clId="{D49931E2-CE7A-4E79-93FA-3282CEFD0145}" dt="2026-04-13T09:29:02.038" v="689" actId="22"/>
          <ac:spMkLst>
            <pc:docMk/>
            <pc:sldMk cId="3956994717" sldId="272"/>
            <ac:spMk id="9" creationId="{CB7770F8-018B-30D3-6022-16AF41499368}"/>
          </ac:spMkLst>
        </pc:spChg>
        <pc:spChg chg="add mod">
          <ac:chgData name="PATRUNO ANDREA" userId="434c2d3d-d760-4baf-8981-191d7218719d" providerId="ADAL" clId="{D49931E2-CE7A-4E79-93FA-3282CEFD0145}" dt="2026-04-13T15:51:32.894" v="1363" actId="20577"/>
          <ac:spMkLst>
            <pc:docMk/>
            <pc:sldMk cId="3956994717" sldId="272"/>
            <ac:spMk id="11" creationId="{CD2CAC9E-B56E-F7B3-69EB-29ADA9BF203E}"/>
          </ac:spMkLst>
        </pc:spChg>
        <pc:spChg chg="add del">
          <ac:chgData name="PATRUNO ANDREA" userId="434c2d3d-d760-4baf-8981-191d7218719d" providerId="ADAL" clId="{D49931E2-CE7A-4E79-93FA-3282CEFD0145}" dt="2026-04-13T09:32:44.066" v="704" actId="22"/>
          <ac:spMkLst>
            <pc:docMk/>
            <pc:sldMk cId="3956994717" sldId="272"/>
            <ac:spMk id="15" creationId="{736565E9-D8C1-C86C-3D49-C8CE144A7282}"/>
          </ac:spMkLst>
        </pc:spChg>
        <pc:spChg chg="add del mod">
          <ac:chgData name="PATRUNO ANDREA" userId="434c2d3d-d760-4baf-8981-191d7218719d" providerId="ADAL" clId="{D49931E2-CE7A-4E79-93FA-3282CEFD0145}" dt="2026-04-13T15:51:24.119" v="1332" actId="1076"/>
          <ac:spMkLst>
            <pc:docMk/>
            <pc:sldMk cId="3956994717" sldId="272"/>
            <ac:spMk id="17" creationId="{A7DEAE06-D777-F62E-A8B3-167CAB4AAE2B}"/>
          </ac:spMkLst>
        </pc:spChg>
        <pc:picChg chg="add del mod">
          <ac:chgData name="PATRUNO ANDREA" userId="434c2d3d-d760-4baf-8981-191d7218719d" providerId="ADAL" clId="{D49931E2-CE7A-4E79-93FA-3282CEFD0145}" dt="2026-04-13T09:35:42.475" v="736" actId="478"/>
          <ac:picMkLst>
            <pc:docMk/>
            <pc:sldMk cId="3956994717" sldId="272"/>
            <ac:picMk id="13" creationId="{8311DB00-C122-426A-0AB7-B34752E02E5C}"/>
          </ac:picMkLst>
        </pc:picChg>
        <pc:picChg chg="add mod">
          <ac:chgData name="PATRUNO ANDREA" userId="434c2d3d-d760-4baf-8981-191d7218719d" providerId="ADAL" clId="{D49931E2-CE7A-4E79-93FA-3282CEFD0145}" dt="2026-04-13T09:35:46.787" v="739" actId="1076"/>
          <ac:picMkLst>
            <pc:docMk/>
            <pc:sldMk cId="3956994717" sldId="272"/>
            <ac:picMk id="19" creationId="{342F60CC-600D-32FA-CA49-4BC664D04557}"/>
          </ac:picMkLst>
        </pc:picChg>
        <pc:picChg chg="add mod">
          <ac:chgData name="PATRUNO ANDREA" userId="434c2d3d-d760-4baf-8981-191d7218719d" providerId="ADAL" clId="{D49931E2-CE7A-4E79-93FA-3282CEFD0145}" dt="2026-04-13T09:36:36.470" v="745" actId="14100"/>
          <ac:picMkLst>
            <pc:docMk/>
            <pc:sldMk cId="3956994717" sldId="272"/>
            <ac:picMk id="21" creationId="{2C5A04A4-08EE-7AE2-8FB4-A4EC79F635A4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5:56:03.903" v="1399" actId="20577"/>
        <pc:sldMkLst>
          <pc:docMk/>
          <pc:sldMk cId="1209639368" sldId="273"/>
        </pc:sldMkLst>
        <pc:spChg chg="add mod">
          <ac:chgData name="PATRUNO ANDREA" userId="434c2d3d-d760-4baf-8981-191d7218719d" providerId="ADAL" clId="{D49931E2-CE7A-4E79-93FA-3282CEFD0145}" dt="2026-04-13T09:38:27.682" v="748"/>
          <ac:spMkLst>
            <pc:docMk/>
            <pc:sldMk cId="1209639368" sldId="273"/>
            <ac:spMk id="2" creationId="{D12240BD-CB6D-BFC3-D33E-6B23BCEF5904}"/>
          </ac:spMkLst>
        </pc:spChg>
        <pc:spChg chg="add mod">
          <ac:chgData name="PATRUNO ANDREA" userId="434c2d3d-d760-4baf-8981-191d7218719d" providerId="ADAL" clId="{D49931E2-CE7A-4E79-93FA-3282CEFD0145}" dt="2026-04-13T09:38:31.515" v="749"/>
          <ac:spMkLst>
            <pc:docMk/>
            <pc:sldMk cId="1209639368" sldId="273"/>
            <ac:spMk id="3" creationId="{0470FCA0-7625-EFDD-E1EC-D56A02B734F7}"/>
          </ac:spMkLst>
        </pc:spChg>
        <pc:spChg chg="add mod">
          <ac:chgData name="PATRUNO ANDREA" userId="434c2d3d-d760-4baf-8981-191d7218719d" providerId="ADAL" clId="{D49931E2-CE7A-4E79-93FA-3282CEFD0145}" dt="2026-04-13T15:56:03.903" v="1399" actId="20577"/>
          <ac:spMkLst>
            <pc:docMk/>
            <pc:sldMk cId="1209639368" sldId="273"/>
            <ac:spMk id="4" creationId="{AF4725FF-2718-823C-3616-65E57C7D3BF1}"/>
          </ac:spMkLst>
        </pc:spChg>
        <pc:spChg chg="add mod">
          <ac:chgData name="PATRUNO ANDREA" userId="434c2d3d-d760-4baf-8981-191d7218719d" providerId="ADAL" clId="{D49931E2-CE7A-4E79-93FA-3282CEFD0145}" dt="2026-04-13T10:08:56.049" v="798"/>
          <ac:spMkLst>
            <pc:docMk/>
            <pc:sldMk cId="1209639368" sldId="273"/>
            <ac:spMk id="11" creationId="{1780E195-7677-F9E0-81CD-ABEC15D1866D}"/>
          </ac:spMkLst>
        </pc:spChg>
        <pc:picChg chg="add del mod">
          <ac:chgData name="PATRUNO ANDREA" userId="434c2d3d-d760-4baf-8981-191d7218719d" providerId="ADAL" clId="{D49931E2-CE7A-4E79-93FA-3282CEFD0145}" dt="2026-04-13T09:41:39.056" v="782" actId="478"/>
          <ac:picMkLst>
            <pc:docMk/>
            <pc:sldMk cId="1209639368" sldId="273"/>
            <ac:picMk id="6" creationId="{452621EF-758E-63D2-6602-71F6939B70B3}"/>
          </ac:picMkLst>
        </pc:picChg>
        <pc:picChg chg="add mod">
          <ac:chgData name="PATRUNO ANDREA" userId="434c2d3d-d760-4baf-8981-191d7218719d" providerId="ADAL" clId="{D49931E2-CE7A-4E79-93FA-3282CEFD0145}" dt="2026-04-13T10:08:37.300" v="793" actId="1076"/>
          <ac:picMkLst>
            <pc:docMk/>
            <pc:sldMk cId="1209639368" sldId="273"/>
            <ac:picMk id="8" creationId="{74DA4006-0CA5-F4D8-B655-4C12FA0E6F2E}"/>
          </ac:picMkLst>
        </pc:picChg>
        <pc:picChg chg="add mod">
          <ac:chgData name="PATRUNO ANDREA" userId="434c2d3d-d760-4baf-8981-191d7218719d" providerId="ADAL" clId="{D49931E2-CE7A-4E79-93FA-3282CEFD0145}" dt="2026-04-13T10:08:43.445" v="796" actId="1076"/>
          <ac:picMkLst>
            <pc:docMk/>
            <pc:sldMk cId="1209639368" sldId="273"/>
            <ac:picMk id="10" creationId="{71DE5ECC-9B70-5E5E-CD04-DF94D095481A}"/>
          </ac:picMkLst>
        </pc:picChg>
      </pc:sldChg>
      <pc:sldChg chg="addSp modSp new del mod">
        <pc:chgData name="PATRUNO ANDREA" userId="434c2d3d-d760-4baf-8981-191d7218719d" providerId="ADAL" clId="{D49931E2-CE7A-4E79-93FA-3282CEFD0145}" dt="2026-04-13T15:40:39.843" v="1318" actId="2696"/>
        <pc:sldMkLst>
          <pc:docMk/>
          <pc:sldMk cId="1078392333" sldId="274"/>
        </pc:sldMkLst>
        <pc:spChg chg="add mod">
          <ac:chgData name="PATRUNO ANDREA" userId="434c2d3d-d760-4baf-8981-191d7218719d" providerId="ADAL" clId="{D49931E2-CE7A-4E79-93FA-3282CEFD0145}" dt="2026-04-13T10:08:59.448" v="799"/>
          <ac:spMkLst>
            <pc:docMk/>
            <pc:sldMk cId="1078392333" sldId="274"/>
            <ac:spMk id="2" creationId="{615B8DEE-6E16-D128-1D28-9EF3EC4737C5}"/>
          </ac:spMkLst>
        </pc:spChg>
        <pc:spChg chg="add mod">
          <ac:chgData name="PATRUNO ANDREA" userId="434c2d3d-d760-4baf-8981-191d7218719d" providerId="ADAL" clId="{D49931E2-CE7A-4E79-93FA-3282CEFD0145}" dt="2026-04-13T10:09:02.505" v="800"/>
          <ac:spMkLst>
            <pc:docMk/>
            <pc:sldMk cId="1078392333" sldId="274"/>
            <ac:spMk id="3" creationId="{0F411314-0ECB-A56B-F8D6-99A0B908CD5C}"/>
          </ac:spMkLst>
        </pc:spChg>
        <pc:spChg chg="add mod">
          <ac:chgData name="PATRUNO ANDREA" userId="434c2d3d-d760-4baf-8981-191d7218719d" providerId="ADAL" clId="{D49931E2-CE7A-4E79-93FA-3282CEFD0145}" dt="2026-04-13T10:11:00.617" v="892" actId="20577"/>
          <ac:spMkLst>
            <pc:docMk/>
            <pc:sldMk cId="1078392333" sldId="274"/>
            <ac:spMk id="8" creationId="{A6786BDA-464A-0E46-3500-F3DDEC5EB2E3}"/>
          </ac:spMkLst>
        </pc:spChg>
        <pc:picChg chg="add mod">
          <ac:chgData name="PATRUNO ANDREA" userId="434c2d3d-d760-4baf-8981-191d7218719d" providerId="ADAL" clId="{D49931E2-CE7A-4E79-93FA-3282CEFD0145}" dt="2026-04-13T10:09:34.692" v="854" actId="1076"/>
          <ac:picMkLst>
            <pc:docMk/>
            <pc:sldMk cId="1078392333" sldId="274"/>
            <ac:picMk id="5" creationId="{8E29DC0C-70C5-51D8-D0BC-0BF7352ED76D}"/>
          </ac:picMkLst>
        </pc:picChg>
        <pc:picChg chg="add mod">
          <ac:chgData name="PATRUNO ANDREA" userId="434c2d3d-d760-4baf-8981-191d7218719d" providerId="ADAL" clId="{D49931E2-CE7A-4E79-93FA-3282CEFD0145}" dt="2026-04-13T10:09:40.408" v="856" actId="1076"/>
          <ac:picMkLst>
            <pc:docMk/>
            <pc:sldMk cId="1078392333" sldId="274"/>
            <ac:picMk id="7" creationId="{0E37535A-F721-D07A-8A97-FFF8DF745F9F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39:09.303" v="1317" actId="47"/>
        <pc:sldMkLst>
          <pc:docMk/>
          <pc:sldMk cId="2442030081" sldId="275"/>
        </pc:sldMkLst>
        <pc:spChg chg="add del mod">
          <ac:chgData name="PATRUNO ANDREA" userId="434c2d3d-d760-4baf-8981-191d7218719d" providerId="ADAL" clId="{D49931E2-CE7A-4E79-93FA-3282CEFD0145}" dt="2026-04-13T10:13:00.583" v="976" actId="478"/>
          <ac:spMkLst>
            <pc:docMk/>
            <pc:sldMk cId="2442030081" sldId="275"/>
            <ac:spMk id="2" creationId="{A6517DE7-CBF3-3445-4CEE-9261A8D67F06}"/>
          </ac:spMkLst>
        </pc:spChg>
        <pc:spChg chg="add del mod">
          <ac:chgData name="PATRUNO ANDREA" userId="434c2d3d-d760-4baf-8981-191d7218719d" providerId="ADAL" clId="{D49931E2-CE7A-4E79-93FA-3282CEFD0145}" dt="2026-04-13T10:13:01.151" v="977" actId="478"/>
          <ac:spMkLst>
            <pc:docMk/>
            <pc:sldMk cId="2442030081" sldId="275"/>
            <ac:spMk id="3" creationId="{7D9779FC-6FF0-F313-653E-996A3CC6E9CD}"/>
          </ac:spMkLst>
        </pc:spChg>
        <pc:spChg chg="add mod">
          <ac:chgData name="PATRUNO ANDREA" userId="434c2d3d-d760-4baf-8981-191d7218719d" providerId="ADAL" clId="{D49931E2-CE7A-4E79-93FA-3282CEFD0145}" dt="2026-04-13T10:11:43.313" v="945" actId="20577"/>
          <ac:spMkLst>
            <pc:docMk/>
            <pc:sldMk cId="2442030081" sldId="275"/>
            <ac:spMk id="4" creationId="{1C6D7C3B-20B6-7E93-BD29-859BAFF6DB2F}"/>
          </ac:spMkLst>
        </pc:spChg>
        <pc:picChg chg="add del mod">
          <ac:chgData name="PATRUNO ANDREA" userId="434c2d3d-d760-4baf-8981-191d7218719d" providerId="ADAL" clId="{D49931E2-CE7A-4E79-93FA-3282CEFD0145}" dt="2026-04-13T10:12:47.238" v="972" actId="478"/>
          <ac:picMkLst>
            <pc:docMk/>
            <pc:sldMk cId="2442030081" sldId="275"/>
            <ac:picMk id="6" creationId="{260489C9-ED18-5513-4F33-8462B093395E}"/>
          </ac:picMkLst>
        </pc:picChg>
        <pc:picChg chg="add del">
          <ac:chgData name="PATRUNO ANDREA" userId="434c2d3d-d760-4baf-8981-191d7218719d" providerId="ADAL" clId="{D49931E2-CE7A-4E79-93FA-3282CEFD0145}" dt="2026-04-13T10:12:04.743" v="954" actId="478"/>
          <ac:picMkLst>
            <pc:docMk/>
            <pc:sldMk cId="2442030081" sldId="275"/>
            <ac:picMk id="8" creationId="{573AF64E-8227-E05D-38F8-6669AFE6EE09}"/>
          </ac:picMkLst>
        </pc:picChg>
        <pc:picChg chg="add del mod">
          <ac:chgData name="PATRUNO ANDREA" userId="434c2d3d-d760-4baf-8981-191d7218719d" providerId="ADAL" clId="{D49931E2-CE7A-4E79-93FA-3282CEFD0145}" dt="2026-04-13T10:12:46.902" v="971" actId="478"/>
          <ac:picMkLst>
            <pc:docMk/>
            <pc:sldMk cId="2442030081" sldId="275"/>
            <ac:picMk id="10" creationId="{0D2D52A3-F018-35F2-3D47-4655A7D244EC}"/>
          </ac:picMkLst>
        </pc:picChg>
        <pc:picChg chg="add del mod">
          <ac:chgData name="PATRUNO ANDREA" userId="434c2d3d-d760-4baf-8981-191d7218719d" providerId="ADAL" clId="{D49931E2-CE7A-4E79-93FA-3282CEFD0145}" dt="2026-04-13T10:13:02.470" v="978" actId="478"/>
          <ac:picMkLst>
            <pc:docMk/>
            <pc:sldMk cId="2442030081" sldId="275"/>
            <ac:picMk id="12" creationId="{BD3F8162-2C6B-4ED2-6CD7-BBA5669A4F83}"/>
          </ac:picMkLst>
        </pc:picChg>
        <pc:picChg chg="add mod">
          <ac:chgData name="PATRUNO ANDREA" userId="434c2d3d-d760-4baf-8981-191d7218719d" providerId="ADAL" clId="{D49931E2-CE7A-4E79-93FA-3282CEFD0145}" dt="2026-04-13T10:13:39.137" v="996" actId="1076"/>
          <ac:picMkLst>
            <pc:docMk/>
            <pc:sldMk cId="2442030081" sldId="275"/>
            <ac:picMk id="14" creationId="{4E5E1476-729E-00F2-15E6-A7D5C807662B}"/>
          </ac:picMkLst>
        </pc:picChg>
        <pc:picChg chg="add mod">
          <ac:chgData name="PATRUNO ANDREA" userId="434c2d3d-d760-4baf-8981-191d7218719d" providerId="ADAL" clId="{D49931E2-CE7A-4E79-93FA-3282CEFD0145}" dt="2026-04-13T10:13:34.735" v="994" actId="14100"/>
          <ac:picMkLst>
            <pc:docMk/>
            <pc:sldMk cId="2442030081" sldId="275"/>
            <ac:picMk id="16" creationId="{405CD7BC-8716-F125-85F9-91912C7292E1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54:30.130" v="1368" actId="47"/>
        <pc:sldMkLst>
          <pc:docMk/>
          <pc:sldMk cId="66720825" sldId="276"/>
        </pc:sldMkLst>
        <pc:spChg chg="add mod">
          <ac:chgData name="PATRUNO ANDREA" userId="434c2d3d-d760-4baf-8981-191d7218719d" providerId="ADAL" clId="{D49931E2-CE7A-4E79-93FA-3282CEFD0145}" dt="2026-04-13T10:19:57.323" v="1168"/>
          <ac:spMkLst>
            <pc:docMk/>
            <pc:sldMk cId="66720825" sldId="276"/>
            <ac:spMk id="6" creationId="{6FD784E2-A211-5652-C274-367E0226CD45}"/>
          </ac:spMkLst>
        </pc:spChg>
        <pc:spChg chg="add mod">
          <ac:chgData name="PATRUNO ANDREA" userId="434c2d3d-d760-4baf-8981-191d7218719d" providerId="ADAL" clId="{D49931E2-CE7A-4E79-93FA-3282CEFD0145}" dt="2026-04-13T10:20:01.212" v="1169"/>
          <ac:spMkLst>
            <pc:docMk/>
            <pc:sldMk cId="66720825" sldId="276"/>
            <ac:spMk id="7" creationId="{CEE65D10-29A2-8DE0-1DB1-E16D8808EA39}"/>
          </ac:spMkLst>
        </pc:spChg>
        <pc:spChg chg="add mod">
          <ac:chgData name="PATRUNO ANDREA" userId="434c2d3d-d760-4baf-8981-191d7218719d" providerId="ADAL" clId="{D49931E2-CE7A-4E79-93FA-3282CEFD0145}" dt="2026-04-13T10:20:14.310" v="1181" actId="1076"/>
          <ac:spMkLst>
            <pc:docMk/>
            <pc:sldMk cId="66720825" sldId="276"/>
            <ac:spMk id="8" creationId="{0DD15F3A-0947-B8B4-64C5-D538E62F48E6}"/>
          </ac:spMkLst>
        </pc:spChg>
        <pc:picChg chg="add mod">
          <ac:chgData name="PATRUNO ANDREA" userId="434c2d3d-d760-4baf-8981-191d7218719d" providerId="ADAL" clId="{D49931E2-CE7A-4E79-93FA-3282CEFD0145}" dt="2026-04-13T10:20:17.515" v="1183" actId="1076"/>
          <ac:picMkLst>
            <pc:docMk/>
            <pc:sldMk cId="66720825" sldId="276"/>
            <ac:picMk id="3" creationId="{798568E0-305B-F362-1066-46D79D1DC56C}"/>
          </ac:picMkLst>
        </pc:picChg>
        <pc:picChg chg="add del mod">
          <ac:chgData name="PATRUNO ANDREA" userId="434c2d3d-d760-4baf-8981-191d7218719d" providerId="ADAL" clId="{D49931E2-CE7A-4E79-93FA-3282CEFD0145}" dt="2026-04-13T10:19:53.270" v="1166" actId="478"/>
          <ac:picMkLst>
            <pc:docMk/>
            <pc:sldMk cId="66720825" sldId="276"/>
            <ac:picMk id="5" creationId="{3AA440E7-4653-D067-53BB-9510C305A6B8}"/>
          </ac:picMkLst>
        </pc:picChg>
      </pc:sldChg>
      <pc:sldChg chg="addSp modSp new del mod">
        <pc:chgData name="PATRUNO ANDREA" userId="434c2d3d-d760-4baf-8981-191d7218719d" providerId="ADAL" clId="{D49931E2-CE7A-4E79-93FA-3282CEFD0145}" dt="2026-04-13T15:56:18.254" v="1405" actId="2696"/>
        <pc:sldMkLst>
          <pc:docMk/>
          <pc:sldMk cId="3600176547" sldId="277"/>
        </pc:sldMkLst>
        <pc:picChg chg="add mod">
          <ac:chgData name="PATRUNO ANDREA" userId="434c2d3d-d760-4baf-8981-191d7218719d" providerId="ADAL" clId="{D49931E2-CE7A-4E79-93FA-3282CEFD0145}" dt="2026-04-13T15:54:58.705" v="1372" actId="1076"/>
          <ac:picMkLst>
            <pc:docMk/>
            <pc:sldMk cId="3600176547" sldId="277"/>
            <ac:picMk id="3" creationId="{AB8B7ED1-8B1C-9245-EC71-13CFC6550BE2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15:53:20.378" v="1367" actId="1076"/>
        <pc:sldMkLst>
          <pc:docMk/>
          <pc:sldMk cId="2128440343" sldId="278"/>
        </pc:sldMkLst>
        <pc:spChg chg="add mod">
          <ac:chgData name="PATRUNO ANDREA" userId="434c2d3d-d760-4baf-8981-191d7218719d" providerId="ADAL" clId="{D49931E2-CE7A-4E79-93FA-3282CEFD0145}" dt="2026-04-13T10:17:17.184" v="1025"/>
          <ac:spMkLst>
            <pc:docMk/>
            <pc:sldMk cId="2128440343" sldId="278"/>
            <ac:spMk id="2" creationId="{B2496309-F813-1DCE-31D0-BC00DABA3791}"/>
          </ac:spMkLst>
        </pc:spChg>
        <pc:spChg chg="add mod">
          <ac:chgData name="PATRUNO ANDREA" userId="434c2d3d-d760-4baf-8981-191d7218719d" providerId="ADAL" clId="{D49931E2-CE7A-4E79-93FA-3282CEFD0145}" dt="2026-04-13T10:17:20.365" v="1026"/>
          <ac:spMkLst>
            <pc:docMk/>
            <pc:sldMk cId="2128440343" sldId="278"/>
            <ac:spMk id="3" creationId="{872DF36D-3B7F-EA81-52D4-C529E4A9683F}"/>
          </ac:spMkLst>
        </pc:spChg>
        <pc:spChg chg="add mod">
          <ac:chgData name="PATRUNO ANDREA" userId="434c2d3d-d760-4baf-8981-191d7218719d" providerId="ADAL" clId="{D49931E2-CE7A-4E79-93FA-3282CEFD0145}" dt="2026-04-13T10:17:43.872" v="1126" actId="20577"/>
          <ac:spMkLst>
            <pc:docMk/>
            <pc:sldMk cId="2128440343" sldId="278"/>
            <ac:spMk id="4" creationId="{E1634BB2-007E-3458-B755-F7795B48C508}"/>
          </ac:spMkLst>
        </pc:spChg>
        <pc:spChg chg="add del">
          <ac:chgData name="PATRUNO ANDREA" userId="434c2d3d-d760-4baf-8981-191d7218719d" providerId="ADAL" clId="{D49931E2-CE7A-4E79-93FA-3282CEFD0145}" dt="2026-04-13T10:17:51.271" v="1128" actId="22"/>
          <ac:spMkLst>
            <pc:docMk/>
            <pc:sldMk cId="2128440343" sldId="278"/>
            <ac:spMk id="6" creationId="{6F6B97CD-9CE3-B68E-A07B-01A32398E4F5}"/>
          </ac:spMkLst>
        </pc:spChg>
        <pc:spChg chg="add mod">
          <ac:chgData name="PATRUNO ANDREA" userId="434c2d3d-d760-4baf-8981-191d7218719d" providerId="ADAL" clId="{D49931E2-CE7A-4E79-93FA-3282CEFD0145}" dt="2026-04-13T15:53:20.378" v="1367" actId="1076"/>
          <ac:spMkLst>
            <pc:docMk/>
            <pc:sldMk cId="2128440343" sldId="278"/>
            <ac:spMk id="8" creationId="{7455F129-85E0-1F73-19F4-561234045984}"/>
          </ac:spMkLst>
        </pc:spChg>
        <pc:picChg chg="add del mod">
          <ac:chgData name="PATRUNO ANDREA" userId="434c2d3d-d760-4baf-8981-191d7218719d" providerId="ADAL" clId="{D49931E2-CE7A-4E79-93FA-3282CEFD0145}" dt="2026-04-13T15:53:12.285" v="1366" actId="478"/>
          <ac:picMkLst>
            <pc:docMk/>
            <pc:sldMk cId="2128440343" sldId="278"/>
            <ac:picMk id="9" creationId="{E1544B9D-C376-EBB8-6809-EA6CD8647981}"/>
          </ac:picMkLst>
        </pc:picChg>
      </pc:sldChg>
      <pc:sldChg chg="addSp modSp new mod">
        <pc:chgData name="PATRUNO ANDREA" userId="434c2d3d-d760-4baf-8981-191d7218719d" providerId="ADAL" clId="{D49931E2-CE7A-4E79-93FA-3282CEFD0145}" dt="2026-04-13T10:42:06.249" v="1310" actId="20577"/>
        <pc:sldMkLst>
          <pc:docMk/>
          <pc:sldMk cId="1992212784" sldId="279"/>
        </pc:sldMkLst>
        <pc:spChg chg="add mod">
          <ac:chgData name="PATRUNO ANDREA" userId="434c2d3d-d760-4baf-8981-191d7218719d" providerId="ADAL" clId="{D49931E2-CE7A-4E79-93FA-3282CEFD0145}" dt="2026-04-13T10:41:38.469" v="1276"/>
          <ac:spMkLst>
            <pc:docMk/>
            <pc:sldMk cId="1992212784" sldId="279"/>
            <ac:spMk id="4" creationId="{F205C05E-B92D-3740-E8D2-8E53DFE9AFF3}"/>
          </ac:spMkLst>
        </pc:spChg>
        <pc:spChg chg="add mod">
          <ac:chgData name="PATRUNO ANDREA" userId="434c2d3d-d760-4baf-8981-191d7218719d" providerId="ADAL" clId="{D49931E2-CE7A-4E79-93FA-3282CEFD0145}" dt="2026-04-13T10:41:44.092" v="1277"/>
          <ac:spMkLst>
            <pc:docMk/>
            <pc:sldMk cId="1992212784" sldId="279"/>
            <ac:spMk id="5" creationId="{C42183D6-887E-5E96-4D1C-AA6BF2045744}"/>
          </ac:spMkLst>
        </pc:spChg>
        <pc:spChg chg="add mod">
          <ac:chgData name="PATRUNO ANDREA" userId="434c2d3d-d760-4baf-8981-191d7218719d" providerId="ADAL" clId="{D49931E2-CE7A-4E79-93FA-3282CEFD0145}" dt="2026-04-13T10:42:06.249" v="1310" actId="20577"/>
          <ac:spMkLst>
            <pc:docMk/>
            <pc:sldMk cId="1992212784" sldId="279"/>
            <ac:spMk id="6" creationId="{36DDFE79-DF96-A584-F434-E6F1E1BDBC27}"/>
          </ac:spMkLst>
        </pc:spChg>
        <pc:picChg chg="add mod">
          <ac:chgData name="PATRUNO ANDREA" userId="434c2d3d-d760-4baf-8981-191d7218719d" providerId="ADAL" clId="{D49931E2-CE7A-4E79-93FA-3282CEFD0145}" dt="2026-04-13T10:41:47.341" v="1278" actId="14100"/>
          <ac:picMkLst>
            <pc:docMk/>
            <pc:sldMk cId="1992212784" sldId="279"/>
            <ac:picMk id="3" creationId="{F71C2FB0-6D74-513B-B42B-0D75B235FDAD}"/>
          </ac:picMkLst>
        </pc:picChg>
      </pc:sldChg>
      <pc:sldChg chg="addSp delSp modSp add mod">
        <pc:chgData name="PATRUNO ANDREA" userId="434c2d3d-d760-4baf-8981-191d7218719d" providerId="ADAL" clId="{D49931E2-CE7A-4E79-93FA-3282CEFD0145}" dt="2026-04-13T15:56:27.427" v="1409" actId="1076"/>
        <pc:sldMkLst>
          <pc:docMk/>
          <pc:sldMk cId="580985855" sldId="280"/>
        </pc:sldMkLst>
        <pc:spChg chg="mod">
          <ac:chgData name="PATRUNO ANDREA" userId="434c2d3d-d760-4baf-8981-191d7218719d" providerId="ADAL" clId="{D49931E2-CE7A-4E79-93FA-3282CEFD0145}" dt="2026-04-13T15:56:09.148" v="1401" actId="20577"/>
          <ac:spMkLst>
            <pc:docMk/>
            <pc:sldMk cId="580985855" sldId="280"/>
            <ac:spMk id="4" creationId="{3805FC3C-AE29-A1AF-AA5A-D211D2A9FB1F}"/>
          </ac:spMkLst>
        </pc:spChg>
        <pc:picChg chg="add mod">
          <ac:chgData name="PATRUNO ANDREA" userId="434c2d3d-d760-4baf-8981-191d7218719d" providerId="ADAL" clId="{D49931E2-CE7A-4E79-93FA-3282CEFD0145}" dt="2026-04-13T15:56:27.427" v="1409" actId="1076"/>
          <ac:picMkLst>
            <pc:docMk/>
            <pc:sldMk cId="580985855" sldId="280"/>
            <ac:picMk id="5" creationId="{0BD7391B-1482-FB49-9D57-40679CD77165}"/>
          </ac:picMkLst>
        </pc:picChg>
        <pc:picChg chg="del">
          <ac:chgData name="PATRUNO ANDREA" userId="434c2d3d-d760-4baf-8981-191d7218719d" providerId="ADAL" clId="{D49931E2-CE7A-4E79-93FA-3282CEFD0145}" dt="2026-04-13T15:56:12.540" v="1402" actId="478"/>
          <ac:picMkLst>
            <pc:docMk/>
            <pc:sldMk cId="580985855" sldId="280"/>
            <ac:picMk id="8" creationId="{BFF76B06-EBD0-B006-B9D1-F1456D85BE73}"/>
          </ac:picMkLst>
        </pc:picChg>
        <pc:picChg chg="del">
          <ac:chgData name="PATRUNO ANDREA" userId="434c2d3d-d760-4baf-8981-191d7218719d" providerId="ADAL" clId="{D49931E2-CE7A-4E79-93FA-3282CEFD0145}" dt="2026-04-13T15:56:12.901" v="1403" actId="478"/>
          <ac:picMkLst>
            <pc:docMk/>
            <pc:sldMk cId="580985855" sldId="280"/>
            <ac:picMk id="10" creationId="{CC0E9020-4C89-ADE9-8A9B-10D6F4942DC1}"/>
          </ac:picMkLst>
        </pc:picChg>
      </pc:sldChg>
    </pc:docChg>
  </pc:docChgLst>
  <pc:docChgLst>
    <pc:chgData name="PATRUNO ANDREA" userId="434c2d3d-d760-4baf-8981-191d7218719d" providerId="ADAL" clId="{16F693D4-62C4-4BA3-8943-81787A08A71E}"/>
    <pc:docChg chg="undo redo custSel addSld modSld sldOrd">
      <pc:chgData name="PATRUNO ANDREA" userId="434c2d3d-d760-4baf-8981-191d7218719d" providerId="ADAL" clId="{16F693D4-62C4-4BA3-8943-81787A08A71E}" dt="2026-04-10T12:09:05.589" v="746" actId="14100"/>
      <pc:docMkLst>
        <pc:docMk/>
      </pc:docMkLst>
      <pc:sldChg chg="modSp mod">
        <pc:chgData name="PATRUNO ANDREA" userId="434c2d3d-d760-4baf-8981-191d7218719d" providerId="ADAL" clId="{16F693D4-62C4-4BA3-8943-81787A08A71E}" dt="2026-04-10T12:09:05.589" v="746" actId="14100"/>
        <pc:sldMkLst>
          <pc:docMk/>
          <pc:sldMk cId="0" sldId="256"/>
        </pc:sldMkLst>
        <pc:spChg chg="mod">
          <ac:chgData name="PATRUNO ANDREA" userId="434c2d3d-d760-4baf-8981-191d7218719d" providerId="ADAL" clId="{16F693D4-62C4-4BA3-8943-81787A08A71E}" dt="2026-04-10T10:51:32.306" v="1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9:05.589" v="746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523" v="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0" creationId="{83CEB99B-3364-D833-8FAF-E8879F08BE8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1" creationId="{42C903A0-549B-41CD-68A2-BCD537033D52}"/>
          </ac:spMkLst>
        </pc:spChg>
        <pc:picChg chg="mod">
          <ac:chgData name="PATRUNO ANDREA" userId="434c2d3d-d760-4baf-8981-191d7218719d" providerId="ADAL" clId="{16F693D4-62C4-4BA3-8943-81787A08A71E}" dt="2026-04-10T10:51:33.843" v="12" actId="1076"/>
          <ac:picMkLst>
            <pc:docMk/>
            <pc:sldMk cId="0" sldId="256"/>
            <ac:picMk id="25" creationId="{3A04ECB1-7679-695D-F40A-F00131D65DA1}"/>
          </ac:picMkLst>
        </pc:picChg>
      </pc:sldChg>
      <pc:sldChg chg="addSp delSp modSp mod">
        <pc:chgData name="PATRUNO ANDREA" userId="434c2d3d-d760-4baf-8981-191d7218719d" providerId="ADAL" clId="{16F693D4-62C4-4BA3-8943-81787A08A71E}" dt="2026-04-10T11:38:05.842" v="676" actId="113"/>
        <pc:sldMkLst>
          <pc:docMk/>
          <pc:sldMk cId="0" sldId="258"/>
        </pc:sldMkLst>
        <pc:spChg chg="add del">
          <ac:chgData name="PATRUNO ANDREA" userId="434c2d3d-d760-4baf-8981-191d7218719d" providerId="ADAL" clId="{16F693D4-62C4-4BA3-8943-81787A08A71E}" dt="2026-04-10T11:17:03.120" v="454" actId="478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57.038" v="67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52.025" v="67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40.827" v="66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37.484" v="668" actId="1076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6" creationId="{60961725-D9AD-3387-4C49-2894430F26A9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8" creationId="{A16E7144-B6A9-C7F4-B894-81441A97DAF5}"/>
          </ac:spMkLst>
        </pc:spChg>
      </pc:sldChg>
      <pc:sldChg chg="modSp mod">
        <pc:chgData name="PATRUNO ANDREA" userId="434c2d3d-d760-4baf-8981-191d7218719d" providerId="ADAL" clId="{16F693D4-62C4-4BA3-8943-81787A08A71E}" dt="2026-04-10T11:51:27.557" v="707" actId="1076"/>
        <pc:sldMkLst>
          <pc:docMk/>
          <pc:sldMk cId="0" sldId="259"/>
        </pc:sldMkLst>
        <pc:spChg chg="mod">
          <ac:chgData name="PATRUNO ANDREA" userId="434c2d3d-d760-4baf-8981-191d7218719d" providerId="ADAL" clId="{16F693D4-62C4-4BA3-8943-81787A08A71E}" dt="2026-04-10T11:46:54.301" v="698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01.551" v="691" actId="40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9.860" v="697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1.923" v="694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5.267" v="696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9.384" v="695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5.846" v="704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56.352" v="684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51:27.557" v="707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9.563" v="705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48.680" v="680" actId="255"/>
          <ac:spMkLst>
            <pc:docMk/>
            <pc:sldMk cId="0" sldId="259"/>
            <ac:spMk id="32" creationId="{00000000-0000-0000-0000-000000000000}"/>
          </ac:spMkLst>
        </pc:spChg>
      </pc:sldChg>
      <pc:sldChg chg="ord">
        <pc:chgData name="PATRUNO ANDREA" userId="434c2d3d-d760-4baf-8981-191d7218719d" providerId="ADAL" clId="{16F693D4-62C4-4BA3-8943-81787A08A71E}" dt="2026-04-10T11:53:34.545" v="709"/>
        <pc:sldMkLst>
          <pc:docMk/>
          <pc:sldMk cId="0" sldId="261"/>
        </pc:sldMkLst>
      </pc:sldChg>
      <pc:sldChg chg="modSp mod">
        <pc:chgData name="PATRUNO ANDREA" userId="434c2d3d-d760-4baf-8981-191d7218719d" providerId="ADAL" clId="{16F693D4-62C4-4BA3-8943-81787A08A71E}" dt="2026-04-10T11:58:16.532" v="715" actId="1076"/>
        <pc:sldMkLst>
          <pc:docMk/>
          <pc:sldMk cId="0" sldId="262"/>
        </pc:sldMkLst>
        <pc:spChg chg="mod">
          <ac:chgData name="PATRUNO ANDREA" userId="434c2d3d-d760-4baf-8981-191d7218719d" providerId="ADAL" clId="{16F693D4-62C4-4BA3-8943-81787A08A71E}" dt="2026-04-10T11:58:16.532" v="715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TRUNO ANDREA" userId="434c2d3d-d760-4baf-8981-191d7218719d" providerId="ADAL" clId="{16F693D4-62C4-4BA3-8943-81787A08A71E}" dt="2026-04-10T12:04:51.161" v="724" actId="20577"/>
        <pc:sldMkLst>
          <pc:docMk/>
          <pc:sldMk cId="0" sldId="263"/>
        </pc:sldMkLst>
        <pc:spChg chg="mod">
          <ac:chgData name="PATRUNO ANDREA" userId="434c2d3d-d760-4baf-8981-191d7218719d" providerId="ADAL" clId="{16F693D4-62C4-4BA3-8943-81787A08A71E}" dt="2026-04-10T12:04:38.608" v="716" actId="2057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2.002" v="719" actId="2057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4.847" v="722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8.847" v="723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51.161" v="724" actId="20577"/>
          <ac:spMkLst>
            <pc:docMk/>
            <pc:sldMk cId="0" sldId="263"/>
            <ac:spMk id="35" creationId="{00000000-0000-0000-0000-000000000000}"/>
          </ac:spMkLst>
        </pc:spChg>
      </pc:sldChg>
      <pc:sldChg chg="addSp delSp modSp new mod">
        <pc:chgData name="PATRUNO ANDREA" userId="434c2d3d-d760-4baf-8981-191d7218719d" providerId="ADAL" clId="{16F693D4-62C4-4BA3-8943-81787A08A71E}" dt="2026-04-10T11:09:21.218" v="383" actId="207"/>
        <pc:sldMkLst>
          <pc:docMk/>
          <pc:sldMk cId="2814612309" sldId="267"/>
        </pc:sldMkLst>
        <pc:spChg chg="add mod">
          <ac:chgData name="PATRUNO ANDREA" userId="434c2d3d-d760-4baf-8981-191d7218719d" providerId="ADAL" clId="{16F693D4-62C4-4BA3-8943-81787A08A71E}" dt="2026-04-10T10:52:07.435" v="21" actId="20577"/>
          <ac:spMkLst>
            <pc:docMk/>
            <pc:sldMk cId="2814612309" sldId="267"/>
            <ac:spMk id="2" creationId="{EECF17F0-E193-7F72-05C6-23F7DF416B1D}"/>
          </ac:spMkLst>
        </pc:spChg>
        <pc:spChg chg="add mod">
          <ac:chgData name="PATRUNO ANDREA" userId="434c2d3d-d760-4baf-8981-191d7218719d" providerId="ADAL" clId="{16F693D4-62C4-4BA3-8943-81787A08A71E}" dt="2026-04-10T10:56:34.407" v="112" actId="14100"/>
          <ac:spMkLst>
            <pc:docMk/>
            <pc:sldMk cId="2814612309" sldId="267"/>
            <ac:spMk id="3" creationId="{B4856C3E-95A8-8FBB-BF61-42A33B3C7FA2}"/>
          </ac:spMkLst>
        </pc:spChg>
        <pc:spChg chg="add mod">
          <ac:chgData name="PATRUNO ANDREA" userId="434c2d3d-d760-4baf-8981-191d7218719d" providerId="ADAL" clId="{16F693D4-62C4-4BA3-8943-81787A08A71E}" dt="2026-04-10T10:55:20.211" v="102" actId="14100"/>
          <ac:spMkLst>
            <pc:docMk/>
            <pc:sldMk cId="2814612309" sldId="267"/>
            <ac:spMk id="4" creationId="{62B66494-BFC9-C502-95D6-0D93B9C4E241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2" creationId="{1B05F9B3-10B3-A3E3-EC3D-4FA0CB9B7892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3" creationId="{56070D00-0291-9D85-2A52-9D92F4CECE9D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4" creationId="{5FCE51B8-8F77-6AE8-D16E-DC115EED7138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22" creationId="{E4A50B6E-C841-B9C9-F420-D4E056B77277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3" creationId="{748A0C6C-4A76-9726-C47E-868FB6B0EF0A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4" creationId="{FE6430F2-A9C4-9A33-12EA-53B7F8133CD0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5" creationId="{B137F305-C7DC-3D8C-F2DB-34DA219C98C9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6" creationId="{B609A615-04DA-125D-7648-437909D69EA7}"/>
          </ac:spMkLst>
        </pc:spChg>
        <pc:spChg chg="add del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5" creationId="{D6E0CC0D-7D94-AA1B-07AF-257B80682547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6" creationId="{981C6F95-42A6-9117-4153-7A82AD31A77B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39" creationId="{65724F8C-93D1-45DB-CCEF-B69D4C41B516}"/>
          </ac:spMkLst>
        </pc:spChg>
        <pc:picChg chg="add mod">
          <ac:chgData name="PATRUNO ANDREA" userId="434c2d3d-d760-4baf-8981-191d7218719d" providerId="ADAL" clId="{16F693D4-62C4-4BA3-8943-81787A08A71E}" dt="2026-04-10T11:08:44.904" v="374" actId="1076"/>
          <ac:picMkLst>
            <pc:docMk/>
            <pc:sldMk cId="2814612309" sldId="267"/>
            <ac:picMk id="41" creationId="{B96C1320-1210-606B-B69D-BC99BF88B19D}"/>
          </ac:picMkLst>
        </pc:picChg>
        <pc:picChg chg="add mod">
          <ac:chgData name="PATRUNO ANDREA" userId="434c2d3d-d760-4baf-8981-191d7218719d" providerId="ADAL" clId="{16F693D4-62C4-4BA3-8943-81787A08A71E}" dt="2026-04-10T11:09:21.218" v="383" actId="207"/>
          <ac:picMkLst>
            <pc:docMk/>
            <pc:sldMk cId="2814612309" sldId="267"/>
            <ac:picMk id="43" creationId="{739869E6-C976-917C-1D03-B1C7877950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4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0.png"/><Relationship Id="rId7" Type="http://schemas.openxmlformats.org/officeDocument/2006/relationships/image" Target="../media/image3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0.png"/><Relationship Id="rId7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894E7780-B62A-57D6-8B36-32259F3521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30000">
                <a:srgbClr val="0A1128"/>
              </a:gs>
              <a:gs pos="72000">
                <a:schemeClr val="accent1">
                  <a:lumMod val="45000"/>
                  <a:lumOff val="55000"/>
                </a:schemeClr>
              </a:gs>
              <a:gs pos="92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43C55E8-F234-699D-79AB-233CF760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0" y="170878"/>
            <a:ext cx="2147126" cy="93426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0E134FA-C447-EBCB-1BDE-80C9B0383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406" y="-245228"/>
            <a:ext cx="2998844" cy="1694212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E84622A-8BAB-D675-B711-7C1195C1A2F6}"/>
              </a:ext>
            </a:extLst>
          </p:cNvPr>
          <p:cNvSpPr txBox="1"/>
          <p:nvPr/>
        </p:nvSpPr>
        <p:spPr>
          <a:xfrm>
            <a:off x="1777309" y="1034529"/>
            <a:ext cx="55893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noProof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POLITECNICO DI BARI</a:t>
            </a:r>
            <a:endParaRPr lang="it-IT" sz="3600" noProof="0" dirty="0">
              <a:solidFill>
                <a:srgbClr val="FFFFFF"/>
              </a:solidFill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0F701B8-6840-FCD4-2530-D9252C98B354}"/>
              </a:ext>
            </a:extLst>
          </p:cNvPr>
          <p:cNvSpPr txBox="1"/>
          <p:nvPr/>
        </p:nvSpPr>
        <p:spPr>
          <a:xfrm>
            <a:off x="1375609" y="1619862"/>
            <a:ext cx="63927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noProof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Dipartimento di Ingegneria ELETTRICA e dell’INFORMAZIONE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E225BEF9-D6CB-384C-B802-5225887CB7D5}"/>
              </a:ext>
            </a:extLst>
          </p:cNvPr>
          <p:cNvSpPr txBox="1"/>
          <p:nvPr/>
        </p:nvSpPr>
        <p:spPr>
          <a:xfrm>
            <a:off x="2411674" y="2272646"/>
            <a:ext cx="41065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noProof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 and Mathematical Methods for AI</a:t>
            </a:r>
            <a:endParaRPr lang="it-IT" sz="1600" noProof="0" dirty="0">
              <a:solidFill>
                <a:srgbClr val="FFFFFF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51325BD-DEA7-F393-1454-B08CC9B68FD9}"/>
              </a:ext>
            </a:extLst>
          </p:cNvPr>
          <p:cNvSpPr txBox="1"/>
          <p:nvPr/>
        </p:nvSpPr>
        <p:spPr>
          <a:xfrm>
            <a:off x="1722796" y="2587875"/>
            <a:ext cx="548432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&amp; PCA per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</a:t>
            </a:r>
            <a:r>
              <a:rPr lang="en-US" sz="2200" b="1" dirty="0">
                <a:solidFill>
                  <a:srgbClr val="FFFFFF"/>
                </a:solidFill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Mediche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algn="ctr"/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esplorativa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radiografie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polmonari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533EE1E-5CC8-BDBC-FF83-C607D0486A36}"/>
              </a:ext>
            </a:extLst>
          </p:cNvPr>
          <p:cNvSpPr txBox="1"/>
          <p:nvPr/>
        </p:nvSpPr>
        <p:spPr>
          <a:xfrm>
            <a:off x="3649788" y="4727031"/>
            <a:ext cx="2286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3060065" algn="ctr"/>
                <a:tab pos="6120130" algn="r"/>
                <a:tab pos="160020" algn="l"/>
                <a:tab pos="2877820" algn="ctr"/>
                <a:tab pos="3060065" algn="ctr"/>
                <a:tab pos="6120130" algn="r"/>
              </a:tabLst>
            </a:pPr>
            <a:r>
              <a:rPr lang="it-IT" sz="1400" b="1" noProof="0" dirty="0">
                <a:solidFill>
                  <a:srgbClr val="FFFF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Anno Accademico 2025/2026</a:t>
            </a:r>
            <a:endParaRPr lang="it-IT" sz="1400" noProof="0" dirty="0">
              <a:solidFill>
                <a:srgbClr val="FFFFFF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6FE277C-C43C-D84B-8E03-812A84B72E8F}"/>
              </a:ext>
            </a:extLst>
          </p:cNvPr>
          <p:cNvSpPr txBox="1"/>
          <p:nvPr/>
        </p:nvSpPr>
        <p:spPr>
          <a:xfrm>
            <a:off x="2355875" y="1948341"/>
            <a:ext cx="42181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it-IT" sz="1600" b="1" noProof="0" dirty="0" err="1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aster’s</a:t>
            </a:r>
            <a:r>
              <a:rPr lang="it-IT" sz="1600" b="1" noProof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degree in computer engineering</a:t>
            </a:r>
          </a:p>
        </p:txBody>
      </p:sp>
      <p:graphicFrame>
        <p:nvGraphicFramePr>
          <p:cNvPr id="29" name="Tabella 28">
            <a:extLst>
              <a:ext uri="{FF2B5EF4-FFF2-40B4-BE49-F238E27FC236}">
                <a16:creationId xmlns:a16="http://schemas.microsoft.com/office/drawing/2014/main" id="{530CF4DA-0C03-D90A-4970-E37EBA806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923093"/>
              </p:ext>
            </p:extLst>
          </p:nvPr>
        </p:nvGraphicFramePr>
        <p:xfrm>
          <a:off x="2866" y="3786264"/>
          <a:ext cx="9141134" cy="6400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51361">
                  <a:extLst>
                    <a:ext uri="{9D8B030D-6E8A-4147-A177-3AD203B41FA5}">
                      <a16:colId xmlns:a16="http://schemas.microsoft.com/office/drawing/2014/main" val="2854318537"/>
                    </a:ext>
                  </a:extLst>
                </a:gridCol>
                <a:gridCol w="4589773">
                  <a:extLst>
                    <a:ext uri="{9D8B030D-6E8A-4147-A177-3AD203B41FA5}">
                      <a16:colId xmlns:a16="http://schemas.microsoft.com/office/drawing/2014/main" val="2463006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it-IT" sz="1400" b="1" noProof="0" dirty="0">
                          <a:solidFill>
                            <a:srgbClr val="FFFFFF"/>
                          </a:solidFill>
                          <a:effectLst/>
                        </a:rPr>
                        <a:t>                Coordinatrice del corso: </a:t>
                      </a:r>
                    </a:p>
                    <a:p>
                      <a:pPr algn="ctr">
                        <a:buNone/>
                      </a:pPr>
                      <a:r>
                        <a:rPr lang="it-IT" sz="1400" b="1" kern="1200" noProof="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Prof. Marina Popolizio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noProof="0" dirty="0">
                          <a:solidFill>
                            <a:srgbClr val="FFFFFF"/>
                          </a:solidFill>
                          <a:effectLst/>
                        </a:rPr>
                        <a:t>                  Studenti:                </a:t>
                      </a:r>
                    </a:p>
                    <a:p>
                      <a:pPr algn="ctr">
                        <a:buNone/>
                      </a:pPr>
                      <a:r>
                        <a:rPr lang="it-IT" sz="1400" b="1" kern="1200" noProof="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Andrea Patruno – 602617</a:t>
                      </a:r>
                    </a:p>
                    <a:p>
                      <a:pPr algn="ctr">
                        <a:buNone/>
                      </a:pPr>
                      <a:r>
                        <a:rPr lang="it-IT" sz="1400" b="1" noProof="0" dirty="0">
                          <a:solidFill>
                            <a:srgbClr val="FFFFFF"/>
                          </a:solidFill>
                          <a:effectLst/>
                        </a:rPr>
                        <a:t>                  Ivan Giacomo Colella </a:t>
                      </a:r>
                      <a:r>
                        <a:rPr lang="it-IT" sz="1400" b="1" kern="1200" noProof="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</a:t>
                      </a:r>
                      <a:r>
                        <a:rPr lang="it-IT" sz="1400" b="1" noProof="0" dirty="0">
                          <a:solidFill>
                            <a:srgbClr val="FFFFFF"/>
                          </a:solidFill>
                          <a:effectLst/>
                        </a:rPr>
                        <a:t> 601432</a:t>
                      </a:r>
                      <a:endParaRPr lang="it-IT" sz="1400" b="1" kern="1200" noProof="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698424"/>
                  </a:ext>
                </a:extLst>
              </a:tr>
            </a:tbl>
          </a:graphicData>
        </a:graphic>
      </p:graphicFrame>
      <p:pic>
        <p:nvPicPr>
          <p:cNvPr id="32" name="Immagine 31">
            <a:extLst>
              <a:ext uri="{FF2B5EF4-FFF2-40B4-BE49-F238E27FC236}">
                <a16:creationId xmlns:a16="http://schemas.microsoft.com/office/drawing/2014/main" id="{E1F71135-A507-A760-7497-F7F7D300E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3878" y="1619862"/>
            <a:ext cx="2282868" cy="2013516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B279FB3C-7FA1-FB1B-A93D-52B049330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731" y="2349404"/>
            <a:ext cx="1028556" cy="101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12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CF17F0-E193-7F72-05C6-23F7DF416B1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856C3E-95A8-8FBB-BF61-42A33B3C7FA2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B66494-BFC9-C502-95D6-0D93B9C4E241}"/>
              </a:ext>
            </a:extLst>
          </p:cNvPr>
          <p:cNvSpPr/>
          <p:nvPr/>
        </p:nvSpPr>
        <p:spPr>
          <a:xfrm>
            <a:off x="2813304" y="175601"/>
            <a:ext cx="3517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Motivazioni e gli Obiettivi</a:t>
            </a:r>
            <a:endParaRPr 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93CE9435-3668-2A0A-44B4-13A80E15F415}"/>
              </a:ext>
            </a:extLst>
          </p:cNvPr>
          <p:cNvGrpSpPr/>
          <p:nvPr/>
        </p:nvGrpSpPr>
        <p:grpSpPr>
          <a:xfrm>
            <a:off x="474851" y="1209463"/>
            <a:ext cx="3859249" cy="2008844"/>
            <a:chOff x="471390" y="1202987"/>
            <a:chExt cx="3859249" cy="2008844"/>
          </a:xfrm>
        </p:grpSpPr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A938855D-FE1F-EF36-2A87-C378892A0A05}"/>
                </a:ext>
              </a:extLst>
            </p:cNvPr>
            <p:cNvGrpSpPr/>
            <p:nvPr/>
          </p:nvGrpSpPr>
          <p:grpSpPr>
            <a:xfrm>
              <a:off x="474618" y="1202987"/>
              <a:ext cx="3856021" cy="2008844"/>
              <a:chOff x="474618" y="1202986"/>
              <a:chExt cx="3856021" cy="2003510"/>
            </a:xfrm>
          </p:grpSpPr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9ACFA837-0B19-0EBF-16A7-F115B26974C5}"/>
                  </a:ext>
                </a:extLst>
              </p:cNvPr>
              <p:cNvSpPr/>
              <p:nvPr/>
            </p:nvSpPr>
            <p:spPr>
              <a:xfrm>
                <a:off x="474618" y="1202986"/>
                <a:ext cx="3856021" cy="2003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Shape 5">
                <a:extLst>
                  <a:ext uri="{FF2B5EF4-FFF2-40B4-BE49-F238E27FC236}">
                    <a16:creationId xmlns:a16="http://schemas.microsoft.com/office/drawing/2014/main" id="{56070D00-0291-9D85-2A52-9D92F4CECE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4619" y="1202986"/>
                <a:ext cx="3854898" cy="416371"/>
              </a:xfrm>
              <a:prstGeom prst="rect">
                <a:avLst/>
              </a:prstGeom>
              <a:solidFill>
                <a:srgbClr val="0D1B4B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Contesto</a:t>
                </a:r>
                <a:endParaRPr lang="it-IT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4A50B6E-C841-B9C9-F420-D4E056B77277}"/>
                </a:ext>
              </a:extLst>
            </p:cNvPr>
            <p:cNvSpPr>
              <a:spLocks/>
            </p:cNvSpPr>
            <p:nvPr/>
          </p:nvSpPr>
          <p:spPr>
            <a:xfrm>
              <a:off x="653244" y="1613359"/>
              <a:ext cx="2117177" cy="303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CasellaDiTesto 34">
              <a:extLst>
                <a:ext uri="{FF2B5EF4-FFF2-40B4-BE49-F238E27FC236}">
                  <a16:creationId xmlns:a16="http://schemas.microsoft.com/office/drawing/2014/main" id="{D6E0CC0D-7D94-AA1B-07AF-257B80682547}"/>
                </a:ext>
              </a:extLst>
            </p:cNvPr>
            <p:cNvSpPr txBox="1">
              <a:spLocks/>
            </p:cNvSpPr>
            <p:nvPr/>
          </p:nvSpPr>
          <p:spPr>
            <a:xfrm>
              <a:off x="471390" y="1680515"/>
              <a:ext cx="34050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Dominio Medico:</a:t>
              </a:r>
              <a:r>
                <a:rPr lang="it-IT" sz="1200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Le radiografie polmonari sono essenziali per il triage e la diagnosi di patologie respiratorie critiche.</a:t>
              </a:r>
              <a:endPara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20">
              <a:extLst>
                <a:ext uri="{FF2B5EF4-FFF2-40B4-BE49-F238E27FC236}">
                  <a16:creationId xmlns:a16="http://schemas.microsoft.com/office/drawing/2014/main" id="{981C6F95-42A6-9117-4153-7A82AD31A77B}"/>
                </a:ext>
              </a:extLst>
            </p:cNvPr>
            <p:cNvSpPr>
              <a:spLocks/>
            </p:cNvSpPr>
            <p:nvPr/>
          </p:nvSpPr>
          <p:spPr>
            <a:xfrm>
              <a:off x="542936" y="2370885"/>
              <a:ext cx="3079074" cy="7023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it-IT" sz="1200" b="1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Il Problema dei Dati:</a:t>
              </a:r>
              <a:r>
                <a:rPr lang="it-IT" sz="1200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Le immagini radiografiche sono matrici ad altissima dimensionalità. L'elaborazione diretta dei pixel grezzi è computazionalmente pesante</a:t>
              </a:r>
              <a:endParaRPr lang="en-US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1" name="Elemento grafico 40" descr="Stethoscope">
              <a:extLst>
                <a:ext uri="{FF2B5EF4-FFF2-40B4-BE49-F238E27FC236}">
                  <a16:creationId xmlns:a16="http://schemas.microsoft.com/office/drawing/2014/main" id="{B96C1320-1210-606B-B69D-BC99BF88B1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85672" y="1746814"/>
              <a:ext cx="466574" cy="466574"/>
            </a:xfrm>
            <a:prstGeom prst="rect">
              <a:avLst/>
            </a:prstGeom>
          </p:spPr>
        </p:pic>
        <p:pic>
          <p:nvPicPr>
            <p:cNvPr id="6" name="Elemento grafico 5" descr="Database contorno">
              <a:extLst>
                <a:ext uri="{FF2B5EF4-FFF2-40B4-BE49-F238E27FC236}">
                  <a16:creationId xmlns:a16="http://schemas.microsoft.com/office/drawing/2014/main" id="{AA9C7609-2269-BC45-1053-6744CEFBD5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5587" y="2431927"/>
              <a:ext cx="530168" cy="530168"/>
            </a:xfrm>
            <a:prstGeom prst="rect">
              <a:avLst/>
            </a:prstGeom>
          </p:spPr>
        </p:pic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C69727D4-1C22-89D4-61E1-6030E14BC794}"/>
              </a:ext>
            </a:extLst>
          </p:cNvPr>
          <p:cNvGrpSpPr/>
          <p:nvPr/>
        </p:nvGrpSpPr>
        <p:grpSpPr>
          <a:xfrm>
            <a:off x="4572000" y="3005098"/>
            <a:ext cx="4118539" cy="1934748"/>
            <a:chOff x="4963625" y="1754909"/>
            <a:chExt cx="3989715" cy="1934748"/>
          </a:xfrm>
        </p:grpSpPr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23AF93E8-794D-BF85-F59E-B917DE2733DA}"/>
                </a:ext>
              </a:extLst>
            </p:cNvPr>
            <p:cNvGrpSpPr/>
            <p:nvPr/>
          </p:nvGrpSpPr>
          <p:grpSpPr>
            <a:xfrm>
              <a:off x="4963625" y="1754909"/>
              <a:ext cx="3989715" cy="1934748"/>
              <a:chOff x="4923129" y="1673015"/>
              <a:chExt cx="3989715" cy="1934748"/>
            </a:xfrm>
          </p:grpSpPr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8D9E7345-9209-4DCF-E136-DAE004979E25}"/>
                  </a:ext>
                </a:extLst>
              </p:cNvPr>
              <p:cNvSpPr/>
              <p:nvPr/>
            </p:nvSpPr>
            <p:spPr>
              <a:xfrm>
                <a:off x="4923129" y="1773539"/>
                <a:ext cx="3989715" cy="18342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Shape 5">
                <a:extLst>
                  <a:ext uri="{FF2B5EF4-FFF2-40B4-BE49-F238E27FC236}">
                    <a16:creationId xmlns:a16="http://schemas.microsoft.com/office/drawing/2014/main" id="{53DF13FC-B59A-8BC3-8138-04C998FE0A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24322" y="1673015"/>
                <a:ext cx="3988522" cy="416371"/>
              </a:xfrm>
              <a:prstGeom prst="rect">
                <a:avLst/>
              </a:prstGeom>
              <a:solidFill>
                <a:srgbClr val="02809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b="1" dirty="0" err="1">
                    <a:solidFill>
                      <a:srgbClr val="FFFFFF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Obiettivo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B609A615-04DA-125D-7648-437909D69EA7}"/>
                </a:ext>
              </a:extLst>
            </p:cNvPr>
            <p:cNvSpPr>
              <a:spLocks/>
            </p:cNvSpPr>
            <p:nvPr/>
          </p:nvSpPr>
          <p:spPr>
            <a:xfrm>
              <a:off x="5069835" y="2188300"/>
              <a:ext cx="3773716" cy="738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buNone/>
              </a:pP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65724F8C-93D1-45DB-CCEF-B69D4C41B516}"/>
                </a:ext>
              </a:extLst>
            </p:cNvPr>
            <p:cNvSpPr>
              <a:spLocks/>
            </p:cNvSpPr>
            <p:nvPr/>
          </p:nvSpPr>
          <p:spPr>
            <a:xfrm>
              <a:off x="5045013" y="2242226"/>
              <a:ext cx="3537284" cy="139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it-IT" sz="1200" b="1" dirty="0">
                  <a:solidFill>
                    <a:srgbClr val="02809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Compressione (SVD): </a:t>
              </a:r>
              <a:r>
                <a:rPr lang="it-IT" sz="1200" dirty="0">
                  <a:solidFill>
                    <a:srgbClr val="02809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La </a:t>
              </a:r>
              <a:r>
                <a:rPr lang="it-IT" sz="1200" b="1" dirty="0">
                  <a:solidFill>
                    <a:srgbClr val="02809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SVD</a:t>
              </a:r>
              <a:r>
                <a:rPr lang="it-IT" sz="1200" dirty="0">
                  <a:solidFill>
                    <a:srgbClr val="02809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può comprimere le radiografie toraciche preservando le informazioni clinicamente rilevanti?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br>
                <a:rPr lang="it-IT" sz="1200" b="1" dirty="0">
                  <a:solidFill>
                    <a:srgbClr val="02809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it-IT" sz="1200" b="1" dirty="0">
                  <a:solidFill>
                    <a:srgbClr val="02809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Classificazione (PCA):</a:t>
              </a:r>
              <a:r>
                <a:rPr lang="it-IT" sz="1200" dirty="0">
                  <a:solidFill>
                    <a:srgbClr val="02809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La </a:t>
              </a:r>
              <a:r>
                <a:rPr lang="it-IT" sz="1200" b="1" dirty="0">
                  <a:solidFill>
                    <a:srgbClr val="02809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PCA</a:t>
              </a:r>
              <a:r>
                <a:rPr lang="it-IT" sz="1200" dirty="0">
                  <a:solidFill>
                    <a:srgbClr val="02809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può rivelare strutture latenti nel dataset in grado di distinguere le diverse patologie polmonari?</a:t>
              </a:r>
            </a:p>
          </p:txBody>
        </p:sp>
        <p:pic>
          <p:nvPicPr>
            <p:cNvPr id="8" name="Elemento grafico 7" descr="Priorità con riempimento a tinta unita">
              <a:extLst>
                <a:ext uri="{FF2B5EF4-FFF2-40B4-BE49-F238E27FC236}">
                  <a16:creationId xmlns:a16="http://schemas.microsoft.com/office/drawing/2014/main" id="{2B551850-2098-687C-4E42-99023C6E62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81489" y="3028230"/>
              <a:ext cx="519952" cy="519952"/>
            </a:xfrm>
            <a:prstGeom prst="rect">
              <a:avLst/>
            </a:prstGeom>
          </p:spPr>
        </p:pic>
        <p:pic>
          <p:nvPicPr>
            <p:cNvPr id="10" name="Elemento grafico 9" descr="Grafico a barre con riempimento a tinta unita">
              <a:extLst>
                <a:ext uri="{FF2B5EF4-FFF2-40B4-BE49-F238E27FC236}">
                  <a16:creationId xmlns:a16="http://schemas.microsoft.com/office/drawing/2014/main" id="{A68B14DE-C534-C503-C04F-A1A49507C3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81489" y="2252021"/>
              <a:ext cx="545218" cy="545218"/>
            </a:xfrm>
            <a:prstGeom prst="rect">
              <a:avLst/>
            </a:prstGeom>
          </p:spPr>
        </p:pic>
      </p:grpSp>
      <p:pic>
        <p:nvPicPr>
          <p:cNvPr id="21" name="Immagine 20">
            <a:extLst>
              <a:ext uri="{FF2B5EF4-FFF2-40B4-BE49-F238E27FC236}">
                <a16:creationId xmlns:a16="http://schemas.microsoft.com/office/drawing/2014/main" id="{2E5A357A-31FA-2019-97B4-B51957686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F3659CE5-4616-E476-3F52-46945814E2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14449884-93BB-8A53-3CF6-DA52ACBB20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2420" y="3255825"/>
            <a:ext cx="609685" cy="609685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DBFD64FC-C7A6-DB2C-7EAE-736A788295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4376796" y="2350518"/>
            <a:ext cx="609685" cy="609685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F4451F7B-C573-990E-C3CB-DF6B3CBFD1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9704" y="806477"/>
            <a:ext cx="2293034" cy="2293034"/>
          </a:xfrm>
          <a:prstGeom prst="rect">
            <a:avLst/>
          </a:prstGeom>
        </p:spPr>
      </p:pic>
      <p:pic>
        <p:nvPicPr>
          <p:cNvPr id="38" name="Immagine 37">
            <a:extLst>
              <a:ext uri="{FF2B5EF4-FFF2-40B4-BE49-F238E27FC236}">
                <a16:creationId xmlns:a16="http://schemas.microsoft.com/office/drawing/2014/main" id="{6AD4A705-AC96-D927-74C9-D1BF889B8F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192" y="2875765"/>
            <a:ext cx="2343326" cy="23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2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87EDD-EE59-1A32-9B4B-EF7C145B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629C79-FB3B-F87B-3757-442C883997D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8F40D0-20DD-2F42-E037-C9B841B5766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355663-5FAB-89B9-E3EE-59A84F559B11}"/>
              </a:ext>
            </a:extLst>
          </p:cNvPr>
          <p:cNvSpPr/>
          <p:nvPr/>
        </p:nvSpPr>
        <p:spPr>
          <a:xfrm>
            <a:off x="2482440" y="64674"/>
            <a:ext cx="43471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- </a:t>
            </a:r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</a:t>
            </a:r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X-Rays </a:t>
            </a:r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</a:t>
            </a:r>
            <a:endParaRPr lang="it-IT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E4C614E-9644-F6A5-7DD5-2DDB2FB06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BEBA4B30-5044-27F3-1E57-6C97D5415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514025A6-BFB3-5EF9-9884-20D33A1A9B3D}"/>
              </a:ext>
            </a:extLst>
          </p:cNvPr>
          <p:cNvSpPr/>
          <p:nvPr/>
        </p:nvSpPr>
        <p:spPr>
          <a:xfrm>
            <a:off x="2000917" y="639474"/>
            <a:ext cx="5142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</a:t>
            </a:r>
            <a:r>
              <a:rPr lang="en-US" sz="1100" b="1" dirty="0" err="1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</a:t>
            </a: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diagnostiche</a:t>
            </a: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it-IT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COVID ha toni medio-alti (opacità), la polmonite concentra toni scuri (addensamenti visibili).</a:t>
            </a:r>
          </a:p>
          <a:p>
            <a:pPr marL="0" indent="0" algn="ctr">
              <a:buNone/>
            </a:pPr>
            <a:endParaRPr lang="en-US" sz="1100" dirty="0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F496B4B4-3679-7570-CEBD-BDB73F8B355E}"/>
              </a:ext>
            </a:extLst>
          </p:cNvPr>
          <p:cNvGrpSpPr/>
          <p:nvPr/>
        </p:nvGrpSpPr>
        <p:grpSpPr>
          <a:xfrm>
            <a:off x="461009" y="1005095"/>
            <a:ext cx="8221981" cy="4073731"/>
            <a:chOff x="68579" y="1130729"/>
            <a:chExt cx="7901941" cy="3888000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2E8B2506-A101-6DDA-7F3E-2EF4E42AF7C0}"/>
                </a:ext>
              </a:extLst>
            </p:cNvPr>
            <p:cNvSpPr/>
            <p:nvPr/>
          </p:nvSpPr>
          <p:spPr>
            <a:xfrm>
              <a:off x="68579" y="1130729"/>
              <a:ext cx="7901941" cy="3888000"/>
            </a:xfrm>
            <a:prstGeom prst="rect">
              <a:avLst/>
            </a:prstGeom>
            <a:solidFill>
              <a:srgbClr val="0D1B4B">
                <a:alpha val="76000"/>
              </a:srgb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73730EA7-4FDC-CD2A-8F8D-5C0BA6753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767" y="1390257"/>
              <a:ext cx="7376674" cy="33842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566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49E0-A1D9-F956-9A55-E7C61EDC3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136632-51D8-898C-0AB0-3F47039DA835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A782D2-3E1F-21CE-1250-2220BB53100F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24DCBE4-3B79-CDBC-73D0-C9697F537DFA}"/>
              </a:ext>
            </a:extLst>
          </p:cNvPr>
          <p:cNvSpPr/>
          <p:nvPr/>
        </p:nvSpPr>
        <p:spPr>
          <a:xfrm>
            <a:off x="3115739" y="11889"/>
            <a:ext cx="2912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-processing Pipeline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C039B4A6-7CEA-007C-FB0A-6AC4ECFD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67F8BF84-8091-154F-DCE2-20B13ADC3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CCE43264-CA2B-B7F4-5EEF-5C00A92D80E9}"/>
              </a:ext>
            </a:extLst>
          </p:cNvPr>
          <p:cNvSpPr/>
          <p:nvPr/>
        </p:nvSpPr>
        <p:spPr>
          <a:xfrm>
            <a:off x="1823417" y="564186"/>
            <a:ext cx="54971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Problema iniziale: Le immagini mediche grezze contenevano inclinazione e bordi incorretti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28F0E4D4-0A26-EDB0-9B26-8F50B4786ACC}"/>
              </a:ext>
            </a:extLst>
          </p:cNvPr>
          <p:cNvSpPr/>
          <p:nvPr/>
        </p:nvSpPr>
        <p:spPr>
          <a:xfrm>
            <a:off x="1995328" y="2239248"/>
            <a:ext cx="437614" cy="5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653CD841-0AF0-CA36-DF40-E664654D37F0}"/>
              </a:ext>
            </a:extLst>
          </p:cNvPr>
          <p:cNvSpPr/>
          <p:nvPr/>
        </p:nvSpPr>
        <p:spPr>
          <a:xfrm>
            <a:off x="82551" y="1687419"/>
            <a:ext cx="1759464" cy="18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endParaRPr lang="it-IT" altLang="it-IT" sz="1100" dirty="0">
              <a:solidFill>
                <a:srgbClr val="0D1B4B"/>
              </a:solidFill>
            </a:endParaRPr>
          </a:p>
        </p:txBody>
      </p:sp>
      <p:grpSp>
        <p:nvGrpSpPr>
          <p:cNvPr id="120" name="Gruppo 119">
            <a:extLst>
              <a:ext uri="{FF2B5EF4-FFF2-40B4-BE49-F238E27FC236}">
                <a16:creationId xmlns:a16="http://schemas.microsoft.com/office/drawing/2014/main" id="{3A6124C3-88BB-A7D1-B348-5C27D43AA4E3}"/>
              </a:ext>
            </a:extLst>
          </p:cNvPr>
          <p:cNvGrpSpPr/>
          <p:nvPr/>
        </p:nvGrpSpPr>
        <p:grpSpPr>
          <a:xfrm>
            <a:off x="101225" y="1058178"/>
            <a:ext cx="1897200" cy="2880000"/>
            <a:chOff x="147525" y="1058178"/>
            <a:chExt cx="1897200" cy="2880000"/>
          </a:xfrm>
        </p:grpSpPr>
        <p:grpSp>
          <p:nvGrpSpPr>
            <p:cNvPr id="66" name="Gruppo 65">
              <a:extLst>
                <a:ext uri="{FF2B5EF4-FFF2-40B4-BE49-F238E27FC236}">
                  <a16:creationId xmlns:a16="http://schemas.microsoft.com/office/drawing/2014/main" id="{FFA9362B-E09F-3580-C047-3F7AC4FAF2AA}"/>
                </a:ext>
              </a:extLst>
            </p:cNvPr>
            <p:cNvGrpSpPr/>
            <p:nvPr/>
          </p:nvGrpSpPr>
          <p:grpSpPr>
            <a:xfrm>
              <a:off x="147525" y="1058178"/>
              <a:ext cx="1897200" cy="2880000"/>
              <a:chOff x="305307" y="1663694"/>
              <a:chExt cx="1897200" cy="2210400"/>
            </a:xfrm>
          </p:grpSpPr>
          <p:grpSp>
            <p:nvGrpSpPr>
              <p:cNvPr id="44" name="Gruppo 43">
                <a:extLst>
                  <a:ext uri="{FF2B5EF4-FFF2-40B4-BE49-F238E27FC236}">
                    <a16:creationId xmlns:a16="http://schemas.microsoft.com/office/drawing/2014/main" id="{332A32D4-0D37-A91D-8047-E76799F9C2F4}"/>
                  </a:ext>
                </a:extLst>
              </p:cNvPr>
              <p:cNvGrpSpPr/>
              <p:nvPr/>
            </p:nvGrpSpPr>
            <p:grpSpPr>
              <a:xfrm>
                <a:off x="305307" y="1663694"/>
                <a:ext cx="1897200" cy="2210400"/>
                <a:chOff x="474618" y="1202987"/>
                <a:chExt cx="3856021" cy="2008844"/>
              </a:xfrm>
            </p:grpSpPr>
            <p:grpSp>
              <p:nvGrpSpPr>
                <p:cNvPr id="45" name="Gruppo 44">
                  <a:extLst>
                    <a:ext uri="{FF2B5EF4-FFF2-40B4-BE49-F238E27FC236}">
                      <a16:creationId xmlns:a16="http://schemas.microsoft.com/office/drawing/2014/main" id="{92532C61-254E-B746-060B-5E4D5A737CEF}"/>
                    </a:ext>
                  </a:extLst>
                </p:cNvPr>
                <p:cNvGrpSpPr/>
                <p:nvPr/>
              </p:nvGrpSpPr>
              <p:grpSpPr>
                <a:xfrm>
                  <a:off x="474618" y="1202987"/>
                  <a:ext cx="3856021" cy="2008844"/>
                  <a:chOff x="474618" y="1202986"/>
                  <a:chExt cx="3856021" cy="2003510"/>
                </a:xfrm>
              </p:grpSpPr>
              <p:sp>
                <p:nvSpPr>
                  <p:cNvPr id="51" name="Rettangolo 50">
                    <a:extLst>
                      <a:ext uri="{FF2B5EF4-FFF2-40B4-BE49-F238E27FC236}">
                        <a16:creationId xmlns:a16="http://schemas.microsoft.com/office/drawing/2014/main" id="{E671B6EE-7C23-A7F5-D86F-C4F0B6ACB7D5}"/>
                      </a:ext>
                    </a:extLst>
                  </p:cNvPr>
                  <p:cNvSpPr/>
                  <p:nvPr/>
                </p:nvSpPr>
                <p:spPr>
                  <a:xfrm>
                    <a:off x="474618" y="1202986"/>
                    <a:ext cx="3856021" cy="20035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innerShdw blurRad="114300">
                      <a:prstClr val="black"/>
                    </a:inn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dirty="0"/>
                  </a:p>
                </p:txBody>
              </p:sp>
              <p:sp>
                <p:nvSpPr>
                  <p:cNvPr id="52" name="Shape 5">
                    <a:extLst>
                      <a:ext uri="{FF2B5EF4-FFF2-40B4-BE49-F238E27FC236}">
                        <a16:creationId xmlns:a16="http://schemas.microsoft.com/office/drawing/2014/main" id="{23F99F36-7D25-F4AD-94D1-A3F0ECBDD6A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74619" y="1202986"/>
                    <a:ext cx="3854898" cy="540087"/>
                  </a:xfrm>
                  <a:prstGeom prst="rect">
                    <a:avLst/>
                  </a:prstGeom>
                  <a:solidFill>
                    <a:srgbClr val="0D1B4B"/>
                  </a:solidFill>
                  <a:ln w="1270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ctr"/>
                    <a:endParaRPr lang="it-IT" dirty="0">
                      <a:solidFill>
                        <a:srgbClr val="0D1B4B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" name="Text 14">
                  <a:extLst>
                    <a:ext uri="{FF2B5EF4-FFF2-40B4-BE49-F238E27FC236}">
                      <a16:creationId xmlns:a16="http://schemas.microsoft.com/office/drawing/2014/main" id="{C701DB6D-AAC3-C0D4-A91F-CEFB1AE8C07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53244" y="1613359"/>
                  <a:ext cx="2117177" cy="303605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endParaRPr lang="en-US" sz="1000" dirty="0"/>
                </a:p>
              </p:txBody>
            </p:sp>
          </p:grpSp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2F21829D-71C2-384A-A037-4DC27FC5E23A}"/>
                  </a:ext>
                </a:extLst>
              </p:cNvPr>
              <p:cNvSpPr txBox="1"/>
              <p:nvPr/>
            </p:nvSpPr>
            <p:spPr>
              <a:xfrm>
                <a:off x="305308" y="2687997"/>
                <a:ext cx="1896646" cy="875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200" b="1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Scarto</a:t>
                </a:r>
                <a:r>
                  <a:rPr lang="it-IT" sz="1200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automatico di  radiografie laterali, file </a:t>
                </a:r>
                <a:r>
                  <a:rPr lang="it-IT" sz="1200" b="1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corrotti</a:t>
                </a:r>
                <a:r>
                  <a:rPr lang="it-IT" sz="1200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 immagini con </a:t>
                </a:r>
                <a:r>
                  <a:rPr lang="it-IT" sz="1200" b="1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inclinazioni</a:t>
                </a:r>
                <a:r>
                  <a:rPr lang="it-IT" sz="1200" dirty="0">
                    <a:solidFill>
                      <a:srgbClr val="0D1B4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irrecuperabili (&gt; 10°).</a:t>
                </a:r>
              </a:p>
            </p:txBody>
          </p:sp>
        </p:grpSp>
        <p:pic>
          <p:nvPicPr>
            <p:cNvPr id="38" name="Elemento grafico 37" descr="Badge 1 con riempimento a tinta unita">
              <a:extLst>
                <a:ext uri="{FF2B5EF4-FFF2-40B4-BE49-F238E27FC236}">
                  <a16:creationId xmlns:a16="http://schemas.microsoft.com/office/drawing/2014/main" id="{94C67444-0691-59D9-4720-104F072D99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902" y="1177585"/>
              <a:ext cx="540067" cy="540067"/>
            </a:xfrm>
            <a:prstGeom prst="rect">
              <a:avLst/>
            </a:prstGeom>
            <a:effectLst>
              <a:glow rad="101600">
                <a:srgbClr val="0A1128">
                  <a:alpha val="60000"/>
                </a:srgbClr>
              </a:glow>
            </a:effectLst>
          </p:spPr>
        </p:pic>
      </p:grp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B6420E5E-CB18-07D9-42F4-7704B6DD9A0C}"/>
              </a:ext>
            </a:extLst>
          </p:cNvPr>
          <p:cNvSpPr txBox="1"/>
          <p:nvPr/>
        </p:nvSpPr>
        <p:spPr>
          <a:xfrm>
            <a:off x="147524" y="1920989"/>
            <a:ext cx="18966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Filtraggio e validazione</a:t>
            </a:r>
          </a:p>
        </p:txBody>
      </p:sp>
      <p:grpSp>
        <p:nvGrpSpPr>
          <p:cNvPr id="99" name="Gruppo 98">
            <a:extLst>
              <a:ext uri="{FF2B5EF4-FFF2-40B4-BE49-F238E27FC236}">
                <a16:creationId xmlns:a16="http://schemas.microsoft.com/office/drawing/2014/main" id="{24B5F93C-1E4B-CB90-4B9E-DC3F3FA25E5F}"/>
              </a:ext>
            </a:extLst>
          </p:cNvPr>
          <p:cNvGrpSpPr/>
          <p:nvPr/>
        </p:nvGrpSpPr>
        <p:grpSpPr>
          <a:xfrm>
            <a:off x="2437942" y="1453802"/>
            <a:ext cx="1897200" cy="2880000"/>
            <a:chOff x="474618" y="1202987"/>
            <a:chExt cx="3856021" cy="2008844"/>
          </a:xfrm>
        </p:grpSpPr>
        <p:grpSp>
          <p:nvGrpSpPr>
            <p:cNvPr id="101" name="Gruppo 100">
              <a:extLst>
                <a:ext uri="{FF2B5EF4-FFF2-40B4-BE49-F238E27FC236}">
                  <a16:creationId xmlns:a16="http://schemas.microsoft.com/office/drawing/2014/main" id="{5DC48541-08CB-092D-5383-FC0634491589}"/>
                </a:ext>
              </a:extLst>
            </p:cNvPr>
            <p:cNvGrpSpPr/>
            <p:nvPr/>
          </p:nvGrpSpPr>
          <p:grpSpPr>
            <a:xfrm>
              <a:off x="474618" y="1202987"/>
              <a:ext cx="3856021" cy="2008844"/>
              <a:chOff x="474618" y="1202986"/>
              <a:chExt cx="3856021" cy="2003510"/>
            </a:xfrm>
          </p:grpSpPr>
          <p:sp>
            <p:nvSpPr>
              <p:cNvPr id="103" name="Rettangolo 102">
                <a:extLst>
                  <a:ext uri="{FF2B5EF4-FFF2-40B4-BE49-F238E27FC236}">
                    <a16:creationId xmlns:a16="http://schemas.microsoft.com/office/drawing/2014/main" id="{BE516774-2816-622B-CBB7-3AC7E5EE5860}"/>
                  </a:ext>
                </a:extLst>
              </p:cNvPr>
              <p:cNvSpPr/>
              <p:nvPr/>
            </p:nvSpPr>
            <p:spPr>
              <a:xfrm>
                <a:off x="474618" y="1202986"/>
                <a:ext cx="3856021" cy="2003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04" name="Shape 5">
                <a:extLst>
                  <a:ext uri="{FF2B5EF4-FFF2-40B4-BE49-F238E27FC236}">
                    <a16:creationId xmlns:a16="http://schemas.microsoft.com/office/drawing/2014/main" id="{C31C68C6-715E-7CE9-E7EF-4F603EEC61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4619" y="1202986"/>
                <a:ext cx="3854898" cy="540087"/>
              </a:xfrm>
              <a:prstGeom prst="rect">
                <a:avLst/>
              </a:prstGeom>
              <a:solidFill>
                <a:srgbClr val="0D1B4B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endParaRPr lang="it-IT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2" name="Text 14">
              <a:extLst>
                <a:ext uri="{FF2B5EF4-FFF2-40B4-BE49-F238E27FC236}">
                  <a16:creationId xmlns:a16="http://schemas.microsoft.com/office/drawing/2014/main" id="{C23B3B2A-1B29-F7B1-ADCC-1858A36DCD88}"/>
                </a:ext>
              </a:extLst>
            </p:cNvPr>
            <p:cNvSpPr>
              <a:spLocks/>
            </p:cNvSpPr>
            <p:nvPr/>
          </p:nvSpPr>
          <p:spPr>
            <a:xfrm>
              <a:off x="653244" y="1613359"/>
              <a:ext cx="2117177" cy="303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</p:grpSp>
      <p:pic>
        <p:nvPicPr>
          <p:cNvPr id="39" name="Elemento grafico 38" descr="Badge con riempimento a tinta unita">
            <a:extLst>
              <a:ext uri="{FF2B5EF4-FFF2-40B4-BE49-F238E27FC236}">
                <a16:creationId xmlns:a16="http://schemas.microsoft.com/office/drawing/2014/main" id="{1B18D434-493B-FEF2-2E0B-4536C6667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2532" y="1559430"/>
            <a:ext cx="553066" cy="553066"/>
          </a:xfrm>
          <a:prstGeom prst="rect">
            <a:avLst/>
          </a:prstGeom>
          <a:effectLst>
            <a:glow rad="101600">
              <a:srgbClr val="0A1128">
                <a:alpha val="60000"/>
              </a:srgbClr>
            </a:glow>
          </a:effectLst>
        </p:spPr>
      </p:pic>
      <p:grpSp>
        <p:nvGrpSpPr>
          <p:cNvPr id="106" name="Gruppo 105">
            <a:extLst>
              <a:ext uri="{FF2B5EF4-FFF2-40B4-BE49-F238E27FC236}">
                <a16:creationId xmlns:a16="http://schemas.microsoft.com/office/drawing/2014/main" id="{64FDAF73-26BB-F400-78ED-61AD9D963309}"/>
              </a:ext>
            </a:extLst>
          </p:cNvPr>
          <p:cNvGrpSpPr/>
          <p:nvPr/>
        </p:nvGrpSpPr>
        <p:grpSpPr>
          <a:xfrm>
            <a:off x="4781101" y="1864085"/>
            <a:ext cx="1897200" cy="2880000"/>
            <a:chOff x="474618" y="1202987"/>
            <a:chExt cx="3856021" cy="2008844"/>
          </a:xfrm>
        </p:grpSpPr>
        <p:grpSp>
          <p:nvGrpSpPr>
            <p:cNvPr id="108" name="Gruppo 107">
              <a:extLst>
                <a:ext uri="{FF2B5EF4-FFF2-40B4-BE49-F238E27FC236}">
                  <a16:creationId xmlns:a16="http://schemas.microsoft.com/office/drawing/2014/main" id="{FCE382B7-1A34-5C98-9201-9BA0E35B0950}"/>
                </a:ext>
              </a:extLst>
            </p:cNvPr>
            <p:cNvGrpSpPr/>
            <p:nvPr/>
          </p:nvGrpSpPr>
          <p:grpSpPr>
            <a:xfrm>
              <a:off x="474618" y="1202987"/>
              <a:ext cx="3856021" cy="2008844"/>
              <a:chOff x="474618" y="1202986"/>
              <a:chExt cx="3856021" cy="2003510"/>
            </a:xfrm>
          </p:grpSpPr>
          <p:sp>
            <p:nvSpPr>
              <p:cNvPr id="110" name="Rettangolo 109">
                <a:extLst>
                  <a:ext uri="{FF2B5EF4-FFF2-40B4-BE49-F238E27FC236}">
                    <a16:creationId xmlns:a16="http://schemas.microsoft.com/office/drawing/2014/main" id="{BA3482A8-0263-5BB7-D119-701939EDE716}"/>
                  </a:ext>
                </a:extLst>
              </p:cNvPr>
              <p:cNvSpPr/>
              <p:nvPr/>
            </p:nvSpPr>
            <p:spPr>
              <a:xfrm>
                <a:off x="474618" y="1202986"/>
                <a:ext cx="3856021" cy="2003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1" name="Shape 5">
                <a:extLst>
                  <a:ext uri="{FF2B5EF4-FFF2-40B4-BE49-F238E27FC236}">
                    <a16:creationId xmlns:a16="http://schemas.microsoft.com/office/drawing/2014/main" id="{F3F251C2-54BD-FAD7-2F87-609B5C318B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4619" y="1202986"/>
                <a:ext cx="3854898" cy="540087"/>
              </a:xfrm>
              <a:prstGeom prst="rect">
                <a:avLst/>
              </a:prstGeom>
              <a:solidFill>
                <a:srgbClr val="0D1B4B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endParaRPr lang="it-IT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9" name="Text 14">
              <a:extLst>
                <a:ext uri="{FF2B5EF4-FFF2-40B4-BE49-F238E27FC236}">
                  <a16:creationId xmlns:a16="http://schemas.microsoft.com/office/drawing/2014/main" id="{C624066F-086A-13C5-3E86-3AE0BE3BFD87}"/>
                </a:ext>
              </a:extLst>
            </p:cNvPr>
            <p:cNvSpPr>
              <a:spLocks/>
            </p:cNvSpPr>
            <p:nvPr/>
          </p:nvSpPr>
          <p:spPr>
            <a:xfrm>
              <a:off x="653244" y="1613359"/>
              <a:ext cx="2117177" cy="303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</p:grp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8655A7FA-F7C3-4590-4AFB-1DBB14176919}"/>
              </a:ext>
            </a:extLst>
          </p:cNvPr>
          <p:cNvSpPr txBox="1"/>
          <p:nvPr/>
        </p:nvSpPr>
        <p:spPr>
          <a:xfrm>
            <a:off x="2463904" y="2278449"/>
            <a:ext cx="1836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Standardizzazione spaziale</a:t>
            </a:r>
          </a:p>
        </p:txBody>
      </p:sp>
      <p:pic>
        <p:nvPicPr>
          <p:cNvPr id="40" name="Elemento grafico 39" descr="Badge 3 con riempimento a tinta unita">
            <a:extLst>
              <a:ext uri="{FF2B5EF4-FFF2-40B4-BE49-F238E27FC236}">
                <a16:creationId xmlns:a16="http://schemas.microsoft.com/office/drawing/2014/main" id="{57D99C72-C05B-9499-C02A-C20DB65FD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2883" y="1965725"/>
            <a:ext cx="573082" cy="573082"/>
          </a:xfrm>
          <a:prstGeom prst="rect">
            <a:avLst/>
          </a:prstGeom>
          <a:effectLst>
            <a:glow rad="101600">
              <a:srgbClr val="0A1128">
                <a:alpha val="60000"/>
              </a:srgbClr>
            </a:glow>
          </a:effectLst>
        </p:spPr>
      </p:pic>
      <p:grpSp>
        <p:nvGrpSpPr>
          <p:cNvPr id="113" name="Gruppo 112">
            <a:extLst>
              <a:ext uri="{FF2B5EF4-FFF2-40B4-BE49-F238E27FC236}">
                <a16:creationId xmlns:a16="http://schemas.microsoft.com/office/drawing/2014/main" id="{E966B725-C4B7-1BA2-FA86-C14B5D7AC428}"/>
              </a:ext>
            </a:extLst>
          </p:cNvPr>
          <p:cNvGrpSpPr/>
          <p:nvPr/>
        </p:nvGrpSpPr>
        <p:grpSpPr>
          <a:xfrm>
            <a:off x="7126498" y="2200399"/>
            <a:ext cx="1897200" cy="2880000"/>
            <a:chOff x="474618" y="1202987"/>
            <a:chExt cx="3856021" cy="2008844"/>
          </a:xfrm>
        </p:grpSpPr>
        <p:grpSp>
          <p:nvGrpSpPr>
            <p:cNvPr id="115" name="Gruppo 114">
              <a:extLst>
                <a:ext uri="{FF2B5EF4-FFF2-40B4-BE49-F238E27FC236}">
                  <a16:creationId xmlns:a16="http://schemas.microsoft.com/office/drawing/2014/main" id="{D03A61DF-806F-5CE9-318E-5F0ADEB329A5}"/>
                </a:ext>
              </a:extLst>
            </p:cNvPr>
            <p:cNvGrpSpPr/>
            <p:nvPr/>
          </p:nvGrpSpPr>
          <p:grpSpPr>
            <a:xfrm>
              <a:off x="474618" y="1202987"/>
              <a:ext cx="3856021" cy="2008844"/>
              <a:chOff x="474618" y="1202986"/>
              <a:chExt cx="3856021" cy="2003510"/>
            </a:xfrm>
          </p:grpSpPr>
          <p:sp>
            <p:nvSpPr>
              <p:cNvPr id="117" name="Rettangolo 116">
                <a:extLst>
                  <a:ext uri="{FF2B5EF4-FFF2-40B4-BE49-F238E27FC236}">
                    <a16:creationId xmlns:a16="http://schemas.microsoft.com/office/drawing/2014/main" id="{EA496999-A2FC-1B01-D395-C4A02FDDE0D1}"/>
                  </a:ext>
                </a:extLst>
              </p:cNvPr>
              <p:cNvSpPr/>
              <p:nvPr/>
            </p:nvSpPr>
            <p:spPr>
              <a:xfrm>
                <a:off x="474618" y="1202986"/>
                <a:ext cx="3856021" cy="2003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18" name="Shape 5">
                <a:extLst>
                  <a:ext uri="{FF2B5EF4-FFF2-40B4-BE49-F238E27FC236}">
                    <a16:creationId xmlns:a16="http://schemas.microsoft.com/office/drawing/2014/main" id="{43EC8918-7BBB-9421-09DC-9AD9A75601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4619" y="1202986"/>
                <a:ext cx="3854898" cy="540087"/>
              </a:xfrm>
              <a:prstGeom prst="rect">
                <a:avLst/>
              </a:prstGeom>
              <a:solidFill>
                <a:srgbClr val="0D1B4B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pPr algn="ctr"/>
                <a:endParaRPr lang="it-IT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6" name="Text 14">
              <a:extLst>
                <a:ext uri="{FF2B5EF4-FFF2-40B4-BE49-F238E27FC236}">
                  <a16:creationId xmlns:a16="http://schemas.microsoft.com/office/drawing/2014/main" id="{5E40B1D3-48E7-9A60-801E-AFCC7B1028BC}"/>
                </a:ext>
              </a:extLst>
            </p:cNvPr>
            <p:cNvSpPr>
              <a:spLocks/>
            </p:cNvSpPr>
            <p:nvPr/>
          </p:nvSpPr>
          <p:spPr>
            <a:xfrm>
              <a:off x="653244" y="1613359"/>
              <a:ext cx="2117177" cy="3036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00" dirty="0"/>
            </a:p>
          </p:txBody>
        </p:sp>
      </p:grpSp>
      <p:pic>
        <p:nvPicPr>
          <p:cNvPr id="41" name="Elemento grafico 40" descr="Badge 4 con riempimento a tinta unita">
            <a:extLst>
              <a:ext uri="{FF2B5EF4-FFF2-40B4-BE49-F238E27FC236}">
                <a16:creationId xmlns:a16="http://schemas.microsoft.com/office/drawing/2014/main" id="{781315AB-AC71-2C7D-D378-EDF5E1B2E0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84101" y="2297860"/>
            <a:ext cx="581439" cy="581439"/>
          </a:xfrm>
          <a:prstGeom prst="rect">
            <a:avLst/>
          </a:prstGeom>
          <a:effectLst>
            <a:glow rad="101600">
              <a:srgbClr val="0A1128">
                <a:alpha val="60000"/>
              </a:srgbClr>
            </a:glow>
          </a:effectLst>
        </p:spPr>
      </p:pic>
      <p:sp>
        <p:nvSpPr>
          <p:cNvPr id="121" name="Text 9">
            <a:extLst>
              <a:ext uri="{FF2B5EF4-FFF2-40B4-BE49-F238E27FC236}">
                <a16:creationId xmlns:a16="http://schemas.microsoft.com/office/drawing/2014/main" id="{B5A3B16A-8C43-0A50-AD48-CDD523785451}"/>
              </a:ext>
            </a:extLst>
          </p:cNvPr>
          <p:cNvSpPr/>
          <p:nvPr/>
        </p:nvSpPr>
        <p:spPr>
          <a:xfrm>
            <a:off x="4337045" y="2733364"/>
            <a:ext cx="437614" cy="5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122" name="Text 9">
            <a:extLst>
              <a:ext uri="{FF2B5EF4-FFF2-40B4-BE49-F238E27FC236}">
                <a16:creationId xmlns:a16="http://schemas.microsoft.com/office/drawing/2014/main" id="{C9197C79-8AB2-E8C2-493F-DAA4D85343E3}"/>
              </a:ext>
            </a:extLst>
          </p:cNvPr>
          <p:cNvSpPr/>
          <p:nvPr/>
        </p:nvSpPr>
        <p:spPr>
          <a:xfrm>
            <a:off x="6684415" y="3265617"/>
            <a:ext cx="437614" cy="5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124" name="CasellaDiTesto 123">
            <a:extLst>
              <a:ext uri="{FF2B5EF4-FFF2-40B4-BE49-F238E27FC236}">
                <a16:creationId xmlns:a16="http://schemas.microsoft.com/office/drawing/2014/main" id="{FC8F0CD8-55F8-604A-3064-DA7968B31D49}"/>
              </a:ext>
            </a:extLst>
          </p:cNvPr>
          <p:cNvSpPr txBox="1"/>
          <p:nvPr/>
        </p:nvSpPr>
        <p:spPr>
          <a:xfrm>
            <a:off x="2518143" y="2699909"/>
            <a:ext cx="1747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Conversione in </a:t>
            </a:r>
            <a:r>
              <a:rPr lang="it-IT" sz="1200" b="1" i="1" dirty="0" err="1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1200" b="1" i="1" dirty="0" err="1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(256x256).</a:t>
            </a:r>
          </a:p>
          <a:p>
            <a:pPr algn="ctr"/>
            <a:endParaRPr lang="it-IT" sz="1200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200" b="1" i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Perché</a:t>
            </a:r>
            <a:r>
              <a:rPr lang="it-IT" sz="1200" i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Ridurre la complessità computazionale e uniformare i campioni.</a:t>
            </a:r>
            <a:endParaRPr lang="en-US" sz="1200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E59B2D4F-52E5-D2AE-42E5-78C3A14A9A86}"/>
              </a:ext>
            </a:extLst>
          </p:cNvPr>
          <p:cNvSpPr txBox="1"/>
          <p:nvPr/>
        </p:nvSpPr>
        <p:spPr>
          <a:xfrm>
            <a:off x="4789630" y="2689749"/>
            <a:ext cx="1879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Correzione dell’inclinazione</a:t>
            </a:r>
          </a:p>
        </p:txBody>
      </p:sp>
      <p:sp>
        <p:nvSpPr>
          <p:cNvPr id="125" name="CasellaDiTesto 124">
            <a:extLst>
              <a:ext uri="{FF2B5EF4-FFF2-40B4-BE49-F238E27FC236}">
                <a16:creationId xmlns:a16="http://schemas.microsoft.com/office/drawing/2014/main" id="{48972460-D82B-D797-6857-9245FA137E43}"/>
              </a:ext>
            </a:extLst>
          </p:cNvPr>
          <p:cNvSpPr txBox="1"/>
          <p:nvPr/>
        </p:nvSpPr>
        <p:spPr>
          <a:xfrm>
            <a:off x="4750620" y="3121279"/>
            <a:ext cx="19667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Rilevamento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rotazione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automatica dell'inclinazione. </a:t>
            </a:r>
          </a:p>
          <a:p>
            <a:pPr algn="ctr"/>
            <a:endParaRPr lang="it-IT" altLang="it-IT" sz="1200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200" b="1" i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Perché</a:t>
            </a:r>
            <a:r>
              <a:rPr lang="it-IT" sz="1200" i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PCA è sensibile all'allineamento; radiografie storte creerebbero "falsa varianza".</a:t>
            </a:r>
            <a:endParaRPr lang="it-IT" altLang="it-IT" sz="1200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B136E215-22E0-355E-28D6-5056770D0531}"/>
              </a:ext>
            </a:extLst>
          </p:cNvPr>
          <p:cNvSpPr txBox="1"/>
          <p:nvPr/>
        </p:nvSpPr>
        <p:spPr>
          <a:xfrm>
            <a:off x="7136534" y="3003326"/>
            <a:ext cx="1867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Normalizzazione e Centratura</a:t>
            </a:r>
          </a:p>
        </p:txBody>
      </p:sp>
      <p:sp>
        <p:nvSpPr>
          <p:cNvPr id="126" name="CasellaDiTesto 125">
            <a:extLst>
              <a:ext uri="{FF2B5EF4-FFF2-40B4-BE49-F238E27FC236}">
                <a16:creationId xmlns:a16="http://schemas.microsoft.com/office/drawing/2014/main" id="{E3FCDA02-CB92-58D3-8DD2-BA565B7FED63}"/>
              </a:ext>
            </a:extLst>
          </p:cNvPr>
          <p:cNvSpPr txBox="1"/>
          <p:nvPr/>
        </p:nvSpPr>
        <p:spPr>
          <a:xfrm>
            <a:off x="7156694" y="3446579"/>
            <a:ext cx="1833017" cy="1711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i="1" dirty="0" err="1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Flattening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(Vettore da 65.536 elementi) e sottrazione della media.</a:t>
            </a:r>
          </a:p>
          <a:p>
            <a:pPr algn="ctr"/>
            <a:endParaRPr lang="it-IT" sz="1200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200" b="1" i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Normalizzazione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Mappatura dei valori di intensità dei pixel nel range continuo </a:t>
            </a:r>
            <a:r>
              <a:rPr lang="it-IT" sz="12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1]</a:t>
            </a:r>
            <a:r>
              <a:rPr lang="it-IT" sz="12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8" name="Immagine 127">
            <a:extLst>
              <a:ext uri="{FF2B5EF4-FFF2-40B4-BE49-F238E27FC236}">
                <a16:creationId xmlns:a16="http://schemas.microsoft.com/office/drawing/2014/main" id="{ED5C435C-9214-5963-D508-D203FB0264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879" y="3813776"/>
            <a:ext cx="1821039" cy="182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16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0B014-6A93-691C-47CB-C6E7F711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4251C4-60A6-91A8-C931-D2DACE34A52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71AD63-F480-C3D4-E682-4DBD8C43E992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A37B2C-82E3-C6C3-1ED3-D0115E2ACCEF}"/>
              </a:ext>
            </a:extLst>
          </p:cNvPr>
          <p:cNvSpPr/>
          <p:nvPr/>
        </p:nvSpPr>
        <p:spPr>
          <a:xfrm>
            <a:off x="2180461" y="202940"/>
            <a:ext cx="51403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Singular</a:t>
            </a:r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 </a:t>
            </a:r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Decomposition</a:t>
            </a:r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Teoria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30D93575-1502-7411-6746-1F85DC2C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67D70EDB-DFE8-0FAC-1992-79B4118E1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E2BB2304-F84B-9C22-6F9E-506CF77228BD}"/>
              </a:ext>
            </a:extLst>
          </p:cNvPr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8CEE599-E4C0-928C-2E82-5AD132918FDF}"/>
              </a:ext>
            </a:extLst>
          </p:cNvPr>
          <p:cNvSpPr/>
          <p:nvPr/>
        </p:nvSpPr>
        <p:spPr>
          <a:xfrm>
            <a:off x="320040" y="1094153"/>
            <a:ext cx="8503920" cy="73152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E6D367-4475-88D2-5CAD-971E388D8666}"/>
              </a:ext>
            </a:extLst>
          </p:cNvPr>
          <p:cNvSpPr/>
          <p:nvPr/>
        </p:nvSpPr>
        <p:spPr>
          <a:xfrm>
            <a:off x="320040" y="11887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U · Σ · Vᵀ</a:t>
            </a:r>
            <a:endParaRPr lang="en-US" sz="2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3C2CFB-F696-2425-7AC1-166660B2CC5B}"/>
              </a:ext>
            </a:extLst>
          </p:cNvPr>
          <p:cNvSpPr/>
          <p:nvPr/>
        </p:nvSpPr>
        <p:spPr>
          <a:xfrm>
            <a:off x="4297680" y="11887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Approssimazione rango k:   Aₖ = Σᵢ₌₁ᵏ σᵢ uᵢ vᵢᵀ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443EACD-A57D-C9EC-451A-D0012FEF89E9}"/>
              </a:ext>
            </a:extLst>
          </p:cNvPr>
          <p:cNvSpPr/>
          <p:nvPr/>
        </p:nvSpPr>
        <p:spPr>
          <a:xfrm>
            <a:off x="32004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AC5DAA2-081B-F8D3-35B8-E763BC49DE68}"/>
              </a:ext>
            </a:extLst>
          </p:cNvPr>
          <p:cNvSpPr/>
          <p:nvPr/>
        </p:nvSpPr>
        <p:spPr>
          <a:xfrm>
            <a:off x="32004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88C96A-DF86-C402-3CF1-BD232BCE7939}"/>
              </a:ext>
            </a:extLst>
          </p:cNvPr>
          <p:cNvSpPr/>
          <p:nvPr/>
        </p:nvSpPr>
        <p:spPr>
          <a:xfrm>
            <a:off x="52120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 ∈ ℝᵐˣᵐ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F908E95-605A-FAF0-57AC-5DEC27DFA49C}"/>
              </a:ext>
            </a:extLst>
          </p:cNvPr>
          <p:cNvSpPr/>
          <p:nvPr/>
        </p:nvSpPr>
        <p:spPr>
          <a:xfrm>
            <a:off x="52120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Vettori </a:t>
            </a:r>
            <a:r>
              <a:rPr lang="en-US" sz="1100" i="1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singolari</a:t>
            </a:r>
            <a:r>
              <a:rPr lang="en-US" sz="11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sinistri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B2F1469-DBA8-E573-0E79-3129EC6C6039}"/>
              </a:ext>
            </a:extLst>
          </p:cNvPr>
          <p:cNvSpPr/>
          <p:nvPr/>
        </p:nvSpPr>
        <p:spPr>
          <a:xfrm>
            <a:off x="52120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spaziali delle righe (struttura verticale)</a:t>
            </a:r>
            <a:endParaRPr lang="en-US" sz="1100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1EF1C45-3A88-995F-63A4-5B1B581BBDDE}"/>
              </a:ext>
            </a:extLst>
          </p:cNvPr>
          <p:cNvSpPr/>
          <p:nvPr/>
        </p:nvSpPr>
        <p:spPr>
          <a:xfrm>
            <a:off x="320040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6BACF24-B4F8-F3D7-9547-CD5D767BAFA7}"/>
              </a:ext>
            </a:extLst>
          </p:cNvPr>
          <p:cNvSpPr/>
          <p:nvPr/>
        </p:nvSpPr>
        <p:spPr>
          <a:xfrm>
            <a:off x="320040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C23FD94-D312-3188-165D-56F1DF596C6A}"/>
              </a:ext>
            </a:extLst>
          </p:cNvPr>
          <p:cNvSpPr/>
          <p:nvPr/>
        </p:nvSpPr>
        <p:spPr>
          <a:xfrm>
            <a:off x="340156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Σ (diagonale)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060B7EB-92F8-DAD1-0A7A-5BE6CBD7FD33}"/>
              </a:ext>
            </a:extLst>
          </p:cNvPr>
          <p:cNvSpPr/>
          <p:nvPr/>
        </p:nvSpPr>
        <p:spPr>
          <a:xfrm>
            <a:off x="340156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Valori singolari σ₁≥σ₂≥…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DA92C89-D443-083A-188E-01F10E8DCFB7}"/>
              </a:ext>
            </a:extLst>
          </p:cNvPr>
          <p:cNvSpPr/>
          <p:nvPr/>
        </p:nvSpPr>
        <p:spPr>
          <a:xfrm>
            <a:off x="340156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σ₁≈130 cattura la luminosità globale. Decadimento rapido.</a:t>
            </a:r>
            <a:endParaRPr lang="en-US" sz="1100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F5BA0507-1305-6B36-E54F-C8AFC17C645A}"/>
              </a:ext>
            </a:extLst>
          </p:cNvPr>
          <p:cNvSpPr/>
          <p:nvPr/>
        </p:nvSpPr>
        <p:spPr>
          <a:xfrm>
            <a:off x="6028509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6A0A9343-7DAD-E28A-1653-A401AD14ED73}"/>
              </a:ext>
            </a:extLst>
          </p:cNvPr>
          <p:cNvSpPr/>
          <p:nvPr/>
        </p:nvSpPr>
        <p:spPr>
          <a:xfrm>
            <a:off x="6029325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B8E1271-5FD3-9071-4787-9A8896575AC8}"/>
              </a:ext>
            </a:extLst>
          </p:cNvPr>
          <p:cNvSpPr/>
          <p:nvPr/>
        </p:nvSpPr>
        <p:spPr>
          <a:xfrm>
            <a:off x="628192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Vᵀ ∈ ℝⁿˣⁿ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BF10BC69-89B2-0D9A-D7EE-42789D77102C}"/>
              </a:ext>
            </a:extLst>
          </p:cNvPr>
          <p:cNvSpPr/>
          <p:nvPr/>
        </p:nvSpPr>
        <p:spPr>
          <a:xfrm>
            <a:off x="628192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Vettori </a:t>
            </a:r>
            <a:r>
              <a:rPr lang="en-US" sz="1100" i="1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singolari</a:t>
            </a:r>
            <a:r>
              <a:rPr lang="en-US" sz="11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i="1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destri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E2CE783-7011-561E-E724-170191E2C85A}"/>
              </a:ext>
            </a:extLst>
          </p:cNvPr>
          <p:cNvSpPr/>
          <p:nvPr/>
        </p:nvSpPr>
        <p:spPr>
          <a:xfrm>
            <a:off x="628192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spaziali delle colonne (struttura orizzontale)</a:t>
            </a:r>
            <a:endParaRPr lang="en-US" sz="1100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48E2DB9D-55BD-9458-28BC-0E1F283C9156}"/>
              </a:ext>
            </a:extLst>
          </p:cNvPr>
          <p:cNvSpPr/>
          <p:nvPr/>
        </p:nvSpPr>
        <p:spPr>
          <a:xfrm>
            <a:off x="3200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DA076E4C-9DED-8CDA-31E9-23DA86A6BA77}"/>
              </a:ext>
            </a:extLst>
          </p:cNvPr>
          <p:cNvSpPr/>
          <p:nvPr/>
        </p:nvSpPr>
        <p:spPr>
          <a:xfrm>
            <a:off x="3200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7794B5DE-C8B8-56D3-D556-7D57D72DC39B}"/>
              </a:ext>
            </a:extLst>
          </p:cNvPr>
          <p:cNvSpPr/>
          <p:nvPr/>
        </p:nvSpPr>
        <p:spPr>
          <a:xfrm>
            <a:off x="5029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Teorema</a:t>
            </a: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Eckart-Young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95C8F5CC-D0DD-1E6F-28F7-FD02613E4137}"/>
              </a:ext>
            </a:extLst>
          </p:cNvPr>
          <p:cNvSpPr/>
          <p:nvPr/>
        </p:nvSpPr>
        <p:spPr>
          <a:xfrm>
            <a:off x="46634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4E4211F0-B89C-A9CC-2E8B-1F7E2347938F}"/>
              </a:ext>
            </a:extLst>
          </p:cNvPr>
          <p:cNvSpPr/>
          <p:nvPr/>
        </p:nvSpPr>
        <p:spPr>
          <a:xfrm>
            <a:off x="46634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FB5A5EA1-FA15-8100-94FE-C42856A6212D}"/>
              </a:ext>
            </a:extLst>
          </p:cNvPr>
          <p:cNvSpPr/>
          <p:nvPr/>
        </p:nvSpPr>
        <p:spPr>
          <a:xfrm>
            <a:off x="48463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 di </a:t>
            </a:r>
            <a:r>
              <a:rPr lang="en-US" sz="1300" b="1" dirty="0" err="1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compressione</a:t>
            </a:r>
            <a:r>
              <a:rPr lang="en-US" sz="13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&amp; PSNR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5947F2DA-BC3E-6965-639F-DC06670662A5}"/>
              </a:ext>
            </a:extLst>
          </p:cNvPr>
          <p:cNvSpPr/>
          <p:nvPr/>
        </p:nvSpPr>
        <p:spPr>
          <a:xfrm>
            <a:off x="4846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Ratio</a:t>
            </a: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 </a:t>
            </a: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k(m+n+1)/(mn)    </a:t>
            </a: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    </a:t>
            </a: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PSNR &gt; 30 dB </a:t>
            </a: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 qualità </a:t>
            </a:r>
            <a:r>
              <a:rPr lang="en-US" sz="1100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diagnostica</a:t>
            </a: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considerata</a:t>
            </a:r>
            <a:r>
              <a:rPr lang="en-US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accettabile</a:t>
            </a:r>
            <a:endParaRPr lang="en-US" sz="1100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D0E5875-D4B9-3223-64AD-DF1025C44BCC}"/>
              </a:ext>
            </a:extLst>
          </p:cNvPr>
          <p:cNvSpPr txBox="1"/>
          <p:nvPr/>
        </p:nvSpPr>
        <p:spPr>
          <a:xfrm>
            <a:off x="422910" y="4274260"/>
            <a:ext cx="3766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Il Teorema prova che l'approssimazione SVD troncata (ai primi k valori) è la migliore approssimazione normata possibile.</a:t>
            </a:r>
            <a:endParaRPr lang="en-US" sz="1100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58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4FE9-F59F-19A5-BFB5-2A4CB0A4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66BA9B-23E7-CCA3-90DE-E1A862D3FC9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C8E31FF-4E85-750C-7C63-642B1D414DC5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6B6B98-EB63-CB97-DF30-97B55DDDBAB2}"/>
              </a:ext>
            </a:extLst>
          </p:cNvPr>
          <p:cNvSpPr/>
          <p:nvPr/>
        </p:nvSpPr>
        <p:spPr>
          <a:xfrm>
            <a:off x="2961953" y="196596"/>
            <a:ext cx="303865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07CA31C1-5A93-FEDB-1479-20CA42DD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3769A657-0B9A-8BA3-3996-75FC0EBA6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grpSp>
        <p:nvGrpSpPr>
          <p:cNvPr id="5" name="Gruppo 4">
            <a:extLst>
              <a:ext uri="{FF2B5EF4-FFF2-40B4-BE49-F238E27FC236}">
                <a16:creationId xmlns:a16="http://schemas.microsoft.com/office/drawing/2014/main" id="{3C74DBD0-8D7C-A522-76AD-F8BA8BD1E5B5}"/>
              </a:ext>
            </a:extLst>
          </p:cNvPr>
          <p:cNvGrpSpPr/>
          <p:nvPr/>
        </p:nvGrpSpPr>
        <p:grpSpPr>
          <a:xfrm>
            <a:off x="327269" y="1130729"/>
            <a:ext cx="3472207" cy="2172136"/>
            <a:chOff x="58783" y="1044376"/>
            <a:chExt cx="3472207" cy="2172136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4D2DBCED-A6EF-9FEA-D85C-2CED95ADE61D}"/>
                </a:ext>
              </a:extLst>
            </p:cNvPr>
            <p:cNvGrpSpPr/>
            <p:nvPr/>
          </p:nvGrpSpPr>
          <p:grpSpPr>
            <a:xfrm>
              <a:off x="58783" y="1044376"/>
              <a:ext cx="3472207" cy="459159"/>
              <a:chOff x="58783" y="1044376"/>
              <a:chExt cx="4088675" cy="459159"/>
            </a:xfrm>
          </p:grpSpPr>
          <p:sp>
            <p:nvSpPr>
              <p:cNvPr id="38" name="Shape 6">
                <a:extLst>
                  <a:ext uri="{FF2B5EF4-FFF2-40B4-BE49-F238E27FC236}">
                    <a16:creationId xmlns:a16="http://schemas.microsoft.com/office/drawing/2014/main" id="{BAFCE72D-B945-E0DD-EA85-EDCF6BE9253B}"/>
                  </a:ext>
                </a:extLst>
              </p:cNvPr>
              <p:cNvSpPr/>
              <p:nvPr/>
            </p:nvSpPr>
            <p:spPr>
              <a:xfrm>
                <a:off x="58783" y="1119487"/>
                <a:ext cx="4088675" cy="384048"/>
              </a:xfrm>
              <a:prstGeom prst="rect">
                <a:avLst/>
              </a:prstGeom>
              <a:solidFill>
                <a:srgbClr val="1E2D40"/>
              </a:solidFill>
              <a:ln w="12700">
                <a:solidFill>
                  <a:srgbClr val="1E2D40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Text 7">
                <a:extLst>
                  <a:ext uri="{FF2B5EF4-FFF2-40B4-BE49-F238E27FC236}">
                    <a16:creationId xmlns:a16="http://schemas.microsoft.com/office/drawing/2014/main" id="{62013869-8367-2DB3-A15B-1B1A8DCDA5BA}"/>
                  </a:ext>
                </a:extLst>
              </p:cNvPr>
              <p:cNvSpPr/>
              <p:nvPr/>
            </p:nvSpPr>
            <p:spPr>
              <a:xfrm>
                <a:off x="241904" y="1044376"/>
                <a:ext cx="1260565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2C39A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svd_engine.py</a:t>
                </a:r>
                <a:endParaRPr lang="en-US" sz="1100" dirty="0"/>
              </a:p>
            </p:txBody>
          </p:sp>
        </p:grpSp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4EC51A77-40AF-984A-EACF-8843D3449D55}"/>
                </a:ext>
              </a:extLst>
            </p:cNvPr>
            <p:cNvSpPr/>
            <p:nvPr/>
          </p:nvSpPr>
          <p:spPr>
            <a:xfrm>
              <a:off x="58783" y="1503536"/>
              <a:ext cx="3472207" cy="1712976"/>
            </a:xfrm>
            <a:prstGeom prst="rect">
              <a:avLst/>
            </a:prstGeom>
            <a:solidFill>
              <a:srgbClr val="0D1B2A"/>
            </a:solidFill>
            <a:ln w="12700">
              <a:solidFill>
                <a:srgbClr val="0D1B2A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D9F8D67F-8388-E9CC-1A76-C3794765190D}"/>
                </a:ext>
              </a:extLst>
            </p:cNvPr>
            <p:cNvSpPr/>
            <p:nvPr/>
          </p:nvSpPr>
          <p:spPr>
            <a:xfrm>
              <a:off x="58784" y="1517904"/>
              <a:ext cx="3298044" cy="169860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</a:t>
              </a:r>
              <a:r>
                <a:rPr lang="en-US" sz="1000" dirty="0">
                  <a:solidFill>
                    <a:srgbClr val="82AA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apply_svd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sz="1000" dirty="0" err="1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image_matrix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):</a:t>
              </a:r>
              <a:r>
                <a:rPr lang="en-US" sz="1000" dirty="0">
                  <a:solidFill>
                    <a:srgbClr val="546E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
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U, S, Vt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np.linalg.</a:t>
              </a:r>
              <a:r>
                <a:rPr lang="en-US" sz="1000" dirty="0">
                  <a:solidFill>
                    <a:srgbClr val="82AA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svd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(image_matrix,  </a:t>
              </a:r>
              <a:r>
                <a:rPr lang="en-US" sz="1000" dirty="0" err="1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full_matrices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False)
   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return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U, S, Vt
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</a:t>
              </a:r>
              <a:r>
                <a:rPr lang="en-US" sz="1000" dirty="0">
                  <a:solidFill>
                    <a:srgbClr val="82AA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reconstruct_svd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(U, S, Vt, k):</a:t>
              </a:r>
              <a:r>
                <a:rPr lang="en-US" sz="1000" dirty="0">
                  <a:solidFill>
                    <a:srgbClr val="546E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
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return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(U[:, :k]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S[:k])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Vt[:k, :]
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def</a:t>
              </a:r>
              <a:r>
                <a:rPr lang="en-US" sz="1000" dirty="0">
                  <a:solidFill>
                    <a:srgbClr val="82AA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compression_ratio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(m, n, k):</a:t>
              </a:r>
              <a:r>
                <a:rPr lang="en-US" sz="1000" dirty="0">
                  <a:solidFill>
                    <a:srgbClr val="546E7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
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return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min(</a:t>
              </a:r>
              <a:r>
                <a:rPr lang="en-US" sz="1000" dirty="0">
                  <a:solidFill>
                    <a:srgbClr val="F78C6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1.0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k 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(m+n+</a:t>
              </a:r>
              <a:r>
                <a:rPr lang="en-US" sz="1000" dirty="0">
                  <a:solidFill>
                    <a:srgbClr val="F78C6C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/ (m</a:t>
              </a:r>
              <a:r>
                <a:rPr lang="en-US" sz="1000" dirty="0">
                  <a:solidFill>
                    <a:srgbClr val="89DD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sz="1000" dirty="0">
                  <a:solidFill>
                    <a:srgbClr val="EE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n))</a:t>
              </a:r>
              <a:endParaRPr lang="en-US" sz="1000" dirty="0"/>
            </a:p>
          </p:txBody>
        </p:sp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8A41378-0267-06DD-C946-DFA0C2A68A84}"/>
              </a:ext>
            </a:extLst>
          </p:cNvPr>
          <p:cNvGrpSpPr/>
          <p:nvPr/>
        </p:nvGrpSpPr>
        <p:grpSpPr>
          <a:xfrm>
            <a:off x="5024378" y="2926080"/>
            <a:ext cx="3879068" cy="2135539"/>
            <a:chOff x="4811351" y="2671588"/>
            <a:chExt cx="4227641" cy="2327438"/>
          </a:xfrm>
        </p:grpSpPr>
        <p:pic>
          <p:nvPicPr>
            <p:cNvPr id="40" name="Immagine 39">
              <a:extLst>
                <a:ext uri="{FF2B5EF4-FFF2-40B4-BE49-F238E27FC236}">
                  <a16:creationId xmlns:a16="http://schemas.microsoft.com/office/drawing/2014/main" id="{DA8E0410-A9D2-211A-5A27-C1E51BF70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11351" y="3050209"/>
              <a:ext cx="4227641" cy="1948817"/>
            </a:xfrm>
            <a:prstGeom prst="rect">
              <a:avLst/>
            </a:prstGeom>
          </p:spPr>
        </p:pic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FF765687-347C-1843-A6F1-E0375CA388C8}"/>
                </a:ext>
              </a:extLst>
            </p:cNvPr>
            <p:cNvGrpSpPr/>
            <p:nvPr/>
          </p:nvGrpSpPr>
          <p:grpSpPr>
            <a:xfrm>
              <a:off x="4811351" y="2671588"/>
              <a:ext cx="4227641" cy="399723"/>
              <a:chOff x="5687785" y="1542724"/>
              <a:chExt cx="4223065" cy="399723"/>
            </a:xfrm>
          </p:grpSpPr>
          <p:sp>
            <p:nvSpPr>
              <p:cNvPr id="42" name="Shape 6">
                <a:extLst>
                  <a:ext uri="{FF2B5EF4-FFF2-40B4-BE49-F238E27FC236}">
                    <a16:creationId xmlns:a16="http://schemas.microsoft.com/office/drawing/2014/main" id="{D0E36263-6E1D-B73D-9A0B-1C188DB30167}"/>
                  </a:ext>
                </a:extLst>
              </p:cNvPr>
              <p:cNvSpPr/>
              <p:nvPr/>
            </p:nvSpPr>
            <p:spPr>
              <a:xfrm>
                <a:off x="5687785" y="1549255"/>
                <a:ext cx="4223065" cy="393192"/>
              </a:xfrm>
              <a:prstGeom prst="rect">
                <a:avLst/>
              </a:prstGeom>
              <a:solidFill>
                <a:srgbClr val="1E2D4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43" name="Text 7">
                <a:extLst>
                  <a:ext uri="{FF2B5EF4-FFF2-40B4-BE49-F238E27FC236}">
                    <a16:creationId xmlns:a16="http://schemas.microsoft.com/office/drawing/2014/main" id="{50F466FC-EEB7-5240-F5CE-CDA538EA24A9}"/>
                  </a:ext>
                </a:extLst>
              </p:cNvPr>
              <p:cNvSpPr/>
              <p:nvPr/>
            </p:nvSpPr>
            <p:spPr>
              <a:xfrm>
                <a:off x="5798818" y="1542724"/>
                <a:ext cx="2854236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2C39A"/>
                    </a:solidFill>
                    <a:latin typeface="Consolas" pitchFamily="34" charset="0"/>
                  </a:rPr>
                  <a:t>medical_image_svd_pca.ipynb</a:t>
                </a:r>
                <a:endParaRPr lang="en-US" sz="1100" dirty="0"/>
              </a:p>
            </p:txBody>
          </p:sp>
        </p:grpSp>
      </p:grpSp>
      <p:sp>
        <p:nvSpPr>
          <p:cNvPr id="45" name="Freccia a destra 44">
            <a:extLst>
              <a:ext uri="{FF2B5EF4-FFF2-40B4-BE49-F238E27FC236}">
                <a16:creationId xmlns:a16="http://schemas.microsoft.com/office/drawing/2014/main" id="{E4E1B642-84B0-FB99-2D37-50552BC22589}"/>
              </a:ext>
            </a:extLst>
          </p:cNvPr>
          <p:cNvSpPr/>
          <p:nvPr/>
        </p:nvSpPr>
        <p:spPr>
          <a:xfrm>
            <a:off x="3954987" y="1379220"/>
            <a:ext cx="567776" cy="262128"/>
          </a:xfrm>
          <a:prstGeom prst="rightArrow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541DA53A-0F12-7230-5A3B-6B0C2505A5D7}"/>
              </a:ext>
            </a:extLst>
          </p:cNvPr>
          <p:cNvGrpSpPr/>
          <p:nvPr/>
        </p:nvGrpSpPr>
        <p:grpSpPr>
          <a:xfrm>
            <a:off x="3954986" y="2299446"/>
            <a:ext cx="4348030" cy="487680"/>
            <a:chOff x="3954986" y="2222072"/>
            <a:chExt cx="4348030" cy="487680"/>
          </a:xfrm>
        </p:grpSpPr>
        <p:sp>
          <p:nvSpPr>
            <p:cNvPr id="46" name="Freccia a destra 45">
              <a:extLst>
                <a:ext uri="{FF2B5EF4-FFF2-40B4-BE49-F238E27FC236}">
                  <a16:creationId xmlns:a16="http://schemas.microsoft.com/office/drawing/2014/main" id="{57BD02A0-B073-7568-5034-99D8E2BAB262}"/>
                </a:ext>
              </a:extLst>
            </p:cNvPr>
            <p:cNvSpPr/>
            <p:nvPr/>
          </p:nvSpPr>
          <p:spPr>
            <a:xfrm rot="16200000">
              <a:off x="7917694" y="2324429"/>
              <a:ext cx="487680" cy="282965"/>
            </a:xfrm>
            <a:prstGeom prst="rightArrow">
              <a:avLst/>
            </a:prstGeom>
            <a:solidFill>
              <a:srgbClr val="0D1B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7" name="Rettangolo 46">
              <a:extLst>
                <a:ext uri="{FF2B5EF4-FFF2-40B4-BE49-F238E27FC236}">
                  <a16:creationId xmlns:a16="http://schemas.microsoft.com/office/drawing/2014/main" id="{1F5D4C0A-479D-42E7-17D4-85BF37CE8066}"/>
                </a:ext>
              </a:extLst>
            </p:cNvPr>
            <p:cNvSpPr/>
            <p:nvPr/>
          </p:nvSpPr>
          <p:spPr>
            <a:xfrm>
              <a:off x="3954986" y="2563917"/>
              <a:ext cx="4274613" cy="145835"/>
            </a:xfrm>
            <a:prstGeom prst="rect">
              <a:avLst/>
            </a:prstGeom>
            <a:solidFill>
              <a:srgbClr val="0D1B4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8" name="Freccia a destra 47">
            <a:extLst>
              <a:ext uri="{FF2B5EF4-FFF2-40B4-BE49-F238E27FC236}">
                <a16:creationId xmlns:a16="http://schemas.microsoft.com/office/drawing/2014/main" id="{08579F32-3AE0-A679-26DE-FD3410F21432}"/>
              </a:ext>
            </a:extLst>
          </p:cNvPr>
          <p:cNvSpPr/>
          <p:nvPr/>
        </p:nvSpPr>
        <p:spPr>
          <a:xfrm rot="5400000">
            <a:off x="1708211" y="3449491"/>
            <a:ext cx="448194" cy="262128"/>
          </a:xfrm>
          <a:prstGeom prst="rightArrow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89643585-2072-887C-89D3-7F2638B15DB9}"/>
              </a:ext>
            </a:extLst>
          </p:cNvPr>
          <p:cNvGrpSpPr/>
          <p:nvPr/>
        </p:nvGrpSpPr>
        <p:grpSpPr>
          <a:xfrm>
            <a:off x="4543864" y="1160880"/>
            <a:ext cx="2117187" cy="1115761"/>
            <a:chOff x="4543864" y="1160880"/>
            <a:chExt cx="2117187" cy="1115761"/>
          </a:xfrm>
        </p:grpSpPr>
        <p:sp>
          <p:nvSpPr>
            <p:cNvPr id="49" name="Rettangolo 48">
              <a:extLst>
                <a:ext uri="{FF2B5EF4-FFF2-40B4-BE49-F238E27FC236}">
                  <a16:creationId xmlns:a16="http://schemas.microsoft.com/office/drawing/2014/main" id="{3CDA28AF-6558-E8C0-60F2-7836C79DB180}"/>
                </a:ext>
              </a:extLst>
            </p:cNvPr>
            <p:cNvSpPr/>
            <p:nvPr/>
          </p:nvSpPr>
          <p:spPr>
            <a:xfrm>
              <a:off x="4572000" y="1160880"/>
              <a:ext cx="2060917" cy="1115761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41029B3F-C3F4-494A-DFC6-DF6E2078A40B}"/>
                </a:ext>
              </a:extLst>
            </p:cNvPr>
            <p:cNvSpPr txBox="1"/>
            <p:nvPr/>
          </p:nvSpPr>
          <p:spPr>
            <a:xfrm>
              <a:off x="4543864" y="1188380"/>
              <a:ext cx="2117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>
                  <a:solidFill>
                    <a:srgbClr val="0D1B4B"/>
                  </a:solidFill>
                </a:rPr>
                <a:t>Analisi e Decomposizione SVD</a:t>
              </a:r>
            </a:p>
          </p:txBody>
        </p:sp>
        <p:sp>
          <p:nvSpPr>
            <p:cNvPr id="56" name="CasellaDiTesto 55">
              <a:extLst>
                <a:ext uri="{FF2B5EF4-FFF2-40B4-BE49-F238E27FC236}">
                  <a16:creationId xmlns:a16="http://schemas.microsoft.com/office/drawing/2014/main" id="{9844C860-FFF5-29AE-8036-12C9CA17DEB2}"/>
                </a:ext>
              </a:extLst>
            </p:cNvPr>
            <p:cNvSpPr txBox="1"/>
            <p:nvPr/>
          </p:nvSpPr>
          <p:spPr>
            <a:xfrm>
              <a:off x="4575515" y="1458290"/>
              <a:ext cx="205388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dirty="0">
                  <a:solidFill>
                    <a:schemeClr val="bg1"/>
                  </a:solidFill>
                </a:rPr>
                <a:t>Scomposizione dell’immagine nelle tre componenti fondamentali: U, S e </a:t>
              </a:r>
              <a:r>
                <a:rPr lang="it-IT" sz="1100" dirty="0" err="1">
                  <a:solidFill>
                    <a:schemeClr val="bg1"/>
                  </a:solidFill>
                </a:rPr>
                <a:t>Vt</a:t>
              </a:r>
              <a:r>
                <a:rPr lang="it-IT" sz="1100" dirty="0">
                  <a:solidFill>
                    <a:schemeClr val="bg1"/>
                  </a:solidFill>
                </a:rPr>
                <a:t>. Utilizzo dell’Economy SVD per efficienza.</a:t>
              </a:r>
            </a:p>
          </p:txBody>
        </p:sp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EB0E7F4-B8CC-0947-0264-02261F2B761D}"/>
              </a:ext>
            </a:extLst>
          </p:cNvPr>
          <p:cNvGrpSpPr/>
          <p:nvPr/>
        </p:nvGrpSpPr>
        <p:grpSpPr>
          <a:xfrm>
            <a:off x="6919901" y="1159424"/>
            <a:ext cx="2056698" cy="1117217"/>
            <a:chOff x="6919901" y="1159424"/>
            <a:chExt cx="2056698" cy="1117217"/>
          </a:xfrm>
        </p:grpSpPr>
        <p:sp>
          <p:nvSpPr>
            <p:cNvPr id="50" name="Rettangolo 49">
              <a:extLst>
                <a:ext uri="{FF2B5EF4-FFF2-40B4-BE49-F238E27FC236}">
                  <a16:creationId xmlns:a16="http://schemas.microsoft.com/office/drawing/2014/main" id="{6026C142-3267-1EAC-2882-5D2DBF0A5A40}"/>
                </a:ext>
              </a:extLst>
            </p:cNvPr>
            <p:cNvSpPr/>
            <p:nvPr/>
          </p:nvSpPr>
          <p:spPr>
            <a:xfrm>
              <a:off x="6919901" y="1160880"/>
              <a:ext cx="2056698" cy="1115761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EA0867BF-29ED-B399-34BB-88658719468E}"/>
                </a:ext>
              </a:extLst>
            </p:cNvPr>
            <p:cNvSpPr txBox="1"/>
            <p:nvPr/>
          </p:nvSpPr>
          <p:spPr>
            <a:xfrm>
              <a:off x="6919901" y="1159424"/>
              <a:ext cx="20566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>
                  <a:solidFill>
                    <a:srgbClr val="0D1B4B"/>
                  </a:solidFill>
                </a:rPr>
                <a:t>Compressione per Riduzione del Rango-k</a:t>
              </a:r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8A529D3C-4CEC-18D2-E6BA-DEB3429471F6}"/>
                </a:ext>
              </a:extLst>
            </p:cNvPr>
            <p:cNvSpPr txBox="1"/>
            <p:nvPr/>
          </p:nvSpPr>
          <p:spPr>
            <a:xfrm>
              <a:off x="6919901" y="1591121"/>
              <a:ext cx="205036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dirty="0">
                  <a:solidFill>
                    <a:schemeClr val="bg1"/>
                  </a:solidFill>
                </a:rPr>
                <a:t>Selezione dei primi ‘k’ valori singolari e i relativi vettori più significativi. </a:t>
              </a:r>
            </a:p>
          </p:txBody>
        </p:sp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D473048D-CD93-E254-EBA4-9376C96DBFF0}"/>
              </a:ext>
            </a:extLst>
          </p:cNvPr>
          <p:cNvGrpSpPr/>
          <p:nvPr/>
        </p:nvGrpSpPr>
        <p:grpSpPr>
          <a:xfrm>
            <a:off x="225813" y="3844138"/>
            <a:ext cx="4256717" cy="1217482"/>
            <a:chOff x="225813" y="3844138"/>
            <a:chExt cx="4256717" cy="1217482"/>
          </a:xfrm>
        </p:grpSpPr>
        <p:sp>
          <p:nvSpPr>
            <p:cNvPr id="52" name="Rettangolo 51">
              <a:extLst>
                <a:ext uri="{FF2B5EF4-FFF2-40B4-BE49-F238E27FC236}">
                  <a16:creationId xmlns:a16="http://schemas.microsoft.com/office/drawing/2014/main" id="{9558BB90-A81A-88BB-D99D-E131053F7D7F}"/>
                </a:ext>
              </a:extLst>
            </p:cNvPr>
            <p:cNvSpPr/>
            <p:nvPr/>
          </p:nvSpPr>
          <p:spPr>
            <a:xfrm>
              <a:off x="327270" y="3844138"/>
              <a:ext cx="4155260" cy="1217482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5" name="CasellaDiTesto 54">
              <a:extLst>
                <a:ext uri="{FF2B5EF4-FFF2-40B4-BE49-F238E27FC236}">
                  <a16:creationId xmlns:a16="http://schemas.microsoft.com/office/drawing/2014/main" id="{2F7E491F-D3A3-CC97-6690-48615DD68E56}"/>
                </a:ext>
              </a:extLst>
            </p:cNvPr>
            <p:cNvSpPr txBox="1"/>
            <p:nvPr/>
          </p:nvSpPr>
          <p:spPr>
            <a:xfrm>
              <a:off x="327269" y="3860643"/>
              <a:ext cx="266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>
                  <a:solidFill>
                    <a:srgbClr val="0D1B4B"/>
                  </a:solidFill>
                </a:rPr>
                <a:t>Calcolo dell’Efficienza di Compressione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asellaDiTesto 57">
                  <a:extLst>
                    <a:ext uri="{FF2B5EF4-FFF2-40B4-BE49-F238E27FC236}">
                      <a16:creationId xmlns:a16="http://schemas.microsoft.com/office/drawing/2014/main" id="{21A5BC3F-6A13-3177-2F6F-50D9FFEBA160}"/>
                    </a:ext>
                  </a:extLst>
                </p:cNvPr>
                <p:cNvSpPr txBox="1"/>
                <p:nvPr/>
              </p:nvSpPr>
              <p:spPr>
                <a:xfrm>
                  <a:off x="225813" y="4252845"/>
                  <a:ext cx="2053884" cy="423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11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𝑹𝒂𝒑𝒑𝒐𝒓𝒕𝒐</m:t>
                        </m:r>
                        <m:r>
                          <a:rPr lang="it-IT" sz="11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it-IT" sz="11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𝒎𝒏</m:t>
                            </m:r>
                          </m:den>
                        </m:f>
                      </m:oMath>
                    </m:oMathPara>
                  </a14:m>
                  <a:endParaRPr lang="it-IT" sz="11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CasellaDiTesto 57">
                  <a:extLst>
                    <a:ext uri="{FF2B5EF4-FFF2-40B4-BE49-F238E27FC236}">
                      <a16:creationId xmlns:a16="http://schemas.microsoft.com/office/drawing/2014/main" id="{21A5BC3F-6A13-3177-2F6F-50D9FFEBA1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813" y="4252845"/>
                  <a:ext cx="2053884" cy="4238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CasellaDiTesto 58">
              <a:extLst>
                <a:ext uri="{FF2B5EF4-FFF2-40B4-BE49-F238E27FC236}">
                  <a16:creationId xmlns:a16="http://schemas.microsoft.com/office/drawing/2014/main" id="{76CB783F-249F-A441-F5ED-79FDE0B2C76B}"/>
                </a:ext>
              </a:extLst>
            </p:cNvPr>
            <p:cNvSpPr txBox="1"/>
            <p:nvPr/>
          </p:nvSpPr>
          <p:spPr>
            <a:xfrm>
              <a:off x="2139992" y="4068165"/>
              <a:ext cx="234253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100" dirty="0">
                  <a:solidFill>
                    <a:schemeClr val="bg1"/>
                  </a:solidFill>
                </a:rPr>
                <a:t>Calcolo del rapporto di compressione come frazione di dati conservati. Il valore finale è un numero tra 0,0 (massima compressione) e 1,0 (minima compressione.</a:t>
              </a:r>
            </a:p>
          </p:txBody>
        </p:sp>
      </p:grpSp>
      <p:pic>
        <p:nvPicPr>
          <p:cNvPr id="61" name="Immagine 60">
            <a:extLst>
              <a:ext uri="{FF2B5EF4-FFF2-40B4-BE49-F238E27FC236}">
                <a16:creationId xmlns:a16="http://schemas.microsoft.com/office/drawing/2014/main" id="{B95E3B1C-8FAC-0390-2FB7-483414122B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4025" y="2951551"/>
            <a:ext cx="682705" cy="68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86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4BD10-F543-9744-21ED-3B610D1B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A80100-9AAF-1DD8-4A24-9C7CCCADA7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84AC1C-2A7A-5264-42B5-4AE24C029AFC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F75618-5060-9383-AB25-9D0A11B289E6}"/>
              </a:ext>
            </a:extLst>
          </p:cNvPr>
          <p:cNvSpPr/>
          <p:nvPr/>
        </p:nvSpPr>
        <p:spPr>
          <a:xfrm>
            <a:off x="2509676" y="70964"/>
            <a:ext cx="41246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di Compressione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6E9C920F-19C9-DEFE-663A-3D98CAF82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3F62A919-4AF0-642E-86B3-EF488938B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15984308-3DC8-68CB-0E1E-9D87E51ECC10}"/>
              </a:ext>
            </a:extLst>
          </p:cNvPr>
          <p:cNvSpPr/>
          <p:nvPr/>
        </p:nvSpPr>
        <p:spPr>
          <a:xfrm>
            <a:off x="2835458" y="535980"/>
            <a:ext cx="28521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1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 variare di k su immagine 256×256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BBB287D-DE8D-A7C4-3CAC-DF7D6A18DF26}"/>
              </a:ext>
            </a:extLst>
          </p:cNvPr>
          <p:cNvSpPr/>
          <p:nvPr/>
        </p:nvSpPr>
        <p:spPr>
          <a:xfrm>
            <a:off x="320040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5F56BA-E965-83B3-E7BA-A2288C90AC81}"/>
              </a:ext>
            </a:extLst>
          </p:cNvPr>
          <p:cNvSpPr/>
          <p:nvPr/>
        </p:nvSpPr>
        <p:spPr>
          <a:xfrm>
            <a:off x="393192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15.7%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9CFBD8-BEFD-4473-398A-713E35E7E21A}"/>
              </a:ext>
            </a:extLst>
          </p:cNvPr>
          <p:cNvSpPr/>
          <p:nvPr/>
        </p:nvSpPr>
        <p:spPr>
          <a:xfrm>
            <a:off x="393192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Dati archiviati (k=20)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38C745-717C-60AE-03A5-30D186A7D775}"/>
              </a:ext>
            </a:extLst>
          </p:cNvPr>
          <p:cNvSpPr/>
          <p:nvPr/>
        </p:nvSpPr>
        <p:spPr>
          <a:xfrm>
            <a:off x="2496312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E51F848-230E-10BE-E870-F48EFED9C60E}"/>
              </a:ext>
            </a:extLst>
          </p:cNvPr>
          <p:cNvSpPr/>
          <p:nvPr/>
        </p:nvSpPr>
        <p:spPr>
          <a:xfrm>
            <a:off x="2569464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32.4 dB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2C934C2-F313-567B-7833-754C46E413AA}"/>
              </a:ext>
            </a:extLst>
          </p:cNvPr>
          <p:cNvSpPr/>
          <p:nvPr/>
        </p:nvSpPr>
        <p:spPr>
          <a:xfrm>
            <a:off x="2569464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PSNR a k=20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A999538-CC55-0B7F-6EE0-E6B852712EE8}"/>
              </a:ext>
            </a:extLst>
          </p:cNvPr>
          <p:cNvSpPr/>
          <p:nvPr/>
        </p:nvSpPr>
        <p:spPr>
          <a:xfrm>
            <a:off x="4672584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86C3CEC-630E-E8C9-1518-115296178A75}"/>
              </a:ext>
            </a:extLst>
          </p:cNvPr>
          <p:cNvSpPr/>
          <p:nvPr/>
        </p:nvSpPr>
        <p:spPr>
          <a:xfrm>
            <a:off x="4745736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&gt;30 dB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67449F6-0783-9A50-6ADD-6FD51DF7CBF0}"/>
              </a:ext>
            </a:extLst>
          </p:cNvPr>
          <p:cNvSpPr/>
          <p:nvPr/>
        </p:nvSpPr>
        <p:spPr>
          <a:xfrm>
            <a:off x="4745736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Soglia diagnostica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E3434AB-6147-C64A-43A4-92F17D8576C1}"/>
              </a:ext>
            </a:extLst>
          </p:cNvPr>
          <p:cNvSpPr/>
          <p:nvPr/>
        </p:nvSpPr>
        <p:spPr>
          <a:xfrm>
            <a:off x="6848856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0359F5E-874B-A10A-A95C-D37A0CE1FADE}"/>
              </a:ext>
            </a:extLst>
          </p:cNvPr>
          <p:cNvSpPr/>
          <p:nvPr/>
        </p:nvSpPr>
        <p:spPr>
          <a:xfrm>
            <a:off x="6922008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k=1-3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C9681D3-894C-9DA0-44BA-D274D12ED0E4}"/>
              </a:ext>
            </a:extLst>
          </p:cNvPr>
          <p:cNvSpPr/>
          <p:nvPr/>
        </p:nvSpPr>
        <p:spPr>
          <a:xfrm>
            <a:off x="6922008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90% varianza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E081EA2-7A61-D9C4-EAD0-639579001687}"/>
              </a:ext>
            </a:extLst>
          </p:cNvPr>
          <p:cNvSpPr/>
          <p:nvPr/>
        </p:nvSpPr>
        <p:spPr>
          <a:xfrm>
            <a:off x="320040" y="2359152"/>
            <a:ext cx="8503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2157C6A0-E6B1-9464-01CE-9468F9D60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508485"/>
              </p:ext>
            </p:extLst>
          </p:nvPr>
        </p:nvGraphicFramePr>
        <p:xfrm>
          <a:off x="411480" y="2441448"/>
          <a:ext cx="8321040" cy="216713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k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Compressione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PSNR (dB)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Qualità Visiva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0.78%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17.3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Solo luminosità media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3.91%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23.8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Silhouette toracica appena visibile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7.8%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27.8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Coste e mediastino emergono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15.7%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32.4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✓ Qualità diagnostica (PSNR &gt; 30 dB)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39.1%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40.1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Dettaglio diagnostico completamente preservato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100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78.3%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50.0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Indistinguibile dall'originale</a:t>
                      </a:r>
                      <a:endParaRPr lang="en-US" sz="1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18">
            <a:extLst>
              <a:ext uri="{FF2B5EF4-FFF2-40B4-BE49-F238E27FC236}">
                <a16:creationId xmlns:a16="http://schemas.microsoft.com/office/drawing/2014/main" id="{B078F48E-C932-F689-3A79-B85131B1A5C4}"/>
              </a:ext>
            </a:extLst>
          </p:cNvPr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3424D74F-8AF6-85B0-7D90-A0B9B686CA0D}"/>
              </a:ext>
            </a:extLst>
          </p:cNvPr>
          <p:cNvSpPr/>
          <p:nvPr/>
        </p:nvSpPr>
        <p:spPr>
          <a:xfrm>
            <a:off x="457200" y="47548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Tutte e 4 le classi raggiungono PSNR &gt; 30 dB a k=20. Pneumonia e TBC risultano più comprimibili (struttura a rango inferiore).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52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01E3-5535-5D11-B9F7-9CB76E06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FEA15D-C791-A3FE-E107-B52F6B801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523F53-7DF8-0BF5-8948-4899AD2B2C21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B81001-41D2-6D62-A617-79D01478AD30}"/>
              </a:ext>
            </a:extLst>
          </p:cNvPr>
          <p:cNvSpPr/>
          <p:nvPr/>
        </p:nvSpPr>
        <p:spPr>
          <a:xfrm>
            <a:off x="2326972" y="187452"/>
            <a:ext cx="4691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Ricostruzione e Visualizzazione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C4119B0C-348F-5D1E-E619-096ED3ED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042B86AF-67B2-D586-5569-6D45A3196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grpSp>
        <p:nvGrpSpPr>
          <p:cNvPr id="27" name="Gruppo 26">
            <a:extLst>
              <a:ext uri="{FF2B5EF4-FFF2-40B4-BE49-F238E27FC236}">
                <a16:creationId xmlns:a16="http://schemas.microsoft.com/office/drawing/2014/main" id="{B443F286-6768-5B65-AE98-468A28C71F18}"/>
              </a:ext>
            </a:extLst>
          </p:cNvPr>
          <p:cNvGrpSpPr/>
          <p:nvPr/>
        </p:nvGrpSpPr>
        <p:grpSpPr>
          <a:xfrm>
            <a:off x="843280" y="1029312"/>
            <a:ext cx="7457440" cy="4073731"/>
            <a:chOff x="833120" y="1005095"/>
            <a:chExt cx="7457440" cy="4073731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7F84122A-FD18-E803-C09E-BFB799E118F8}"/>
                </a:ext>
              </a:extLst>
            </p:cNvPr>
            <p:cNvSpPr/>
            <p:nvPr/>
          </p:nvSpPr>
          <p:spPr>
            <a:xfrm>
              <a:off x="833120" y="1005095"/>
              <a:ext cx="7457440" cy="4073731"/>
            </a:xfrm>
            <a:prstGeom prst="rect">
              <a:avLst/>
            </a:prstGeom>
            <a:solidFill>
              <a:srgbClr val="0D1B4B">
                <a:alpha val="76000"/>
              </a:srgbClr>
            </a:soli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6" name="Immagine 25">
              <a:extLst>
                <a:ext uri="{FF2B5EF4-FFF2-40B4-BE49-F238E27FC236}">
                  <a16:creationId xmlns:a16="http://schemas.microsoft.com/office/drawing/2014/main" id="{F71C2FB0-6D74-513B-B42B-0D75B235F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17384" y="1274827"/>
              <a:ext cx="6709229" cy="35582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5830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832B-F5BF-D992-A3B1-C09EE8EF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B4360-0155-4436-DF48-82C4DD23D6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3F1760-CF09-437A-C30B-5E132A6CEF51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11D218-CD77-2B5D-EBEE-AEFF7CB467E2}"/>
              </a:ext>
            </a:extLst>
          </p:cNvPr>
          <p:cNvSpPr/>
          <p:nvPr/>
        </p:nvSpPr>
        <p:spPr>
          <a:xfrm>
            <a:off x="2119796" y="213436"/>
            <a:ext cx="4904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Varianza e qualità di ricostruzione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48D1225-0DE1-554B-C7FC-C10D0DD34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D14EC82B-5127-0851-C211-6BA245D18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6D1C4E0-EA72-514A-1060-777C22F55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151" y="1105346"/>
            <a:ext cx="4072449" cy="290037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89A579F-D024-9689-66D3-929645987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83" y="2135069"/>
            <a:ext cx="4072449" cy="2926551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B760652-70D8-352E-E243-462482F6B6F9}"/>
              </a:ext>
            </a:extLst>
          </p:cNvPr>
          <p:cNvSpPr/>
          <p:nvPr/>
        </p:nvSpPr>
        <p:spPr>
          <a:xfrm>
            <a:off x="625507" y="1130729"/>
            <a:ext cx="3537163" cy="881743"/>
          </a:xfrm>
          <a:prstGeom prst="roundRect">
            <a:avLst/>
          </a:prstGeom>
          <a:solidFill>
            <a:srgbClr val="0D1B4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Struttura a basso rango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Il 90% dell'energia è contenuto in una media di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sola componente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tutte le classi.</a:t>
            </a:r>
          </a:p>
          <a:p>
            <a:pPr algn="just"/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99% della varianza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richiede appena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5–20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componenti a seconda della patologia.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83E87D4-DF19-E117-0355-2BC251A15FB0}"/>
              </a:ext>
            </a:extLst>
          </p:cNvPr>
          <p:cNvSpPr/>
          <p:nvPr/>
        </p:nvSpPr>
        <p:spPr>
          <a:xfrm>
            <a:off x="5255622" y="4101081"/>
            <a:ext cx="3537163" cy="900219"/>
          </a:xfrm>
          <a:prstGeom prst="roundRect">
            <a:avLst/>
          </a:prstGeom>
          <a:solidFill>
            <a:srgbClr val="0D1B4B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L'MSE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logico scende fino al gomito intorno a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k=20-30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Punto Ottimale SVD: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k=20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15,7% dei dati totali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mantenendo un PSNR accettabile in diagnostica di &gt;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dB.</a:t>
            </a:r>
          </a:p>
        </p:txBody>
      </p:sp>
    </p:spTree>
    <p:extLst>
      <p:ext uri="{BB962C8B-B14F-4D97-AF65-F5344CB8AC3E}">
        <p14:creationId xmlns:p14="http://schemas.microsoft.com/office/powerpoint/2010/main" val="1590546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FA6D-E5F7-920E-3C72-F87006131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o 54">
            <a:extLst>
              <a:ext uri="{FF2B5EF4-FFF2-40B4-BE49-F238E27FC236}">
                <a16:creationId xmlns:a16="http://schemas.microsoft.com/office/drawing/2014/main" id="{8FAD8EAC-D732-19A9-2408-D2F4B0481513}"/>
              </a:ext>
            </a:extLst>
          </p:cNvPr>
          <p:cNvGrpSpPr/>
          <p:nvPr/>
        </p:nvGrpSpPr>
        <p:grpSpPr>
          <a:xfrm>
            <a:off x="4705606" y="1184028"/>
            <a:ext cx="4123434" cy="2541855"/>
            <a:chOff x="4845602" y="1255374"/>
            <a:chExt cx="4206240" cy="2009079"/>
          </a:xfrm>
        </p:grpSpPr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56045EF9-1F2E-7359-3FC8-50EC2B315293}"/>
                </a:ext>
              </a:extLst>
            </p:cNvPr>
            <p:cNvSpPr/>
            <p:nvPr/>
          </p:nvSpPr>
          <p:spPr>
            <a:xfrm>
              <a:off x="4845602" y="1255374"/>
              <a:ext cx="4206240" cy="2009079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  <a:effectLst>
              <a:innerShdw blurRad="114300">
                <a:prstClr val="black"/>
              </a:innerShdw>
            </a:effectLst>
          </p:spPr>
          <p:txBody>
            <a:bodyPr/>
            <a:lstStyle/>
            <a:p>
              <a:endParaRPr lang="it-IT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9">
              <a:extLst>
                <a:ext uri="{FF2B5EF4-FFF2-40B4-BE49-F238E27FC236}">
                  <a16:creationId xmlns:a16="http://schemas.microsoft.com/office/drawing/2014/main" id="{894A529C-218D-A2EE-9988-B122C8B2EF86}"/>
                </a:ext>
              </a:extLst>
            </p:cNvPr>
            <p:cNvSpPr/>
            <p:nvPr/>
          </p:nvSpPr>
          <p:spPr>
            <a:xfrm>
              <a:off x="4845602" y="1255375"/>
              <a:ext cx="64008" cy="2009078"/>
            </a:xfrm>
            <a:prstGeom prst="rect">
              <a:avLst/>
            </a:prstGeom>
            <a:solidFill>
              <a:srgbClr val="02809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it-IT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CDDF05C7-C883-D4D2-D329-5CA6E33A57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473957-C402-AD7E-8784-DCA60ED3724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7D1D61-7BC5-F162-E50E-F5943D2CD448}"/>
              </a:ext>
            </a:extLst>
          </p:cNvPr>
          <p:cNvSpPr/>
          <p:nvPr/>
        </p:nvSpPr>
        <p:spPr>
          <a:xfrm>
            <a:off x="2195278" y="192024"/>
            <a:ext cx="47534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 Analysis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Teoria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E50AFA84-1C12-B628-46B8-7A272F72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19A75C00-4C90-30AE-6319-DB35DFF01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grpSp>
        <p:nvGrpSpPr>
          <p:cNvPr id="50" name="Gruppo 49">
            <a:extLst>
              <a:ext uri="{FF2B5EF4-FFF2-40B4-BE49-F238E27FC236}">
                <a16:creationId xmlns:a16="http://schemas.microsoft.com/office/drawing/2014/main" id="{E50C5913-9A54-52FA-3E6F-6783E5C2B8FD}"/>
              </a:ext>
            </a:extLst>
          </p:cNvPr>
          <p:cNvGrpSpPr/>
          <p:nvPr/>
        </p:nvGrpSpPr>
        <p:grpSpPr>
          <a:xfrm>
            <a:off x="214812" y="1291674"/>
            <a:ext cx="4206240" cy="2372737"/>
            <a:chOff x="209006" y="1163302"/>
            <a:chExt cx="4206240" cy="2154265"/>
          </a:xfrm>
        </p:grpSpPr>
        <p:sp>
          <p:nvSpPr>
            <p:cNvPr id="49" name="Shape 26">
              <a:extLst>
                <a:ext uri="{FF2B5EF4-FFF2-40B4-BE49-F238E27FC236}">
                  <a16:creationId xmlns:a16="http://schemas.microsoft.com/office/drawing/2014/main" id="{6DE1DD1B-51D9-CC26-EE18-52EC4C6731FB}"/>
                </a:ext>
              </a:extLst>
            </p:cNvPr>
            <p:cNvSpPr/>
            <p:nvPr/>
          </p:nvSpPr>
          <p:spPr>
            <a:xfrm>
              <a:off x="209006" y="1308488"/>
              <a:ext cx="4206240" cy="2009079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  <a:effectLst>
              <a:innerShdw blurRad="114300">
                <a:prstClr val="black"/>
              </a:inn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Shape 16"/>
            <p:cNvSpPr/>
            <p:nvPr/>
          </p:nvSpPr>
          <p:spPr>
            <a:xfrm>
              <a:off x="209006" y="1163302"/>
              <a:ext cx="4206240" cy="348860"/>
            </a:xfrm>
            <a:prstGeom prst="rect">
              <a:avLst/>
            </a:prstGeom>
            <a:solidFill>
              <a:srgbClr val="028090"/>
            </a:solidFill>
            <a:ln w="12700">
              <a:noFill/>
              <a:prstDash val="solid"/>
            </a:ln>
          </p:spPr>
          <p:txBody>
            <a:bodyPr/>
            <a:lstStyle/>
            <a:p>
              <a:pPr algn="ctr"/>
              <a:r>
                <a:rPr lang="en-US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PCA - per </a:t>
              </a:r>
              <a:r>
                <a:rPr lang="en-US" b="1" dirty="0" err="1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Analisi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Text 18"/>
          <p:cNvSpPr/>
          <p:nvPr/>
        </p:nvSpPr>
        <p:spPr>
          <a:xfrm>
            <a:off x="384630" y="1947866"/>
            <a:ext cx="568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9"/>
          <p:cNvSpPr/>
          <p:nvPr/>
        </p:nvSpPr>
        <p:spPr>
          <a:xfrm>
            <a:off x="1390470" y="1947866"/>
            <a:ext cx="1681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X ∈ ℝᴺˣᵈ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84630" y="2331914"/>
            <a:ext cx="67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90470" y="2331914"/>
            <a:ext cx="1681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Proiezione X_PCA ∈ ℝᴺˣᵏ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84630" y="2715962"/>
            <a:ext cx="67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Obiettivo: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90470" y="2715962"/>
            <a:ext cx="1681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Struttura latente condivisa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4630" y="3100010"/>
            <a:ext cx="675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Garanzia: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90470" y="3100010"/>
            <a:ext cx="1681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Direzioni a varianza max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6"/>
          <p:cNvSpPr/>
          <p:nvPr/>
        </p:nvSpPr>
        <p:spPr>
          <a:xfrm>
            <a:off x="209006" y="4051553"/>
            <a:ext cx="8620034" cy="621792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209006" y="4051553"/>
            <a:ext cx="64882" cy="621792"/>
          </a:xfrm>
          <a:prstGeom prst="rect">
            <a:avLst/>
          </a:prstGeom>
          <a:solidFill>
            <a:srgbClr val="F0A500"/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91885" y="4124705"/>
            <a:ext cx="2595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SVD ≡ PCA su dati centrati: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91886" y="4399025"/>
            <a:ext cx="8341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X̃ = UΣVᵀ  </a:t>
            </a:r>
            <a:r>
              <a:rPr lang="en-US" sz="950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⟹  </a:t>
            </a:r>
            <a:r>
              <a:rPr lang="en-US" sz="95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 = (1/(N - 1)) VΣ²Vᵀ   </a:t>
            </a:r>
            <a:r>
              <a:rPr lang="en-US" sz="950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 le colonne di V sono simultaneamente right singular vectors di X̃ e autovettori di C  con  </a:t>
            </a:r>
            <a:r>
              <a:rPr lang="en-US" sz="95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λᵢ = σᵢ²/(N - 1)</a:t>
            </a:r>
            <a:endParaRPr lang="en-US" sz="950" b="1" dirty="0">
              <a:solidFill>
                <a:srgbClr val="0D1B4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67796" y="1310950"/>
            <a:ext cx="1328215" cy="51785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Flatten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256²→65536</a:t>
            </a:r>
            <a:endParaRPr lang="it-IT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0">
            <a:extLst>
              <a:ext uri="{FF2B5EF4-FFF2-40B4-BE49-F238E27FC236}">
                <a16:creationId xmlns:a16="http://schemas.microsoft.com/office/drawing/2014/main" id="{BAD3820C-65E5-EF1E-45D3-D391C17D7711}"/>
              </a:ext>
            </a:extLst>
          </p:cNvPr>
          <p:cNvSpPr/>
          <p:nvPr/>
        </p:nvSpPr>
        <p:spPr>
          <a:xfrm>
            <a:off x="7235420" y="1308403"/>
            <a:ext cx="1328215" cy="51785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Stack</a:t>
            </a: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 ∈ </a:t>
            </a:r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ℝᴺˣ</a:t>
            </a: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ᵈ</a:t>
            </a:r>
            <a:endParaRPr lang="it-IT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30">
            <a:extLst>
              <a:ext uri="{FF2B5EF4-FFF2-40B4-BE49-F238E27FC236}">
                <a16:creationId xmlns:a16="http://schemas.microsoft.com/office/drawing/2014/main" id="{C73B7F5C-85EA-0043-A26D-6B3FE7D2DD17}"/>
              </a:ext>
            </a:extLst>
          </p:cNvPr>
          <p:cNvSpPr/>
          <p:nvPr/>
        </p:nvSpPr>
        <p:spPr>
          <a:xfrm>
            <a:off x="7235420" y="2165268"/>
            <a:ext cx="1328215" cy="51785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Center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X̃ = X - X̄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30">
            <a:extLst>
              <a:ext uri="{FF2B5EF4-FFF2-40B4-BE49-F238E27FC236}">
                <a16:creationId xmlns:a16="http://schemas.microsoft.com/office/drawing/2014/main" id="{7DAA0E2A-F5FA-4D19-3803-D45FBBD1D1A7}"/>
              </a:ext>
            </a:extLst>
          </p:cNvPr>
          <p:cNvSpPr/>
          <p:nvPr/>
        </p:nvSpPr>
        <p:spPr>
          <a:xfrm>
            <a:off x="5067795" y="2176568"/>
            <a:ext cx="1328215" cy="51785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PCA fit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sklearn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30">
            <a:extLst>
              <a:ext uri="{FF2B5EF4-FFF2-40B4-BE49-F238E27FC236}">
                <a16:creationId xmlns:a16="http://schemas.microsoft.com/office/drawing/2014/main" id="{78D41D30-6504-7E3F-2F7F-B4B78265C1B3}"/>
              </a:ext>
            </a:extLst>
          </p:cNvPr>
          <p:cNvSpPr/>
          <p:nvPr/>
        </p:nvSpPr>
        <p:spPr>
          <a:xfrm>
            <a:off x="5067795" y="3033428"/>
            <a:ext cx="1328215" cy="51785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 · Vₖ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30">
            <a:extLst>
              <a:ext uri="{FF2B5EF4-FFF2-40B4-BE49-F238E27FC236}">
                <a16:creationId xmlns:a16="http://schemas.microsoft.com/office/drawing/2014/main" id="{278812FC-C910-533C-C4B9-6581F39486BD}"/>
              </a:ext>
            </a:extLst>
          </p:cNvPr>
          <p:cNvSpPr/>
          <p:nvPr/>
        </p:nvSpPr>
        <p:spPr>
          <a:xfrm>
            <a:off x="7244501" y="3037677"/>
            <a:ext cx="1328215" cy="51785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Classfication</a:t>
            </a:r>
            <a:b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LogReg</a:t>
            </a: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Freccia a destra 58">
            <a:extLst>
              <a:ext uri="{FF2B5EF4-FFF2-40B4-BE49-F238E27FC236}">
                <a16:creationId xmlns:a16="http://schemas.microsoft.com/office/drawing/2014/main" id="{5209CE2E-3B69-E549-83D6-C0CE8CFACD2F}"/>
              </a:ext>
            </a:extLst>
          </p:cNvPr>
          <p:cNvSpPr/>
          <p:nvPr/>
        </p:nvSpPr>
        <p:spPr>
          <a:xfrm>
            <a:off x="6620256" y="1477643"/>
            <a:ext cx="426720" cy="212386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Freccia a destra 59">
            <a:extLst>
              <a:ext uri="{FF2B5EF4-FFF2-40B4-BE49-F238E27FC236}">
                <a16:creationId xmlns:a16="http://schemas.microsoft.com/office/drawing/2014/main" id="{26629598-51A8-C830-836C-536A64803C1B}"/>
              </a:ext>
            </a:extLst>
          </p:cNvPr>
          <p:cNvSpPr/>
          <p:nvPr/>
        </p:nvSpPr>
        <p:spPr>
          <a:xfrm rot="10800000">
            <a:off x="6597814" y="2343419"/>
            <a:ext cx="426720" cy="212386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Freccia a destra 60">
            <a:extLst>
              <a:ext uri="{FF2B5EF4-FFF2-40B4-BE49-F238E27FC236}">
                <a16:creationId xmlns:a16="http://schemas.microsoft.com/office/drawing/2014/main" id="{F28CA187-3777-F4D4-2360-19628DCC732A}"/>
              </a:ext>
            </a:extLst>
          </p:cNvPr>
          <p:cNvSpPr/>
          <p:nvPr/>
        </p:nvSpPr>
        <p:spPr>
          <a:xfrm>
            <a:off x="6606895" y="3186160"/>
            <a:ext cx="426720" cy="212386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Freccia a destra 61">
            <a:extLst>
              <a:ext uri="{FF2B5EF4-FFF2-40B4-BE49-F238E27FC236}">
                <a16:creationId xmlns:a16="http://schemas.microsoft.com/office/drawing/2014/main" id="{E845574A-B7CD-29D3-C520-25F212EBEA31}"/>
              </a:ext>
            </a:extLst>
          </p:cNvPr>
          <p:cNvSpPr/>
          <p:nvPr/>
        </p:nvSpPr>
        <p:spPr>
          <a:xfrm rot="5400000">
            <a:off x="7779358" y="1916386"/>
            <a:ext cx="258500" cy="16474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Freccia a destra 62">
            <a:extLst>
              <a:ext uri="{FF2B5EF4-FFF2-40B4-BE49-F238E27FC236}">
                <a16:creationId xmlns:a16="http://schemas.microsoft.com/office/drawing/2014/main" id="{B146E8C1-3342-4D65-B679-44FAD4561312}"/>
              </a:ext>
            </a:extLst>
          </p:cNvPr>
          <p:cNvSpPr/>
          <p:nvPr/>
        </p:nvSpPr>
        <p:spPr>
          <a:xfrm rot="5400000">
            <a:off x="5602652" y="2790814"/>
            <a:ext cx="258500" cy="16474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74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78255-9A85-5F73-9988-2C8AF25A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B5741C-8E84-C9B5-0D9A-072906C56B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59CDFF-8D9B-EADA-882C-464AF5D143E8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3DC165-7503-657D-D74B-9A23BB57B5AC}"/>
              </a:ext>
            </a:extLst>
          </p:cNvPr>
          <p:cNvSpPr/>
          <p:nvPr/>
        </p:nvSpPr>
        <p:spPr>
          <a:xfrm>
            <a:off x="3102285" y="170424"/>
            <a:ext cx="293943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Implementazione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AC37A2F5-F578-4B39-52F7-7589AA568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D8D43C53-68F9-9A02-647F-B89D8D00A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10D38203-0BD5-A3BF-BAD1-475A777D561C}"/>
              </a:ext>
            </a:extLst>
          </p:cNvPr>
          <p:cNvGrpSpPr/>
          <p:nvPr/>
        </p:nvGrpSpPr>
        <p:grpSpPr>
          <a:xfrm>
            <a:off x="5229775" y="3510160"/>
            <a:ext cx="3753278" cy="1475688"/>
            <a:chOff x="5172043" y="3404490"/>
            <a:chExt cx="3804556" cy="1495849"/>
          </a:xfrm>
        </p:grpSpPr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8726805D-3C5F-249E-82AD-8047AB6B9127}"/>
                </a:ext>
              </a:extLst>
            </p:cNvPr>
            <p:cNvGrpSpPr/>
            <p:nvPr/>
          </p:nvGrpSpPr>
          <p:grpSpPr>
            <a:xfrm>
              <a:off x="5172043" y="3404490"/>
              <a:ext cx="3804556" cy="1495849"/>
              <a:chOff x="5172043" y="3404490"/>
              <a:chExt cx="3804556" cy="1495849"/>
            </a:xfrm>
          </p:grpSpPr>
          <p:pic>
            <p:nvPicPr>
              <p:cNvPr id="8" name="Immagine 7">
                <a:extLst>
                  <a:ext uri="{FF2B5EF4-FFF2-40B4-BE49-F238E27FC236}">
                    <a16:creationId xmlns:a16="http://schemas.microsoft.com/office/drawing/2014/main" id="{B32FD0E1-54A2-71AC-8C8E-4076CE422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72043" y="3737738"/>
                <a:ext cx="3804556" cy="1162601"/>
              </a:xfrm>
              <a:prstGeom prst="rect">
                <a:avLst/>
              </a:prstGeom>
            </p:spPr>
          </p:pic>
          <p:sp>
            <p:nvSpPr>
              <p:cNvPr id="10" name="Shape 6">
                <a:extLst>
                  <a:ext uri="{FF2B5EF4-FFF2-40B4-BE49-F238E27FC236}">
                    <a16:creationId xmlns:a16="http://schemas.microsoft.com/office/drawing/2014/main" id="{2C1975C8-366B-586E-6341-1B89EB6E7487}"/>
                  </a:ext>
                </a:extLst>
              </p:cNvPr>
              <p:cNvSpPr/>
              <p:nvPr/>
            </p:nvSpPr>
            <p:spPr>
              <a:xfrm>
                <a:off x="5172043" y="3404490"/>
                <a:ext cx="3804555" cy="384048"/>
              </a:xfrm>
              <a:prstGeom prst="rect">
                <a:avLst/>
              </a:prstGeom>
              <a:solidFill>
                <a:srgbClr val="1E2D40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it-IT" dirty="0"/>
              </a:p>
            </p:txBody>
          </p:sp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E740EFBE-9993-87DD-8776-4F61D96AF670}"/>
                  </a:ext>
                </a:extLst>
              </p:cNvPr>
              <p:cNvSpPr/>
              <p:nvPr/>
            </p:nvSpPr>
            <p:spPr>
              <a:xfrm>
                <a:off x="5261751" y="3410265"/>
                <a:ext cx="285423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02C39A"/>
                    </a:solidFill>
                    <a:latin typeface="Consolas" pitchFamily="34" charset="0"/>
                  </a:rPr>
                  <a:t>medical_image_svd_pca.ipynb</a:t>
                </a:r>
                <a:endParaRPr lang="en-US" sz="1100" dirty="0"/>
              </a:p>
            </p:txBody>
          </p:sp>
        </p:grp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B197687B-263A-E996-890C-CB7EAC01B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8952" y="3433306"/>
              <a:ext cx="682705" cy="682705"/>
            </a:xfrm>
            <a:prstGeom prst="rect">
              <a:avLst/>
            </a:prstGeom>
          </p:spPr>
        </p:pic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12089550-8A37-171C-57ED-C4D9F1F3EFBD}"/>
              </a:ext>
            </a:extLst>
          </p:cNvPr>
          <p:cNvGrpSpPr/>
          <p:nvPr/>
        </p:nvGrpSpPr>
        <p:grpSpPr>
          <a:xfrm>
            <a:off x="80803" y="1045221"/>
            <a:ext cx="5062374" cy="2444778"/>
            <a:chOff x="946452" y="1309278"/>
            <a:chExt cx="6412632" cy="2783812"/>
          </a:xfrm>
        </p:grpSpPr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7246F57A-6F61-9743-9346-B1DDBBEB1B10}"/>
                </a:ext>
              </a:extLst>
            </p:cNvPr>
            <p:cNvGrpSpPr/>
            <p:nvPr/>
          </p:nvGrpSpPr>
          <p:grpSpPr>
            <a:xfrm>
              <a:off x="946452" y="1309278"/>
              <a:ext cx="6412632" cy="2783812"/>
              <a:chOff x="58782" y="1186761"/>
              <a:chExt cx="3472208" cy="1876438"/>
            </a:xfrm>
          </p:grpSpPr>
          <p:sp>
            <p:nvSpPr>
              <p:cNvPr id="52" name="Shape 6">
                <a:extLst>
                  <a:ext uri="{FF2B5EF4-FFF2-40B4-BE49-F238E27FC236}">
                    <a16:creationId xmlns:a16="http://schemas.microsoft.com/office/drawing/2014/main" id="{3489ACF6-FCB6-B2C3-BA06-4DF932144A4F}"/>
                  </a:ext>
                </a:extLst>
              </p:cNvPr>
              <p:cNvSpPr/>
              <p:nvPr/>
            </p:nvSpPr>
            <p:spPr>
              <a:xfrm>
                <a:off x="58782" y="1186761"/>
                <a:ext cx="3472207" cy="306593"/>
              </a:xfrm>
              <a:prstGeom prst="rect">
                <a:avLst/>
              </a:prstGeom>
              <a:solidFill>
                <a:srgbClr val="1E2D40"/>
              </a:solidFill>
              <a:ln w="12700">
                <a:solidFill>
                  <a:srgbClr val="1E2D40"/>
                </a:solidFill>
                <a:prstDash val="solid"/>
              </a:ln>
            </p:spPr>
            <p:txBody>
              <a:bodyPr anchor="ctr"/>
              <a:lstStyle/>
              <a:p>
                <a:r>
                  <a:rPr lang="en-US" sz="1100" dirty="0">
                    <a:solidFill>
                      <a:srgbClr val="02C39A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pca_engine.py</a:t>
                </a:r>
                <a:endParaRPr lang="en-US" sz="1100" dirty="0"/>
              </a:p>
            </p:txBody>
          </p:sp>
          <p:sp>
            <p:nvSpPr>
              <p:cNvPr id="50" name="Shape 8">
                <a:extLst>
                  <a:ext uri="{FF2B5EF4-FFF2-40B4-BE49-F238E27FC236}">
                    <a16:creationId xmlns:a16="http://schemas.microsoft.com/office/drawing/2014/main" id="{3FBD45B8-60DB-A5A9-31F4-432B421F09A7}"/>
                  </a:ext>
                </a:extLst>
              </p:cNvPr>
              <p:cNvSpPr/>
              <p:nvPr/>
            </p:nvSpPr>
            <p:spPr>
              <a:xfrm>
                <a:off x="58783" y="1483008"/>
                <a:ext cx="3472207" cy="1580191"/>
              </a:xfrm>
              <a:prstGeom prst="rect">
                <a:avLst/>
              </a:prstGeom>
              <a:solidFill>
                <a:srgbClr val="0D1B2A"/>
              </a:solidFill>
              <a:ln w="12700">
                <a:solidFill>
                  <a:srgbClr val="0D1B2A"/>
                </a:solidFill>
                <a:prstDash val="solid"/>
              </a:ln>
            </p:spPr>
            <p:txBody>
              <a:bodyPr/>
              <a:lstStyle/>
              <a:p>
                <a:endParaRPr lang="it-IT" dirty="0"/>
              </a:p>
            </p:txBody>
          </p:sp>
        </p:grp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5C5323CC-FBA1-015F-1E1D-513209BC9670}"/>
                </a:ext>
              </a:extLst>
            </p:cNvPr>
            <p:cNvSpPr txBox="1"/>
            <p:nvPr/>
          </p:nvSpPr>
          <p:spPr>
            <a:xfrm>
              <a:off x="946453" y="1818992"/>
              <a:ext cx="6412631" cy="2116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800" dirty="0" err="1">
                  <a:solidFill>
                    <a:srgbClr val="89DDFF"/>
                  </a:solidFill>
                  <a:latin typeface="Consolas" panose="020B0609020204030204" pitchFamily="49" charset="0"/>
                </a:rPr>
                <a:t>def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it-IT" sz="800" dirty="0" err="1">
                  <a:solidFill>
                    <a:srgbClr val="82AAFF"/>
                  </a:solidFill>
                  <a:latin typeface="Consolas" panose="020B0609020204030204" pitchFamily="49" charset="0"/>
                </a:rPr>
                <a:t>run_pca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rgbClr val="89DDFF"/>
                  </a:solidFill>
                  <a:latin typeface="Consolas" panose="020B0609020204030204" pitchFamily="49" charset="0"/>
                </a:rPr>
                <a:t>all_images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: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np.ndarray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,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rgbClr val="89DDFF"/>
                  </a:solidFill>
                  <a:latin typeface="Consolas" panose="020B0609020204030204" pitchFamily="49" charset="0"/>
                </a:rPr>
                <a:t>n_components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: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int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PCA_N_COMPONENTS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) -&gt;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tuple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[PCA,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np.ndarray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]:</a:t>
              </a:r>
            </a:p>
            <a:p>
              <a:endParaRPr lang="it-IT" sz="8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X =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all_images.reshape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all_images.shape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[</a:t>
              </a:r>
              <a:r>
                <a:rPr lang="it-IT" sz="800" dirty="0">
                  <a:solidFill>
                    <a:srgbClr val="F0A500"/>
                  </a:solidFill>
                  <a:latin typeface="Consolas" panose="020B0609020204030204" pitchFamily="49" charset="0"/>
                </a:rPr>
                <a:t>0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], </a:t>
              </a:r>
              <a:r>
                <a:rPr lang="it-IT" sz="800" dirty="0">
                  <a:solidFill>
                    <a:srgbClr val="F0A500"/>
                  </a:solidFill>
                  <a:latin typeface="Consolas" panose="020B0609020204030204" pitchFamily="49" charset="0"/>
                </a:rPr>
                <a:t>-1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print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f"Matrice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dati X: {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X.shape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}  ({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X.shape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[</a:t>
              </a:r>
              <a:r>
                <a:rPr lang="it-IT" sz="800" dirty="0">
                  <a:solidFill>
                    <a:srgbClr val="F0A500"/>
                  </a:solidFill>
                  <a:latin typeface="Consolas" panose="020B0609020204030204" pitchFamily="49" charset="0"/>
                </a:rPr>
                <a:t>0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]} campioni, {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X.shape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[</a:t>
              </a:r>
              <a:r>
                <a:rPr lang="it-IT" sz="800" dirty="0">
                  <a:solidFill>
                    <a:srgbClr val="F0A500"/>
                  </a:solidFill>
                  <a:latin typeface="Consolas" panose="020B0609020204030204" pitchFamily="49" charset="0"/>
                </a:rPr>
                <a:t>1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]} features)")</a:t>
              </a:r>
            </a:p>
            <a:p>
              <a:endParaRPr lang="it-IT" sz="8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pca_model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PCA(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n_components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=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n_components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X_pca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=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pca_model.fit_transform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(X)</a:t>
              </a:r>
            </a:p>
            <a:p>
              <a:endParaRPr lang="it-IT" sz="8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rgbClr val="82AAFF"/>
                  </a:solidFill>
                  <a:latin typeface="Consolas" panose="020B0609020204030204" pitchFamily="49" charset="0"/>
                </a:rPr>
                <a:t>print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(f"\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nVarianza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spiegata dalle prime {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n_components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} componenti: "</a:t>
              </a: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      f"{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pca_model.explained_variance_ratio_.sum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()</a:t>
              </a:r>
              <a:r>
                <a:rPr lang="it-IT" sz="800" dirty="0">
                  <a:solidFill>
                    <a:srgbClr val="F0A500"/>
                  </a:solidFill>
                  <a:latin typeface="Consolas" panose="020B0609020204030204" pitchFamily="49" charset="0"/>
                </a:rPr>
                <a:t>:.2%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}")</a:t>
              </a:r>
            </a:p>
            <a:p>
              <a:endParaRPr lang="it-IT" sz="8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  <a:p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   </a:t>
              </a:r>
              <a:r>
                <a:rPr lang="it-IT" sz="800" dirty="0" err="1">
                  <a:solidFill>
                    <a:srgbClr val="89DDFF"/>
                  </a:solidFill>
                  <a:latin typeface="Consolas" panose="020B0609020204030204" pitchFamily="49" charset="0"/>
                </a:rPr>
                <a:t>return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pca_model</a:t>
              </a:r>
              <a:r>
                <a:rPr lang="it-IT" sz="800" dirty="0">
                  <a:solidFill>
                    <a:schemeClr val="bg1"/>
                  </a:solidFill>
                  <a:latin typeface="Consolas" panose="020B0609020204030204" pitchFamily="49" charset="0"/>
                </a:rPr>
                <a:t>, </a:t>
              </a:r>
              <a:r>
                <a:rPr lang="it-IT" sz="8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X_pca</a:t>
              </a:r>
              <a:endParaRPr lang="it-IT" sz="800" dirty="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56" name="Freccia a destra 55">
            <a:extLst>
              <a:ext uri="{FF2B5EF4-FFF2-40B4-BE49-F238E27FC236}">
                <a16:creationId xmlns:a16="http://schemas.microsoft.com/office/drawing/2014/main" id="{F6769360-0CE5-D5E7-B06E-EE87C5D68E9B}"/>
              </a:ext>
            </a:extLst>
          </p:cNvPr>
          <p:cNvSpPr/>
          <p:nvPr/>
        </p:nvSpPr>
        <p:spPr>
          <a:xfrm>
            <a:off x="5318274" y="1584579"/>
            <a:ext cx="567776" cy="262128"/>
          </a:xfrm>
          <a:prstGeom prst="rightArrow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A39BFAE-9E54-03C3-A008-599E78D2437C}"/>
              </a:ext>
            </a:extLst>
          </p:cNvPr>
          <p:cNvGrpSpPr/>
          <p:nvPr/>
        </p:nvGrpSpPr>
        <p:grpSpPr>
          <a:xfrm>
            <a:off x="5944107" y="1081792"/>
            <a:ext cx="3030471" cy="1115761"/>
            <a:chOff x="4572000" y="1160880"/>
            <a:chExt cx="2060917" cy="1115761"/>
          </a:xfrm>
        </p:grpSpPr>
        <p:sp>
          <p:nvSpPr>
            <p:cNvPr id="61" name="Rettangolo 60">
              <a:extLst>
                <a:ext uri="{FF2B5EF4-FFF2-40B4-BE49-F238E27FC236}">
                  <a16:creationId xmlns:a16="http://schemas.microsoft.com/office/drawing/2014/main" id="{B9EB2B1B-DBB8-E240-C813-006F6EDC3779}"/>
                </a:ext>
              </a:extLst>
            </p:cNvPr>
            <p:cNvSpPr/>
            <p:nvPr/>
          </p:nvSpPr>
          <p:spPr>
            <a:xfrm>
              <a:off x="4572000" y="1160880"/>
              <a:ext cx="2060917" cy="1115761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D53E89EC-3887-C7A1-7617-512AAD6F3E3B}"/>
                </a:ext>
              </a:extLst>
            </p:cNvPr>
            <p:cNvSpPr txBox="1"/>
            <p:nvPr/>
          </p:nvSpPr>
          <p:spPr>
            <a:xfrm>
              <a:off x="4935616" y="1209817"/>
              <a:ext cx="1477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Vettorizzazione del Dataset</a:t>
              </a:r>
            </a:p>
          </p:txBody>
        </p:sp>
        <p:sp>
          <p:nvSpPr>
            <p:cNvPr id="63" name="CasellaDiTesto 62">
              <a:extLst>
                <a:ext uri="{FF2B5EF4-FFF2-40B4-BE49-F238E27FC236}">
                  <a16:creationId xmlns:a16="http://schemas.microsoft.com/office/drawing/2014/main" id="{1AAFF7EC-4BF3-DEE0-228C-BDFFBD32736A}"/>
                </a:ext>
              </a:extLst>
            </p:cNvPr>
            <p:cNvSpPr txBox="1"/>
            <p:nvPr/>
          </p:nvSpPr>
          <p:spPr>
            <a:xfrm>
              <a:off x="4606075" y="1460049"/>
              <a:ext cx="19927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 poter analizzare statisticamente le griglie di pixel (2D), il codice le appiattisce trasformandole in lunghi vettori riga. Questo crea una matrice di dati gigante.</a:t>
              </a:r>
            </a:p>
          </p:txBody>
        </p:sp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B7B2FAA5-DF27-7377-42B4-74D4876117CB}"/>
              </a:ext>
            </a:extLst>
          </p:cNvPr>
          <p:cNvGrpSpPr/>
          <p:nvPr/>
        </p:nvGrpSpPr>
        <p:grpSpPr>
          <a:xfrm>
            <a:off x="5930869" y="2283327"/>
            <a:ext cx="3045730" cy="1115761"/>
            <a:chOff x="6919901" y="1160880"/>
            <a:chExt cx="2056698" cy="1115761"/>
          </a:xfrm>
        </p:grpSpPr>
        <p:sp>
          <p:nvSpPr>
            <p:cNvPr id="65" name="Rettangolo 64">
              <a:extLst>
                <a:ext uri="{FF2B5EF4-FFF2-40B4-BE49-F238E27FC236}">
                  <a16:creationId xmlns:a16="http://schemas.microsoft.com/office/drawing/2014/main" id="{5104F9BB-33A5-01CB-EC07-D0D9BD093E05}"/>
                </a:ext>
              </a:extLst>
            </p:cNvPr>
            <p:cNvSpPr/>
            <p:nvPr/>
          </p:nvSpPr>
          <p:spPr>
            <a:xfrm>
              <a:off x="6919901" y="1160880"/>
              <a:ext cx="2056698" cy="1115761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CasellaDiTesto 65">
              <a:extLst>
                <a:ext uri="{FF2B5EF4-FFF2-40B4-BE49-F238E27FC236}">
                  <a16:creationId xmlns:a16="http://schemas.microsoft.com/office/drawing/2014/main" id="{2FABFDBA-9138-A800-9F37-41B3916BFC77}"/>
                </a:ext>
              </a:extLst>
            </p:cNvPr>
            <p:cNvSpPr txBox="1"/>
            <p:nvPr/>
          </p:nvSpPr>
          <p:spPr>
            <a:xfrm>
              <a:off x="6919901" y="1203050"/>
              <a:ext cx="2056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b="1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Sintesi dell'Informazione</a:t>
              </a:r>
            </a:p>
          </p:txBody>
        </p:sp>
        <p:sp>
          <p:nvSpPr>
            <p:cNvPr id="67" name="CasellaDiTesto 66">
              <a:extLst>
                <a:ext uri="{FF2B5EF4-FFF2-40B4-BE49-F238E27FC236}">
                  <a16:creationId xmlns:a16="http://schemas.microsoft.com/office/drawing/2014/main" id="{6E33D9E6-D81A-EEAD-7992-B3A05987A7CE}"/>
                </a:ext>
              </a:extLst>
            </p:cNvPr>
            <p:cNvSpPr txBox="1"/>
            <p:nvPr/>
          </p:nvSpPr>
          <p:spPr>
            <a:xfrm>
              <a:off x="6919901" y="1449303"/>
              <a:ext cx="20503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questa fase avviene la riduzione dimensionale vera e propria. Il modello PCA identifica i pattern ricorrenti e condensa migliaia di pixel in un piccolo numero di componenti principali.</a:t>
              </a:r>
            </a:p>
          </p:txBody>
        </p:sp>
      </p:grpSp>
      <p:sp>
        <p:nvSpPr>
          <p:cNvPr id="68" name="Freccia a destra 67">
            <a:extLst>
              <a:ext uri="{FF2B5EF4-FFF2-40B4-BE49-F238E27FC236}">
                <a16:creationId xmlns:a16="http://schemas.microsoft.com/office/drawing/2014/main" id="{090A0129-2D7E-41A1-6B38-BCA34701CE9C}"/>
              </a:ext>
            </a:extLst>
          </p:cNvPr>
          <p:cNvSpPr/>
          <p:nvPr/>
        </p:nvSpPr>
        <p:spPr>
          <a:xfrm>
            <a:off x="5229775" y="2460665"/>
            <a:ext cx="656275" cy="262128"/>
          </a:xfrm>
          <a:prstGeom prst="rightArrow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Freccia a destra 68">
            <a:extLst>
              <a:ext uri="{FF2B5EF4-FFF2-40B4-BE49-F238E27FC236}">
                <a16:creationId xmlns:a16="http://schemas.microsoft.com/office/drawing/2014/main" id="{1A3EB09F-884E-6107-5964-6D38150E2115}"/>
              </a:ext>
            </a:extLst>
          </p:cNvPr>
          <p:cNvSpPr/>
          <p:nvPr/>
        </p:nvSpPr>
        <p:spPr>
          <a:xfrm rot="5400000">
            <a:off x="2192361" y="3618045"/>
            <a:ext cx="380156" cy="262128"/>
          </a:xfrm>
          <a:prstGeom prst="rightArrow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5C8E621B-6A20-BB5E-6F59-09B40706105A}"/>
              </a:ext>
            </a:extLst>
          </p:cNvPr>
          <p:cNvGrpSpPr/>
          <p:nvPr/>
        </p:nvGrpSpPr>
        <p:grpSpPr>
          <a:xfrm>
            <a:off x="286833" y="3953186"/>
            <a:ext cx="4191212" cy="1032662"/>
            <a:chOff x="327270" y="3844138"/>
            <a:chExt cx="4191212" cy="1217482"/>
          </a:xfrm>
        </p:grpSpPr>
        <p:sp>
          <p:nvSpPr>
            <p:cNvPr id="71" name="Rettangolo 70">
              <a:extLst>
                <a:ext uri="{FF2B5EF4-FFF2-40B4-BE49-F238E27FC236}">
                  <a16:creationId xmlns:a16="http://schemas.microsoft.com/office/drawing/2014/main" id="{710250DC-8AB0-82F4-1AD5-68F065B0E682}"/>
                </a:ext>
              </a:extLst>
            </p:cNvPr>
            <p:cNvSpPr/>
            <p:nvPr/>
          </p:nvSpPr>
          <p:spPr>
            <a:xfrm>
              <a:off x="327270" y="3844138"/>
              <a:ext cx="4155260" cy="1217482"/>
            </a:xfrm>
            <a:prstGeom prst="rect">
              <a:avLst/>
            </a:prstGeom>
            <a:solidFill>
              <a:srgbClr val="0D1B4B">
                <a:alpha val="6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CasellaDiTesto 71">
              <a:extLst>
                <a:ext uri="{FF2B5EF4-FFF2-40B4-BE49-F238E27FC236}">
                  <a16:creationId xmlns:a16="http://schemas.microsoft.com/office/drawing/2014/main" id="{A0DE4008-A0B0-6122-3807-90F2831D777A}"/>
                </a:ext>
              </a:extLst>
            </p:cNvPr>
            <p:cNvSpPr txBox="1"/>
            <p:nvPr/>
          </p:nvSpPr>
          <p:spPr>
            <a:xfrm>
              <a:off x="1557090" y="3892436"/>
              <a:ext cx="1993700" cy="326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>
                  <a:solidFill>
                    <a:srgbClr val="0D1B4B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Controllo della Qualità</a:t>
              </a:r>
            </a:p>
          </p:txBody>
        </p:sp>
        <p:sp>
          <p:nvSpPr>
            <p:cNvPr id="74" name="CasellaDiTesto 73">
              <a:extLst>
                <a:ext uri="{FF2B5EF4-FFF2-40B4-BE49-F238E27FC236}">
                  <a16:creationId xmlns:a16="http://schemas.microsoft.com/office/drawing/2014/main" id="{27603575-C6FC-D9DB-9CB7-BAB6FE74358C}"/>
                </a:ext>
              </a:extLst>
            </p:cNvPr>
            <p:cNvSpPr txBox="1"/>
            <p:nvPr/>
          </p:nvSpPr>
          <p:spPr>
            <a:xfrm>
              <a:off x="363223" y="4133074"/>
              <a:ext cx="4155259" cy="907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L'ultima parte del codice calcola quanta informazione originale è stata conservata. La "varianza spiegata" è un riassunto matematico ci informa se è fedele all'originale o se, comprimendo troppo, abbiamo perso dettagli clinici fondamentali.</a:t>
              </a:r>
            </a:p>
          </p:txBody>
        </p:sp>
      </p:grpSp>
      <p:sp>
        <p:nvSpPr>
          <p:cNvPr id="75" name="Rettangolo 74">
            <a:extLst>
              <a:ext uri="{FF2B5EF4-FFF2-40B4-BE49-F238E27FC236}">
                <a16:creationId xmlns:a16="http://schemas.microsoft.com/office/drawing/2014/main" id="{21E4E003-BD9A-D04D-CDC2-C4F4FEF12358}"/>
              </a:ext>
            </a:extLst>
          </p:cNvPr>
          <p:cNvSpPr/>
          <p:nvPr/>
        </p:nvSpPr>
        <p:spPr>
          <a:xfrm>
            <a:off x="5318274" y="1661827"/>
            <a:ext cx="152886" cy="671612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Rettangolo 75">
            <a:extLst>
              <a:ext uri="{FF2B5EF4-FFF2-40B4-BE49-F238E27FC236}">
                <a16:creationId xmlns:a16="http://schemas.microsoft.com/office/drawing/2014/main" id="{C7649F2B-FF7A-A61E-099A-99FB1DB63AFF}"/>
              </a:ext>
            </a:extLst>
          </p:cNvPr>
          <p:cNvSpPr/>
          <p:nvPr/>
        </p:nvSpPr>
        <p:spPr>
          <a:xfrm rot="5400000">
            <a:off x="5264793" y="2127072"/>
            <a:ext cx="152886" cy="259849"/>
          </a:xfrm>
          <a:prstGeom prst="rect">
            <a:avLst/>
          </a:prstGeom>
          <a:solidFill>
            <a:srgbClr val="0D1B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4007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A8EAE-4D9C-6E23-971F-3284952D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C269EA-C570-7C9C-E72A-F56F1F1742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B38FA9-5F6A-4DDF-FADB-76A5BAFE28B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D34A50F-5430-B4BF-EBBA-82F6312CDBA2}"/>
              </a:ext>
            </a:extLst>
          </p:cNvPr>
          <p:cNvSpPr/>
          <p:nvPr/>
        </p:nvSpPr>
        <p:spPr>
          <a:xfrm>
            <a:off x="3288501" y="202940"/>
            <a:ext cx="25669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visivi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9D77A845-06A1-9F35-A56A-D09EC41CD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1D9A0F9C-4482-F1E5-136E-F5590D57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FADF612-B150-4E18-B612-DA6190C8D143}"/>
              </a:ext>
            </a:extLst>
          </p:cNvPr>
          <p:cNvSpPr/>
          <p:nvPr/>
        </p:nvSpPr>
        <p:spPr>
          <a:xfrm>
            <a:off x="308652" y="3463872"/>
            <a:ext cx="2736000" cy="1576175"/>
          </a:xfrm>
          <a:prstGeom prst="roundRect">
            <a:avLst>
              <a:gd name="adj" fmla="val 50000"/>
            </a:avLst>
          </a:prstGeom>
          <a:solidFill>
            <a:srgbClr val="0D1B4B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proietta i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65.536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pixel in sole 2 dimensioni (PC1, PC2) coprendo già il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41%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dell'informazione totale del dataset.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028434B-D831-90C6-3BC1-C2AFBFDC1009}"/>
              </a:ext>
            </a:extLst>
          </p:cNvPr>
          <p:cNvSpPr/>
          <p:nvPr/>
        </p:nvSpPr>
        <p:spPr>
          <a:xfrm>
            <a:off x="3204000" y="3441012"/>
            <a:ext cx="2736000" cy="1576175"/>
          </a:xfrm>
          <a:prstGeom prst="roundRect">
            <a:avLst>
              <a:gd name="adj" fmla="val 50000"/>
            </a:avLst>
          </a:prstGeom>
          <a:solidFill>
            <a:srgbClr val="0D1B4B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Separabilità Naturale: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Senza supervisione, l'algoritmo separa parzialmente le patologie: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Pneumonia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11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tendono a raggrupparsi a sinistra (PC1 &lt; 0), mentre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COVID-19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sz="11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Tuberculosis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destra (PC1 &gt; 0).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8446429-5982-75BC-85A9-B9EC889C5FE6}"/>
              </a:ext>
            </a:extLst>
          </p:cNvPr>
          <p:cNvSpPr/>
          <p:nvPr/>
        </p:nvSpPr>
        <p:spPr>
          <a:xfrm>
            <a:off x="6099348" y="3449236"/>
            <a:ext cx="2736000" cy="1576800"/>
          </a:xfrm>
          <a:prstGeom prst="roundRect">
            <a:avLst>
              <a:gd name="adj" fmla="val 50000"/>
            </a:avLst>
          </a:prstGeom>
          <a:solidFill>
            <a:srgbClr val="0D1B4B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SVD/PCA 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raggruppano le patologie, ma la sovrapposizione residua dimostra la necessità di usare un </a:t>
            </a:r>
            <a:r>
              <a:rPr lang="it-IT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classificatore</a:t>
            </a:r>
            <a:r>
              <a:rPr lang="it-IT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strutturato sui dati PCA.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EC62F248-9F32-D12F-5AD0-EF514E9D66E5}"/>
              </a:ext>
            </a:extLst>
          </p:cNvPr>
          <p:cNvGrpSpPr/>
          <p:nvPr/>
        </p:nvGrpSpPr>
        <p:grpSpPr>
          <a:xfrm>
            <a:off x="1368015" y="1069061"/>
            <a:ext cx="6407969" cy="2292207"/>
            <a:chOff x="1190983" y="1071684"/>
            <a:chExt cx="6407969" cy="2292207"/>
          </a:xfrm>
        </p:grpSpPr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8F6409AC-F0C2-C5C6-8FDD-CE9FFB9E4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6635" y="1126549"/>
              <a:ext cx="5916665" cy="2142542"/>
            </a:xfrm>
            <a:prstGeom prst="rect">
              <a:avLst/>
            </a:prstGeom>
          </p:spPr>
        </p:pic>
        <p:sp>
          <p:nvSpPr>
            <p:cNvPr id="13" name="Rettangolo con angoli arrotondati 12">
              <a:extLst>
                <a:ext uri="{FF2B5EF4-FFF2-40B4-BE49-F238E27FC236}">
                  <a16:creationId xmlns:a16="http://schemas.microsoft.com/office/drawing/2014/main" id="{908F3727-B2D1-6034-726C-C98F81B9701C}"/>
                </a:ext>
              </a:extLst>
            </p:cNvPr>
            <p:cNvSpPr/>
            <p:nvPr/>
          </p:nvSpPr>
          <p:spPr>
            <a:xfrm>
              <a:off x="1190983" y="1071684"/>
              <a:ext cx="6407969" cy="2292207"/>
            </a:xfrm>
            <a:prstGeom prst="roundRect">
              <a:avLst>
                <a:gd name="adj" fmla="val 5092"/>
              </a:avLst>
            </a:prstGeom>
            <a:noFill/>
            <a:ln w="38100">
              <a:solidFill>
                <a:srgbClr val="02809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2698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3579-2438-3EB0-E5E6-DEDE8F61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32EB49-CCCB-8C87-2B3C-E4D1F482D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500226-87DF-3F76-B2B2-6DDC953BCCCF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92800C06-E07A-07C2-FD5F-68299895F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84E8ABDC-3F15-E0E0-8969-FF7CC3A6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753E3BE-2BDB-D455-5E11-A3D3B2CC4DF6}"/>
              </a:ext>
            </a:extLst>
          </p:cNvPr>
          <p:cNvSpPr/>
          <p:nvPr/>
        </p:nvSpPr>
        <p:spPr>
          <a:xfrm>
            <a:off x="2119796" y="192024"/>
            <a:ext cx="4904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Varianza e qualità di ricostruzione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8C3F157-1947-2B13-C143-2A96CE6ED2E2}"/>
              </a:ext>
            </a:extLst>
          </p:cNvPr>
          <p:cNvSpPr/>
          <p:nvPr/>
        </p:nvSpPr>
        <p:spPr>
          <a:xfrm>
            <a:off x="320040" y="109728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14D1DD4-C7DE-B015-66A8-075587733BC8}"/>
              </a:ext>
            </a:extLst>
          </p:cNvPr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F48B19-79D2-9A46-AC77-27C298EBEB83}"/>
              </a:ext>
            </a:extLst>
          </p:cNvPr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 Plot - Varianza Cumulativa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8B0CCF9-B113-B2B3-345B-B6698D7439C7}"/>
              </a:ext>
            </a:extLst>
          </p:cNvPr>
          <p:cNvSpPr/>
          <p:nvPr/>
        </p:nvSpPr>
        <p:spPr>
          <a:xfrm>
            <a:off x="502920" y="1691640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0CDB202-567A-E7DD-48BA-63E798FCD02B}"/>
              </a:ext>
            </a:extLst>
          </p:cNvPr>
          <p:cNvSpPr/>
          <p:nvPr/>
        </p:nvSpPr>
        <p:spPr>
          <a:xfrm>
            <a:off x="502920" y="169164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246E0B-915B-FE4A-AD9A-CF2064973B65}"/>
              </a:ext>
            </a:extLst>
          </p:cNvPr>
          <p:cNvSpPr/>
          <p:nvPr/>
        </p:nvSpPr>
        <p:spPr>
          <a:xfrm>
            <a:off x="685800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90% varianza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8B31AB-953A-EB9E-A6CF-402A449D83BC}"/>
              </a:ext>
            </a:extLst>
          </p:cNvPr>
          <p:cNvSpPr/>
          <p:nvPr/>
        </p:nvSpPr>
        <p:spPr>
          <a:xfrm>
            <a:off x="68580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≈ 1 - 2 componenti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99F1841-DB92-AC7D-5BB6-9ABAC3CDD5C8}"/>
              </a:ext>
            </a:extLst>
          </p:cNvPr>
          <p:cNvSpPr/>
          <p:nvPr/>
        </p:nvSpPr>
        <p:spPr>
          <a:xfrm>
            <a:off x="502920" y="2350008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0A45777-78D9-D8C8-8208-8FA80E93872E}"/>
              </a:ext>
            </a:extLst>
          </p:cNvPr>
          <p:cNvSpPr/>
          <p:nvPr/>
        </p:nvSpPr>
        <p:spPr>
          <a:xfrm>
            <a:off x="502920" y="2350008"/>
            <a:ext cx="64008" cy="502920"/>
          </a:xfrm>
          <a:prstGeom prst="rect">
            <a:avLst/>
          </a:prstGeom>
          <a:solidFill>
            <a:srgbClr val="0D1B4B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FA3754E-C6D8-906F-C96D-47BBAC4E44C8}"/>
              </a:ext>
            </a:extLst>
          </p:cNvPr>
          <p:cNvSpPr/>
          <p:nvPr/>
        </p:nvSpPr>
        <p:spPr>
          <a:xfrm>
            <a:off x="68580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95% varianza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D9B57D8-FC8F-EEAE-A08B-9C5E963D1781}"/>
              </a:ext>
            </a:extLst>
          </p:cNvPr>
          <p:cNvSpPr/>
          <p:nvPr/>
        </p:nvSpPr>
        <p:spPr>
          <a:xfrm>
            <a:off x="68580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≈ 2 - 3 componenti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F8C588A3-B833-7189-2E78-5CB2732E94BE}"/>
              </a:ext>
            </a:extLst>
          </p:cNvPr>
          <p:cNvSpPr/>
          <p:nvPr/>
        </p:nvSpPr>
        <p:spPr>
          <a:xfrm>
            <a:off x="502920" y="3008376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FC462-CFC2-00C7-82B8-54BA52C24C21}"/>
              </a:ext>
            </a:extLst>
          </p:cNvPr>
          <p:cNvSpPr/>
          <p:nvPr/>
        </p:nvSpPr>
        <p:spPr>
          <a:xfrm>
            <a:off x="502920" y="3008376"/>
            <a:ext cx="64008" cy="502920"/>
          </a:xfrm>
          <a:prstGeom prst="rect">
            <a:avLst/>
          </a:prstGeom>
          <a:solidFill>
            <a:srgbClr val="F0A500"/>
          </a:solidFill>
          <a:ln w="12700">
            <a:noFill/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05388744-4A85-3AFF-E48A-E99765B2EC17}"/>
              </a:ext>
            </a:extLst>
          </p:cNvPr>
          <p:cNvSpPr/>
          <p:nvPr/>
        </p:nvSpPr>
        <p:spPr>
          <a:xfrm>
            <a:off x="685800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99% varianza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6B6BD48-B791-6B87-B0E9-5A420D7245D0}"/>
              </a:ext>
            </a:extLst>
          </p:cNvPr>
          <p:cNvSpPr/>
          <p:nvPr/>
        </p:nvSpPr>
        <p:spPr>
          <a:xfrm>
            <a:off x="685800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≈ 5 - 20 componenti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27DB28B-4F07-C842-D598-325F924CEBA2}"/>
              </a:ext>
            </a:extLst>
          </p:cNvPr>
          <p:cNvSpPr/>
          <p:nvPr/>
        </p:nvSpPr>
        <p:spPr>
          <a:xfrm>
            <a:off x="502920" y="3776472"/>
            <a:ext cx="3703320" cy="685800"/>
          </a:xfrm>
          <a:prstGeom prst="rect">
            <a:avLst/>
          </a:prstGeom>
          <a:solidFill>
            <a:srgbClr val="EFF9F6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27599AE0-A04C-CA30-A815-86EA928C4598}"/>
              </a:ext>
            </a:extLst>
          </p:cNvPr>
          <p:cNvSpPr/>
          <p:nvPr/>
        </p:nvSpPr>
        <p:spPr>
          <a:xfrm>
            <a:off x="59436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Struttura a basso rango universale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D99E16D-DC10-ADB1-2ED0-1FCA3C6E553E}"/>
              </a:ext>
            </a:extLst>
          </p:cNvPr>
          <p:cNvSpPr/>
          <p:nvPr/>
        </p:nvSpPr>
        <p:spPr>
          <a:xfrm>
            <a:off x="594360" y="4096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90% dell'energia è in 1 - 3 componenti in tutte le classi. Alta correlazione spaziale nelle radiografie.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C0C0624B-3606-7E2D-27BE-949B56081D4B}"/>
              </a:ext>
            </a:extLst>
          </p:cNvPr>
          <p:cNvGrpSpPr/>
          <p:nvPr/>
        </p:nvGrpSpPr>
        <p:grpSpPr>
          <a:xfrm>
            <a:off x="4572000" y="1207008"/>
            <a:ext cx="4251960" cy="3291840"/>
            <a:chOff x="4572000" y="1097280"/>
            <a:chExt cx="4251960" cy="3566160"/>
          </a:xfrm>
        </p:grpSpPr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FFE6C4CD-9352-FCDA-3EC9-75D842FC8EDA}"/>
                </a:ext>
              </a:extLst>
            </p:cNvPr>
            <p:cNvSpPr/>
            <p:nvPr/>
          </p:nvSpPr>
          <p:spPr>
            <a:xfrm>
              <a:off x="4572000" y="1097280"/>
              <a:ext cx="4251960" cy="3566160"/>
            </a:xfrm>
            <a:prstGeom prst="rect">
              <a:avLst/>
            </a:prstGeom>
            <a:solidFill>
              <a:srgbClr val="FFFFFF"/>
            </a:solidFill>
            <a:ln w="6350">
              <a:noFill/>
              <a:prstDash val="solid"/>
            </a:ln>
            <a:effectLst>
              <a:innerShdw blurRad="114300">
                <a:prstClr val="black"/>
              </a:innerShdw>
            </a:effectLst>
          </p:spPr>
          <p:txBody>
            <a:bodyPr/>
            <a:lstStyle/>
            <a:p>
              <a:endParaRPr lang="it-IT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C09301CA-45B7-B1E6-5027-A6BA75F761B9}"/>
                </a:ext>
              </a:extLst>
            </p:cNvPr>
            <p:cNvSpPr/>
            <p:nvPr/>
          </p:nvSpPr>
          <p:spPr>
            <a:xfrm>
              <a:off x="4572000" y="1097280"/>
              <a:ext cx="64008" cy="3566160"/>
            </a:xfrm>
            <a:prstGeom prst="rect">
              <a:avLst/>
            </a:prstGeom>
            <a:solidFill>
              <a:srgbClr val="02809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it-IT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 24">
            <a:extLst>
              <a:ext uri="{FF2B5EF4-FFF2-40B4-BE49-F238E27FC236}">
                <a16:creationId xmlns:a16="http://schemas.microsoft.com/office/drawing/2014/main" id="{92AAA6C0-DD0C-4625-39E7-D09708D8BE5E}"/>
              </a:ext>
            </a:extLst>
          </p:cNvPr>
          <p:cNvSpPr/>
          <p:nvPr/>
        </p:nvSpPr>
        <p:spPr>
          <a:xfrm>
            <a:off x="475488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Curve MSE &amp; PSNR vs 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8C02175B-3984-ACAB-6FBC-06DC34C810E0}"/>
              </a:ext>
            </a:extLst>
          </p:cNvPr>
          <p:cNvSpPr/>
          <p:nvPr/>
        </p:nvSpPr>
        <p:spPr>
          <a:xfrm>
            <a:off x="4754880" y="1729233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MSE decade rapidamente fino a k≈20-30, poi stabilizza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F684276-8CAC-5ED9-9B05-6BF596F4A257}"/>
              </a:ext>
            </a:extLst>
          </p:cNvPr>
          <p:cNvSpPr/>
          <p:nvPr/>
        </p:nvSpPr>
        <p:spPr>
          <a:xfrm>
            <a:off x="4754880" y="2255520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D2578DC-3F23-D097-9A05-4FEB621F6F43}"/>
              </a:ext>
            </a:extLst>
          </p:cNvPr>
          <p:cNvSpPr/>
          <p:nvPr/>
        </p:nvSpPr>
        <p:spPr>
          <a:xfrm>
            <a:off x="4754880" y="22727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PSNR cresce </a:t>
            </a:r>
            <a:r>
              <a:rPr lang="en-US" sz="1000" dirty="0" err="1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logaritmicamente</a:t>
            </a: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- elbow a k≈20-50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1060141-7D16-9220-30E4-86B893E5391C}"/>
              </a:ext>
            </a:extLst>
          </p:cNvPr>
          <p:cNvSpPr/>
          <p:nvPr/>
        </p:nvSpPr>
        <p:spPr>
          <a:xfrm>
            <a:off x="4754880" y="2790952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2922819C-7A40-CF02-5229-6A44793C0B86}"/>
              </a:ext>
            </a:extLst>
          </p:cNvPr>
          <p:cNvSpPr/>
          <p:nvPr/>
        </p:nvSpPr>
        <p:spPr>
          <a:xfrm>
            <a:off x="4754880" y="2839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COVID-19 &amp; Normal: MSE più alto a basso k (struttura complessa)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AC62421C-A61D-B38C-3843-CDF99DD628EE}"/>
              </a:ext>
            </a:extLst>
          </p:cNvPr>
          <p:cNvSpPr/>
          <p:nvPr/>
        </p:nvSpPr>
        <p:spPr>
          <a:xfrm>
            <a:off x="4754880" y="3326384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7C7AB62-7C9B-5EFA-7971-F64CC6D98FDA}"/>
              </a:ext>
            </a:extLst>
          </p:cNvPr>
          <p:cNvSpPr/>
          <p:nvPr/>
        </p:nvSpPr>
        <p:spPr>
          <a:xfrm>
            <a:off x="4754880" y="3364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Pneumonia &amp; TBC: più comprimibili (rango inferiore)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5139B8DA-DA6F-3FB2-520D-547EBC0D94EB}"/>
              </a:ext>
            </a:extLst>
          </p:cNvPr>
          <p:cNvSpPr/>
          <p:nvPr/>
        </p:nvSpPr>
        <p:spPr>
          <a:xfrm>
            <a:off x="4754880" y="3897376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6479DAA0-C619-9DD0-9A51-C72456799DB2}"/>
              </a:ext>
            </a:extLst>
          </p:cNvPr>
          <p:cNvSpPr/>
          <p:nvPr/>
        </p:nvSpPr>
        <p:spPr>
          <a:xfrm>
            <a:off x="4754880" y="3968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Punto ottimale: k=20 → 15.7% dati, PSNR &gt; 32 dB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905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01BB-DCEF-5402-9F02-71A23E3D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6D7F99-FF7B-BCAE-31D0-D70D91921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8C8172-5F60-2F73-6F43-55CFFCDF758A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D70CF012-3467-F016-FDF5-424031CC5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F845BE33-EDEC-7AE2-8D7A-5D1E77074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CDA3BDF-A56D-FC74-3449-7540AC6AF399}"/>
              </a:ext>
            </a:extLst>
          </p:cNvPr>
          <p:cNvSpPr/>
          <p:nvPr/>
        </p:nvSpPr>
        <p:spPr>
          <a:xfrm>
            <a:off x="2378744" y="192024"/>
            <a:ext cx="438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Proiezione 2D &amp;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-X-rays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A831717-8C00-E1E9-92CB-F70C276AA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63" y="2821171"/>
            <a:ext cx="5646420" cy="2231739"/>
          </a:xfrm>
          <a:prstGeom prst="rect">
            <a:avLst/>
          </a:prstGeom>
          <a:effectLst>
            <a:glow rad="101600">
              <a:srgbClr val="028090">
                <a:alpha val="60000"/>
              </a:srgbClr>
            </a:glow>
          </a:effectLst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8ACFC09B-F166-E26D-0094-6EE9D661CDA3}"/>
              </a:ext>
            </a:extLst>
          </p:cNvPr>
          <p:cNvGrpSpPr/>
          <p:nvPr/>
        </p:nvGrpSpPr>
        <p:grpSpPr>
          <a:xfrm>
            <a:off x="689144" y="1126039"/>
            <a:ext cx="7753058" cy="1589611"/>
            <a:chOff x="4355458" y="1033272"/>
            <a:chExt cx="4114800" cy="3566160"/>
          </a:xfrm>
        </p:grpSpPr>
        <p:sp>
          <p:nvSpPr>
            <p:cNvPr id="10" name="Shape 18">
              <a:extLst>
                <a:ext uri="{FF2B5EF4-FFF2-40B4-BE49-F238E27FC236}">
                  <a16:creationId xmlns:a16="http://schemas.microsoft.com/office/drawing/2014/main" id="{EE3D89AF-C265-A3CE-001B-42DEA4660199}"/>
                </a:ext>
              </a:extLst>
            </p:cNvPr>
            <p:cNvSpPr/>
            <p:nvPr/>
          </p:nvSpPr>
          <p:spPr>
            <a:xfrm>
              <a:off x="4355458" y="1033272"/>
              <a:ext cx="4114800" cy="35661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Shape 19">
              <a:extLst>
                <a:ext uri="{FF2B5EF4-FFF2-40B4-BE49-F238E27FC236}">
                  <a16:creationId xmlns:a16="http://schemas.microsoft.com/office/drawing/2014/main" id="{1BD60074-E3F7-48A1-5089-42400EB33E76}"/>
                </a:ext>
              </a:extLst>
            </p:cNvPr>
            <p:cNvSpPr/>
            <p:nvPr/>
          </p:nvSpPr>
          <p:spPr>
            <a:xfrm>
              <a:off x="4355458" y="1033272"/>
              <a:ext cx="64008" cy="3566160"/>
            </a:xfrm>
            <a:prstGeom prst="rect">
              <a:avLst/>
            </a:prstGeom>
            <a:solidFill>
              <a:srgbClr val="02809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2" name="Text 20">
            <a:extLst>
              <a:ext uri="{FF2B5EF4-FFF2-40B4-BE49-F238E27FC236}">
                <a16:creationId xmlns:a16="http://schemas.microsoft.com/office/drawing/2014/main" id="{53EB74B0-6BF9-3623-0B46-6504167AEAF5}"/>
              </a:ext>
            </a:extLst>
          </p:cNvPr>
          <p:cNvSpPr/>
          <p:nvPr/>
        </p:nvSpPr>
        <p:spPr>
          <a:xfrm>
            <a:off x="970326" y="1156598"/>
            <a:ext cx="2641554" cy="305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Eigen-X-rays - Interpretazione Clinica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3" name="Tabella 42">
            <a:extLst>
              <a:ext uri="{FF2B5EF4-FFF2-40B4-BE49-F238E27FC236}">
                <a16:creationId xmlns:a16="http://schemas.microsoft.com/office/drawing/2014/main" id="{FB6ABA09-5C58-5650-3893-859FD624C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00958"/>
              </p:ext>
            </p:extLst>
          </p:nvPr>
        </p:nvGraphicFramePr>
        <p:xfrm>
          <a:off x="970328" y="1490023"/>
          <a:ext cx="7307118" cy="111252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176446">
                  <a:extLst>
                    <a:ext uri="{9D8B030D-6E8A-4147-A177-3AD203B41FA5}">
                      <a16:colId xmlns:a16="http://schemas.microsoft.com/office/drawing/2014/main" val="3998859167"/>
                    </a:ext>
                  </a:extLst>
                </a:gridCol>
                <a:gridCol w="1037628">
                  <a:extLst>
                    <a:ext uri="{9D8B030D-6E8A-4147-A177-3AD203B41FA5}">
                      <a16:colId xmlns:a16="http://schemas.microsoft.com/office/drawing/2014/main" val="3895201348"/>
                    </a:ext>
                  </a:extLst>
                </a:gridCol>
                <a:gridCol w="917548">
                  <a:extLst>
                    <a:ext uri="{9D8B030D-6E8A-4147-A177-3AD203B41FA5}">
                      <a16:colId xmlns:a16="http://schemas.microsoft.com/office/drawing/2014/main" val="3102125964"/>
                    </a:ext>
                  </a:extLst>
                </a:gridCol>
                <a:gridCol w="1043874">
                  <a:extLst>
                    <a:ext uri="{9D8B030D-6E8A-4147-A177-3AD203B41FA5}">
                      <a16:colId xmlns:a16="http://schemas.microsoft.com/office/drawing/2014/main" val="2189547532"/>
                    </a:ext>
                  </a:extLst>
                </a:gridCol>
                <a:gridCol w="1043874">
                  <a:extLst>
                    <a:ext uri="{9D8B030D-6E8A-4147-A177-3AD203B41FA5}">
                      <a16:colId xmlns:a16="http://schemas.microsoft.com/office/drawing/2014/main" val="1849379661"/>
                    </a:ext>
                  </a:extLst>
                </a:gridCol>
                <a:gridCol w="1043874">
                  <a:extLst>
                    <a:ext uri="{9D8B030D-6E8A-4147-A177-3AD203B41FA5}">
                      <a16:colId xmlns:a16="http://schemas.microsoft.com/office/drawing/2014/main" val="1593781658"/>
                    </a:ext>
                  </a:extLst>
                </a:gridCol>
                <a:gridCol w="1043874">
                  <a:extLst>
                    <a:ext uri="{9D8B030D-6E8A-4147-A177-3AD203B41FA5}">
                      <a16:colId xmlns:a16="http://schemas.microsoft.com/office/drawing/2014/main" val="464271037"/>
                    </a:ext>
                  </a:extLst>
                </a:gridCol>
              </a:tblGrid>
              <a:tr h="254161"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PC6-10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756000"/>
                  </a:ext>
                </a:extLst>
              </a:tr>
              <a:tr h="254161"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Var.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17,6%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1,6-3,8%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944911"/>
                  </a:ext>
                </a:extLst>
              </a:tr>
              <a:tr h="568716"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Interpretazione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Contrasto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globale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chiaro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vs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scuro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Simmetria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laterale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-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sin. vs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destra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Pattern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mediastinico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- zona centrale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Strutture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costali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-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griglia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costale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Dettagli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campi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polmonari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e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apici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Diaframma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dettagli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fini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43198"/>
                  </a:ext>
                </a:extLst>
              </a:tr>
            </a:tbl>
          </a:graphicData>
        </a:graphic>
      </p:graphicFrame>
      <p:pic>
        <p:nvPicPr>
          <p:cNvPr id="47" name="Immagine 46">
            <a:extLst>
              <a:ext uri="{FF2B5EF4-FFF2-40B4-BE49-F238E27FC236}">
                <a16:creationId xmlns:a16="http://schemas.microsoft.com/office/drawing/2014/main" id="{9BCBC04A-DE38-6CFF-8374-F35D52652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82" y="2821171"/>
            <a:ext cx="2231740" cy="223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011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DA3E7-EC1F-E8EE-8989-2FCF4E961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AAFEDB-EC1C-2307-7189-8DF39178D0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885C3B-1B42-C35F-03D1-FC2452476537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FFD771A2-A8A8-3C85-59C3-A532A8EA1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711FB76A-D251-8407-F7E2-DFD60E8C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688166B-8041-0AF8-F243-951DD1B667DC}"/>
              </a:ext>
            </a:extLst>
          </p:cNvPr>
          <p:cNvSpPr/>
          <p:nvPr/>
        </p:nvSpPr>
        <p:spPr>
          <a:xfrm>
            <a:off x="2378744" y="202940"/>
            <a:ext cx="438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Test Diagnostico - Classificazione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9D79FB2E-6F06-D8A9-93C6-D4FD62960CB3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E4D99C9-47B1-5F84-7B1D-D34D9C32B4E2}"/>
              </a:ext>
            </a:extLst>
          </p:cNvPr>
          <p:cNvSpPr/>
          <p:nvPr/>
        </p:nvSpPr>
        <p:spPr>
          <a:xfrm>
            <a:off x="167401" y="1163808"/>
            <a:ext cx="6544296" cy="864333"/>
          </a:xfrm>
          <a:prstGeom prst="roundRect">
            <a:avLst>
              <a:gd name="adj" fmla="val 5092"/>
            </a:avLst>
          </a:prstGeom>
          <a:solidFill>
            <a:srgbClr val="0D1B4B">
              <a:alpha val="45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B9FF722-5CDB-0A1D-67BB-3E617F1BC090}"/>
              </a:ext>
            </a:extLst>
          </p:cNvPr>
          <p:cNvSpPr txBox="1"/>
          <p:nvPr/>
        </p:nvSpPr>
        <p:spPr>
          <a:xfrm>
            <a:off x="1014509" y="1237970"/>
            <a:ext cx="56971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Validazione Diagnostica: Robustezza Metodologica</a:t>
            </a:r>
          </a:p>
          <a:p>
            <a:r>
              <a:rPr lang="it-IT" sz="14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Testare se i pixel compressi (SVD) o estratti (PCA) mantengono la capacità di allertare e diagnosticare la patologia rispetto alle pesanti immagini vergini.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C973E12C-84E4-7D9B-B5B0-109201ECB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39" y="1327643"/>
            <a:ext cx="529215" cy="529215"/>
          </a:xfrm>
          <a:prstGeom prst="rect">
            <a:avLst/>
          </a:prstGeom>
        </p:spPr>
      </p:pic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1B02D88B-9ED1-8C21-8724-990EF984A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996034"/>
              </p:ext>
            </p:extLst>
          </p:nvPr>
        </p:nvGraphicFramePr>
        <p:xfrm>
          <a:off x="167401" y="2388412"/>
          <a:ext cx="654429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432">
                  <a:extLst>
                    <a:ext uri="{9D8B030D-6E8A-4147-A177-3AD203B41FA5}">
                      <a16:colId xmlns:a16="http://schemas.microsoft.com/office/drawing/2014/main" val="3144546196"/>
                    </a:ext>
                  </a:extLst>
                </a:gridCol>
                <a:gridCol w="2181432">
                  <a:extLst>
                    <a:ext uri="{9D8B030D-6E8A-4147-A177-3AD203B41FA5}">
                      <a16:colId xmlns:a16="http://schemas.microsoft.com/office/drawing/2014/main" val="2759573932"/>
                    </a:ext>
                  </a:extLst>
                </a:gridCol>
                <a:gridCol w="2181432">
                  <a:extLst>
                    <a:ext uri="{9D8B030D-6E8A-4147-A177-3AD203B41FA5}">
                      <a16:colId xmlns:a16="http://schemas.microsoft.com/office/drawing/2014/main" val="40532249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Modello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</a:t>
                      </a:r>
                    </a:p>
                  </a:txBody>
                  <a:tcPr anchor="ctr">
                    <a:solidFill>
                      <a:srgbClr val="0B7F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anchor="ctr">
                    <a:solidFill>
                      <a:srgbClr val="0B7F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213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</a:t>
                      </a:r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t-IT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Regression</a:t>
                      </a:r>
                      <a:endParaRPr lang="it-IT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Globale lineare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Relazioni strutturali pixel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8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Locale, basata su distanza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Somiglianza pixel vicini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5243223"/>
                  </a:ext>
                </a:extLst>
              </a:tr>
            </a:tbl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18C7831-CA53-CB39-72D8-94A411698B2C}"/>
              </a:ext>
            </a:extLst>
          </p:cNvPr>
          <p:cNvSpPr txBox="1"/>
          <p:nvPr/>
        </p:nvSpPr>
        <p:spPr>
          <a:xfrm>
            <a:off x="79131" y="2059955"/>
            <a:ext cx="2699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Classificatori a confronto:</a:t>
            </a:r>
            <a:r>
              <a:rPr lang="it-IT" sz="16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BE521018-4A9A-E3E0-D130-5698ADE68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01" y="2757744"/>
            <a:ext cx="440262" cy="373077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811CF819-402B-ED19-DC0E-6DE5C6E8A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401" y="3130821"/>
            <a:ext cx="399024" cy="360599"/>
          </a:xfrm>
          <a:prstGeom prst="rect">
            <a:avLst/>
          </a:prstGeom>
        </p:spPr>
      </p:pic>
      <p:sp>
        <p:nvSpPr>
          <p:cNvPr id="27" name="Rettangolo 26">
            <a:extLst>
              <a:ext uri="{FF2B5EF4-FFF2-40B4-BE49-F238E27FC236}">
                <a16:creationId xmlns:a16="http://schemas.microsoft.com/office/drawing/2014/main" id="{75E3C9A9-DBB8-1FDC-AA13-537F25E4EA6C}"/>
              </a:ext>
            </a:extLst>
          </p:cNvPr>
          <p:cNvSpPr/>
          <p:nvPr/>
        </p:nvSpPr>
        <p:spPr>
          <a:xfrm>
            <a:off x="2079188" y="3853077"/>
            <a:ext cx="1519694" cy="199216"/>
          </a:xfrm>
          <a:prstGeom prst="rect">
            <a:avLst/>
          </a:prstGeom>
          <a:solidFill>
            <a:srgbClr val="0B7F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E84E85B-F511-0EC1-1EF7-BFADB5B661FE}"/>
              </a:ext>
            </a:extLst>
          </p:cNvPr>
          <p:cNvSpPr/>
          <p:nvPr/>
        </p:nvSpPr>
        <p:spPr>
          <a:xfrm>
            <a:off x="2079188" y="4093064"/>
            <a:ext cx="1519694" cy="199216"/>
          </a:xfrm>
          <a:prstGeom prst="rect">
            <a:avLst/>
          </a:prstGeom>
          <a:solidFill>
            <a:srgbClr val="0B7F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C970E5EA-DC6D-C22A-3036-55814ED23F2F}"/>
              </a:ext>
            </a:extLst>
          </p:cNvPr>
          <p:cNvSpPr/>
          <p:nvPr/>
        </p:nvSpPr>
        <p:spPr>
          <a:xfrm>
            <a:off x="2079188" y="4337958"/>
            <a:ext cx="1519694" cy="199216"/>
          </a:xfrm>
          <a:prstGeom prst="rect">
            <a:avLst/>
          </a:prstGeom>
          <a:solidFill>
            <a:srgbClr val="0B7F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3248F9B1-E629-EC62-3EED-4D1863DB2CE8}"/>
              </a:ext>
            </a:extLst>
          </p:cNvPr>
          <p:cNvSpPr/>
          <p:nvPr/>
        </p:nvSpPr>
        <p:spPr>
          <a:xfrm>
            <a:off x="2079188" y="4582852"/>
            <a:ext cx="1519694" cy="199216"/>
          </a:xfrm>
          <a:prstGeom prst="rect">
            <a:avLst/>
          </a:prstGeom>
          <a:solidFill>
            <a:srgbClr val="0B7F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47D4B85-1787-5A1B-B76D-7108417FCCD4}"/>
              </a:ext>
            </a:extLst>
          </p:cNvPr>
          <p:cNvSpPr/>
          <p:nvPr/>
        </p:nvSpPr>
        <p:spPr>
          <a:xfrm>
            <a:off x="2079188" y="4827746"/>
            <a:ext cx="1519694" cy="199216"/>
          </a:xfrm>
          <a:prstGeom prst="rect">
            <a:avLst/>
          </a:prstGeom>
          <a:solidFill>
            <a:srgbClr val="0B7F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7320FE71-192D-CE6A-3C90-5DECC0EA17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690" y="4186485"/>
            <a:ext cx="609685" cy="609685"/>
          </a:xfrm>
          <a:prstGeom prst="rect">
            <a:avLst/>
          </a:prstGeom>
        </p:spPr>
      </p:pic>
      <p:sp>
        <p:nvSpPr>
          <p:cNvPr id="35" name="Rettangolo 34">
            <a:extLst>
              <a:ext uri="{FF2B5EF4-FFF2-40B4-BE49-F238E27FC236}">
                <a16:creationId xmlns:a16="http://schemas.microsoft.com/office/drawing/2014/main" id="{C5D93C41-E605-E3E6-DFC4-925389EDE81A}"/>
              </a:ext>
            </a:extLst>
          </p:cNvPr>
          <p:cNvSpPr/>
          <p:nvPr/>
        </p:nvSpPr>
        <p:spPr>
          <a:xfrm>
            <a:off x="3692414" y="3853076"/>
            <a:ext cx="550402" cy="199216"/>
          </a:xfrm>
          <a:prstGeom prst="rect">
            <a:avLst/>
          </a:prstGeom>
          <a:gradFill flip="none" rotWithShape="1">
            <a:gsLst>
              <a:gs pos="0">
                <a:srgbClr val="0B7F8B">
                  <a:tint val="66000"/>
                  <a:satMod val="160000"/>
                </a:srgbClr>
              </a:gs>
              <a:gs pos="50000">
                <a:srgbClr val="0B7F8B">
                  <a:tint val="44500"/>
                  <a:satMod val="160000"/>
                </a:srgbClr>
              </a:gs>
              <a:gs pos="100000">
                <a:srgbClr val="0B7F8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B7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rgbClr val="0A1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1072DDD6-5AFC-8C7E-05C7-E42B9E1D56FB}"/>
              </a:ext>
            </a:extLst>
          </p:cNvPr>
          <p:cNvSpPr/>
          <p:nvPr/>
        </p:nvSpPr>
        <p:spPr>
          <a:xfrm>
            <a:off x="3692414" y="4093063"/>
            <a:ext cx="550402" cy="199216"/>
          </a:xfrm>
          <a:prstGeom prst="rect">
            <a:avLst/>
          </a:prstGeom>
          <a:gradFill flip="none" rotWithShape="1">
            <a:gsLst>
              <a:gs pos="0">
                <a:srgbClr val="0B7F8B">
                  <a:tint val="66000"/>
                  <a:satMod val="160000"/>
                </a:srgbClr>
              </a:gs>
              <a:gs pos="50000">
                <a:srgbClr val="0B7F8B">
                  <a:tint val="44500"/>
                  <a:satMod val="160000"/>
                </a:srgbClr>
              </a:gs>
              <a:gs pos="100000">
                <a:srgbClr val="0B7F8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B7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rgbClr val="0A1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2178F318-AFA5-A8CE-404E-7FFBBFEEF6F7}"/>
              </a:ext>
            </a:extLst>
          </p:cNvPr>
          <p:cNvSpPr/>
          <p:nvPr/>
        </p:nvSpPr>
        <p:spPr>
          <a:xfrm>
            <a:off x="3692414" y="4337958"/>
            <a:ext cx="550402" cy="199216"/>
          </a:xfrm>
          <a:prstGeom prst="rect">
            <a:avLst/>
          </a:prstGeom>
          <a:gradFill flip="none" rotWithShape="1">
            <a:gsLst>
              <a:gs pos="0">
                <a:srgbClr val="0B7F8B">
                  <a:tint val="66000"/>
                  <a:satMod val="160000"/>
                </a:srgbClr>
              </a:gs>
              <a:gs pos="50000">
                <a:srgbClr val="0B7F8B">
                  <a:tint val="44500"/>
                  <a:satMod val="160000"/>
                </a:srgbClr>
              </a:gs>
              <a:gs pos="100000">
                <a:srgbClr val="0B7F8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B7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rgbClr val="0A1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6854EDF7-EF51-80A4-CE1A-D8CC5A5D6018}"/>
              </a:ext>
            </a:extLst>
          </p:cNvPr>
          <p:cNvSpPr/>
          <p:nvPr/>
        </p:nvSpPr>
        <p:spPr>
          <a:xfrm>
            <a:off x="3692414" y="4582851"/>
            <a:ext cx="550402" cy="199216"/>
          </a:xfrm>
          <a:prstGeom prst="rect">
            <a:avLst/>
          </a:prstGeom>
          <a:gradFill flip="none" rotWithShape="1">
            <a:gsLst>
              <a:gs pos="0">
                <a:srgbClr val="0B7F8B">
                  <a:tint val="66000"/>
                  <a:satMod val="160000"/>
                </a:srgbClr>
              </a:gs>
              <a:gs pos="50000">
                <a:srgbClr val="0B7F8B">
                  <a:tint val="44500"/>
                  <a:satMod val="160000"/>
                </a:srgbClr>
              </a:gs>
              <a:gs pos="100000">
                <a:srgbClr val="0B7F8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B7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rgbClr val="0A1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E8589EAE-FA0C-8250-1879-3081D3A6AE5E}"/>
              </a:ext>
            </a:extLst>
          </p:cNvPr>
          <p:cNvSpPr/>
          <p:nvPr/>
        </p:nvSpPr>
        <p:spPr>
          <a:xfrm>
            <a:off x="3692414" y="4827744"/>
            <a:ext cx="550402" cy="199216"/>
          </a:xfrm>
          <a:prstGeom prst="rect">
            <a:avLst/>
          </a:prstGeom>
          <a:gradFill flip="none" rotWithShape="1">
            <a:gsLst>
              <a:gs pos="0">
                <a:srgbClr val="0B7F8B">
                  <a:tint val="66000"/>
                  <a:satMod val="160000"/>
                </a:srgbClr>
              </a:gs>
              <a:gs pos="50000">
                <a:srgbClr val="0B7F8B">
                  <a:tint val="44500"/>
                  <a:satMod val="160000"/>
                </a:srgbClr>
              </a:gs>
              <a:gs pos="100000">
                <a:srgbClr val="0B7F8B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B7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100" b="1" dirty="0">
                <a:solidFill>
                  <a:srgbClr val="0A1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481D1754-9585-3312-BE6C-57F28B557124}"/>
              </a:ext>
            </a:extLst>
          </p:cNvPr>
          <p:cNvSpPr txBox="1"/>
          <p:nvPr/>
        </p:nvSpPr>
        <p:spPr>
          <a:xfrm>
            <a:off x="1601848" y="3853075"/>
            <a:ext cx="4162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0" dirty="0">
                <a:solidFill>
                  <a:srgbClr val="0D1B4B"/>
                </a:solidFill>
              </a:rPr>
              <a:t>{</a:t>
            </a:r>
          </a:p>
        </p:txBody>
      </p: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0BE75748-FBF1-A9A4-4170-4F8AF96CD7F1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1199375" y="4491328"/>
            <a:ext cx="463946" cy="0"/>
          </a:xfrm>
          <a:prstGeom prst="straightConnector1">
            <a:avLst/>
          </a:prstGeom>
          <a:ln>
            <a:solidFill>
              <a:srgbClr val="0D1B4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50174913-69D5-171D-320D-AA0BF919000D}"/>
              </a:ext>
            </a:extLst>
          </p:cNvPr>
          <p:cNvSpPr txBox="1"/>
          <p:nvPr/>
        </p:nvSpPr>
        <p:spPr>
          <a:xfrm>
            <a:off x="512856" y="4734627"/>
            <a:ext cx="7633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0FD81D2-B99B-29D1-C97C-FB50BE9C70E7}"/>
              </a:ext>
            </a:extLst>
          </p:cNvPr>
          <p:cNvSpPr txBox="1"/>
          <p:nvPr/>
        </p:nvSpPr>
        <p:spPr>
          <a:xfrm>
            <a:off x="108440" y="3509131"/>
            <a:ext cx="34904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 Validazione Stratificata: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3930DA28-9091-D84E-3E0F-429EE2C015DD}"/>
              </a:ext>
            </a:extLst>
          </p:cNvPr>
          <p:cNvSpPr/>
          <p:nvPr/>
        </p:nvSpPr>
        <p:spPr>
          <a:xfrm>
            <a:off x="4389120" y="3788707"/>
            <a:ext cx="2315451" cy="547752"/>
          </a:xfrm>
          <a:prstGeom prst="rect">
            <a:avLst/>
          </a:prstGeom>
          <a:solidFill>
            <a:srgbClr val="CFD5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9E922825-CDB3-1639-5072-9101C7CCED2C}"/>
              </a:ext>
            </a:extLst>
          </p:cNvPr>
          <p:cNvSpPr/>
          <p:nvPr/>
        </p:nvSpPr>
        <p:spPr>
          <a:xfrm>
            <a:off x="4387878" y="4448730"/>
            <a:ext cx="2316693" cy="547752"/>
          </a:xfrm>
          <a:prstGeom prst="rect">
            <a:avLst/>
          </a:prstGeom>
          <a:solidFill>
            <a:srgbClr val="CFD5E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4DDB9A7-839B-C22A-3F7F-BFE6CF810850}"/>
              </a:ext>
            </a:extLst>
          </p:cNvPr>
          <p:cNvSpPr txBox="1"/>
          <p:nvPr/>
        </p:nvSpPr>
        <p:spPr>
          <a:xfrm>
            <a:off x="4870072" y="3784258"/>
            <a:ext cx="17599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 err="1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</a:t>
            </a:r>
            <a:r>
              <a:rPr lang="it-IT" sz="14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5-fold:</a:t>
            </a:r>
          </a:p>
          <a:p>
            <a:pPr algn="ctr"/>
            <a:r>
              <a:rPr lang="it-IT" sz="14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 Bilanciate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25BCDF16-D422-29C0-2C56-10ED696B3BA4}"/>
              </a:ext>
            </a:extLst>
          </p:cNvPr>
          <p:cNvSpPr txBox="1"/>
          <p:nvPr/>
        </p:nvSpPr>
        <p:spPr>
          <a:xfrm>
            <a:off x="4679920" y="4440787"/>
            <a:ext cx="2140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Sicurezza Metodologica:</a:t>
            </a:r>
          </a:p>
          <a:p>
            <a:pPr algn="ctr"/>
            <a:r>
              <a:rPr lang="it-IT" sz="140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Reali</a:t>
            </a:r>
          </a:p>
        </p:txBody>
      </p:sp>
      <p:pic>
        <p:nvPicPr>
          <p:cNvPr id="56" name="Immagine 55">
            <a:extLst>
              <a:ext uri="{FF2B5EF4-FFF2-40B4-BE49-F238E27FC236}">
                <a16:creationId xmlns:a16="http://schemas.microsoft.com/office/drawing/2014/main" id="{9155418A-46F6-9385-503A-8FB7038F79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1" y="4526250"/>
            <a:ext cx="360679" cy="360679"/>
          </a:xfrm>
          <a:prstGeom prst="rect">
            <a:avLst/>
          </a:prstGeom>
        </p:spPr>
      </p:pic>
      <p:pic>
        <p:nvPicPr>
          <p:cNvPr id="58" name="Immagine 57">
            <a:extLst>
              <a:ext uri="{FF2B5EF4-FFF2-40B4-BE49-F238E27FC236}">
                <a16:creationId xmlns:a16="http://schemas.microsoft.com/office/drawing/2014/main" id="{E7BC9A2C-15E9-BD27-DF4A-F0D3C269DA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3612" y="3865292"/>
            <a:ext cx="403873" cy="403873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18C36CAD-6BFA-CB27-CDB6-FD32A86801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752" y="1699350"/>
            <a:ext cx="2331538" cy="2331538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1601501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3119-38BB-59A5-1E51-99FEC201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6A125E-6722-5A53-0E6E-69289EE2FC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B5FFA0-3E67-A313-AD0D-0CCE15A3E1B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DA96AEE-FD2C-0A6D-2175-7D69B3A8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72096650-9F92-64DD-903C-3C72D5101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724F819A-10B1-FD9C-3F31-44D102A6121E}"/>
              </a:ext>
            </a:extLst>
          </p:cNvPr>
          <p:cNvSpPr/>
          <p:nvPr/>
        </p:nvSpPr>
        <p:spPr>
          <a:xfrm>
            <a:off x="2284039" y="202940"/>
            <a:ext cx="438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classificazione:</a:t>
            </a:r>
          </a:p>
          <a:p>
            <a:pPr algn="ctr"/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Sorpasso della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it-IT" sz="2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5B0D178-F3B0-187D-73F5-95DBDDC873A0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2CCC910-572E-36BA-CFDB-27627B5E97D0}"/>
              </a:ext>
            </a:extLst>
          </p:cNvPr>
          <p:cNvSpPr/>
          <p:nvPr/>
        </p:nvSpPr>
        <p:spPr>
          <a:xfrm>
            <a:off x="253673" y="1282443"/>
            <a:ext cx="2789672" cy="2824251"/>
          </a:xfrm>
          <a:prstGeom prst="roundRect">
            <a:avLst>
              <a:gd name="adj" fmla="val 6012"/>
            </a:avLst>
          </a:prstGeom>
          <a:solidFill>
            <a:srgbClr val="6474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7DF56532-1AAB-F989-B00D-A6B925F700A4}"/>
              </a:ext>
            </a:extLst>
          </p:cNvPr>
          <p:cNvSpPr/>
          <p:nvPr/>
        </p:nvSpPr>
        <p:spPr>
          <a:xfrm>
            <a:off x="1241402" y="1400939"/>
            <a:ext cx="814214" cy="815557"/>
          </a:xfrm>
          <a:prstGeom prst="roundRect">
            <a:avLst>
              <a:gd name="adj" fmla="val 15729"/>
            </a:avLst>
          </a:prstGeom>
          <a:solidFill>
            <a:srgbClr val="0D1B4B"/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ABAF401-1F55-8F4A-5AD7-E9615D7927AC}"/>
              </a:ext>
            </a:extLst>
          </p:cNvPr>
          <p:cNvSpPr txBox="1"/>
          <p:nvPr/>
        </p:nvSpPr>
        <p:spPr>
          <a:xfrm>
            <a:off x="249851" y="2215438"/>
            <a:ext cx="27526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Maledizione della Dimensionalità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322C57A-6140-FD90-46C5-8E7D81FBFBFF}"/>
              </a:ext>
            </a:extLst>
          </p:cNvPr>
          <p:cNvSpPr txBox="1"/>
          <p:nvPr/>
        </p:nvSpPr>
        <p:spPr>
          <a:xfrm>
            <a:off x="290695" y="2740971"/>
            <a:ext cx="27182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KNN collassa all'80% sui pixel grezzi a causa del rumore euclideo. La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ottiene invece una base dell'85.1%, azzerando il peso dei pixel irrilevanti.</a:t>
            </a:r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BA8C2094-875E-78FD-0177-0B6A4E6DCF42}"/>
              </a:ext>
            </a:extLst>
          </p:cNvPr>
          <p:cNvSpPr/>
          <p:nvPr/>
        </p:nvSpPr>
        <p:spPr>
          <a:xfrm>
            <a:off x="3179075" y="1644949"/>
            <a:ext cx="2789672" cy="2824251"/>
          </a:xfrm>
          <a:prstGeom prst="roundRect">
            <a:avLst>
              <a:gd name="adj" fmla="val 6012"/>
            </a:avLst>
          </a:prstGeom>
          <a:solidFill>
            <a:srgbClr val="6474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9EFF4E2-B71A-F730-3D5F-FD1AD8F07B5E}"/>
              </a:ext>
            </a:extLst>
          </p:cNvPr>
          <p:cNvSpPr/>
          <p:nvPr/>
        </p:nvSpPr>
        <p:spPr>
          <a:xfrm>
            <a:off x="4166804" y="1763445"/>
            <a:ext cx="814214" cy="815557"/>
          </a:xfrm>
          <a:prstGeom prst="roundRect">
            <a:avLst>
              <a:gd name="adj" fmla="val 15729"/>
            </a:avLst>
          </a:prstGeom>
          <a:solidFill>
            <a:srgbClr val="0D1B4B"/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95F3585-525B-122B-3FB3-05D454366849}"/>
              </a:ext>
            </a:extLst>
          </p:cNvPr>
          <p:cNvSpPr txBox="1"/>
          <p:nvPr/>
        </p:nvSpPr>
        <p:spPr>
          <a:xfrm>
            <a:off x="3209693" y="2662352"/>
            <a:ext cx="2718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SVD come </a:t>
            </a:r>
            <a:r>
              <a:rPr lang="it-IT"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Denoiser</a:t>
            </a:r>
            <a:endParaRPr lang="it-IT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64CB1687-0E0E-8EBD-AF9B-49F846B0115E}"/>
              </a:ext>
            </a:extLst>
          </p:cNvPr>
          <p:cNvSpPr txBox="1"/>
          <p:nvPr/>
        </p:nvSpPr>
        <p:spPr>
          <a:xfrm>
            <a:off x="3265995" y="3057074"/>
            <a:ext cx="260560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All'estrema compressione (k=10), l'accuratezza sale all'85.7%. Togliere l'informazione di bordo migliora in realtà il rilevamento malati.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9527AFE-B2C0-B998-B924-560030397BB5}"/>
              </a:ext>
            </a:extLst>
          </p:cNvPr>
          <p:cNvSpPr/>
          <p:nvPr/>
        </p:nvSpPr>
        <p:spPr>
          <a:xfrm>
            <a:off x="6104477" y="2002169"/>
            <a:ext cx="2789672" cy="2824251"/>
          </a:xfrm>
          <a:prstGeom prst="roundRect">
            <a:avLst>
              <a:gd name="adj" fmla="val 6012"/>
            </a:avLst>
          </a:prstGeom>
          <a:solidFill>
            <a:srgbClr val="64748B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6D7D6021-E6BA-5927-24E2-C7FB57539355}"/>
              </a:ext>
            </a:extLst>
          </p:cNvPr>
          <p:cNvSpPr/>
          <p:nvPr/>
        </p:nvSpPr>
        <p:spPr>
          <a:xfrm>
            <a:off x="7092206" y="2120665"/>
            <a:ext cx="814214" cy="815557"/>
          </a:xfrm>
          <a:prstGeom prst="roundRect">
            <a:avLst>
              <a:gd name="adj" fmla="val 15729"/>
            </a:avLst>
          </a:prstGeom>
          <a:solidFill>
            <a:srgbClr val="0D1B4B"/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01B04D5-DA4E-22FD-2323-0455F908C075}"/>
              </a:ext>
            </a:extLst>
          </p:cNvPr>
          <p:cNvSpPr txBox="1"/>
          <p:nvPr/>
        </p:nvSpPr>
        <p:spPr>
          <a:xfrm>
            <a:off x="6135095" y="2984402"/>
            <a:ext cx="27182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Super-Estrattore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E35B743-F597-4055-AFBC-D4D0ECDF480B}"/>
              </a:ext>
            </a:extLst>
          </p:cNvPr>
          <p:cNvSpPr txBox="1"/>
          <p:nvPr/>
        </p:nvSpPr>
        <p:spPr>
          <a:xfrm>
            <a:off x="6172117" y="3336226"/>
            <a:ext cx="26811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Fornendo solo 150 feature PCA, la Regressione Logistica sfonda l'86.1% validando che quasi tutta la patologia risiede nella massima varianza.</a:t>
            </a:r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C6C2E521-A95C-D0A4-6514-7F10ED442D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067" y="2268291"/>
            <a:ext cx="480265" cy="480265"/>
          </a:xfrm>
          <a:prstGeom prst="rect">
            <a:avLst/>
          </a:prstGeom>
        </p:spPr>
      </p:pic>
      <p:pic>
        <p:nvPicPr>
          <p:cNvPr id="37" name="Immagine 36">
            <a:extLst>
              <a:ext uri="{FF2B5EF4-FFF2-40B4-BE49-F238E27FC236}">
                <a16:creationId xmlns:a16="http://schemas.microsoft.com/office/drawing/2014/main" id="{DCA9D92E-30EA-5EE3-0812-40937A898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857" y="1926345"/>
            <a:ext cx="497882" cy="497882"/>
          </a:xfrm>
          <a:prstGeom prst="rect">
            <a:avLst/>
          </a:prstGeom>
        </p:spPr>
      </p:pic>
      <p:pic>
        <p:nvPicPr>
          <p:cNvPr id="39" name="Immagine 38">
            <a:extLst>
              <a:ext uri="{FF2B5EF4-FFF2-40B4-BE49-F238E27FC236}">
                <a16:creationId xmlns:a16="http://schemas.microsoft.com/office/drawing/2014/main" id="{422ED92B-8ED8-F06F-740B-6D65E9441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387" y="1523799"/>
            <a:ext cx="519928" cy="51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75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950D-91A9-A7EE-4051-A0B622932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EFA893-A014-DE10-BB6C-E9307F6B3A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161D63-B76B-C7CA-3D1B-B24487453618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5A07E88-A8EE-FF8C-D802-C5A40186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B69DFF7A-5A54-C267-0F7C-0945F629D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357CD7B-F272-0D2B-1232-E26052251644}"/>
              </a:ext>
            </a:extLst>
          </p:cNvPr>
          <p:cNvSpPr/>
          <p:nvPr/>
        </p:nvSpPr>
        <p:spPr>
          <a:xfrm>
            <a:off x="1187481" y="199605"/>
            <a:ext cx="641147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a confronto I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vs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it-IT" sz="2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F09E288-76B8-314B-7EDB-C8713B1DB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1114005"/>
            <a:ext cx="9069285" cy="1739538"/>
          </a:xfrm>
          <a:prstGeom prst="rect">
            <a:avLst/>
          </a:prstGeom>
          <a:effectLst>
            <a:glow rad="63500">
              <a:srgbClr val="028090">
                <a:alpha val="40000"/>
              </a:srgbClr>
            </a:glo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BC5F768-666A-14AD-0D62-16C1122BD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" y="3157987"/>
            <a:ext cx="9069285" cy="1743016"/>
          </a:xfrm>
          <a:prstGeom prst="rect">
            <a:avLst/>
          </a:prstGeom>
          <a:effectLst>
            <a:glow rad="63500">
              <a:srgbClr val="028090">
                <a:alpha val="40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953728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50414-869C-D829-A491-7AE9C6DF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83171F-BC38-42DB-19A5-E47AB4882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3647DCF-C7B3-3B71-BA2E-86E6FEC308D4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7576898A-3BCC-64AD-D44E-854E453D9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A5CC8070-3249-33B2-E246-EBA853F09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B3A60B6-F6FD-F69B-BE9F-BC5A85B9A91F}"/>
              </a:ext>
            </a:extLst>
          </p:cNvPr>
          <p:cNvSpPr/>
          <p:nvPr/>
        </p:nvSpPr>
        <p:spPr>
          <a:xfrm>
            <a:off x="1174815" y="202940"/>
            <a:ext cx="641147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Risultati a confronto II - 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vs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  <a:r>
              <a:rPr lang="it-IT" sz="2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2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it-IT" sz="22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765062E-9361-8F81-4F6A-BD299A4C7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192" y="1029312"/>
            <a:ext cx="6135615" cy="404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42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887DB-4D72-577B-0756-2BFC894BF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1C9429-880E-480B-9387-88D9C86673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flip="none" rotWithShape="1">
            <a:gsLst>
              <a:gs pos="24000">
                <a:srgbClr val="0D1B4B"/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 w="12700">
            <a:noFill/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6A1EFA-1977-6035-5A71-3E8E973699CB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8460A7B1-6533-36A6-643D-6885AE1E5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52" y="-259528"/>
            <a:ext cx="1377647" cy="139025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22AFF211-744F-912C-6ED3-128367F1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01" y="81880"/>
            <a:ext cx="779053" cy="772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C61E695-E5C8-321C-6D38-6CF64419309C}"/>
              </a:ext>
            </a:extLst>
          </p:cNvPr>
          <p:cNvSpPr/>
          <p:nvPr/>
        </p:nvSpPr>
        <p:spPr>
          <a:xfrm>
            <a:off x="2774346" y="170424"/>
            <a:ext cx="35953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Conclusioni e Sviluppi Futuri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E46B46-E241-B56F-A765-AA3E2C80870E}"/>
              </a:ext>
            </a:extLst>
          </p:cNvPr>
          <p:cNvSpPr txBox="1"/>
          <p:nvPr/>
        </p:nvSpPr>
        <p:spPr>
          <a:xfrm>
            <a:off x="328582" y="1111498"/>
            <a:ext cx="1725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RAGGIUNTI</a:t>
            </a:r>
            <a:endParaRPr lang="it-IT" dirty="0">
              <a:solidFill>
                <a:srgbClr val="02809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5593A02-7B1C-C874-1761-5D1A09B56DC5}"/>
              </a:ext>
            </a:extLst>
          </p:cNvPr>
          <p:cNvCxnSpPr>
            <a:cxnSpLocks/>
          </p:cNvCxnSpPr>
          <p:nvPr/>
        </p:nvCxnSpPr>
        <p:spPr>
          <a:xfrm>
            <a:off x="336495" y="1538852"/>
            <a:ext cx="39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B581E3DC-A06A-16F3-525C-7DF21E90E0DF}"/>
              </a:ext>
            </a:extLst>
          </p:cNvPr>
          <p:cNvCxnSpPr>
            <a:cxnSpLocks/>
          </p:cNvCxnSpPr>
          <p:nvPr/>
        </p:nvCxnSpPr>
        <p:spPr>
          <a:xfrm>
            <a:off x="336495" y="2651806"/>
            <a:ext cx="39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6C1B1B41-1028-8B2B-26C7-4D1917A38CED}"/>
              </a:ext>
            </a:extLst>
          </p:cNvPr>
          <p:cNvCxnSpPr>
            <a:cxnSpLocks/>
          </p:cNvCxnSpPr>
          <p:nvPr/>
        </p:nvCxnSpPr>
        <p:spPr>
          <a:xfrm>
            <a:off x="344106" y="3742063"/>
            <a:ext cx="40239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0976688-C967-1A11-80CA-BDC0EBBA2F83}"/>
              </a:ext>
            </a:extLst>
          </p:cNvPr>
          <p:cNvSpPr txBox="1"/>
          <p:nvPr/>
        </p:nvSpPr>
        <p:spPr>
          <a:xfrm>
            <a:off x="1079303" y="1620734"/>
            <a:ext cx="3383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Efficienza Estrema a "Basso Rango"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BD6FC31-2E7F-6ADC-0E18-E89BC6CD57A0}"/>
              </a:ext>
            </a:extLst>
          </p:cNvPr>
          <p:cNvSpPr txBox="1"/>
          <p:nvPr/>
        </p:nvSpPr>
        <p:spPr>
          <a:xfrm>
            <a:off x="1065236" y="2725036"/>
            <a:ext cx="3383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Interpretabilità Clinica delle Componenti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04DCB69-D7F0-4B82-AB28-B4B2B50A3798}"/>
              </a:ext>
            </a:extLst>
          </p:cNvPr>
          <p:cNvSpPr txBox="1"/>
          <p:nvPr/>
        </p:nvSpPr>
        <p:spPr>
          <a:xfrm>
            <a:off x="1064082" y="3819812"/>
            <a:ext cx="32171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Superiorità della Separabilità Lineare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CFDA93-1674-7EE6-E1C9-50C638120488}"/>
              </a:ext>
            </a:extLst>
          </p:cNvPr>
          <p:cNvSpPr txBox="1"/>
          <p:nvPr/>
        </p:nvSpPr>
        <p:spPr>
          <a:xfrm>
            <a:off x="1079304" y="1932246"/>
            <a:ext cx="3217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radiografie toraciche non sono dati caotici, ma presentano una struttura universale a rango estremamente basso.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8B43C57-D078-EB2C-BCED-61EB7A6CE32D}"/>
              </a:ext>
            </a:extLst>
          </p:cNvPr>
          <p:cNvSpPr txBox="1"/>
          <p:nvPr/>
        </p:nvSpPr>
        <p:spPr>
          <a:xfrm>
            <a:off x="1071693" y="3030965"/>
            <a:ext cx="3232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scomposizione dello spazio tramite PCA genera dei pattern che hanno un significato anatomico diretto e comprensibile.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9C4B5B0-9464-0598-1CC6-2C0C6A1DF243}"/>
              </a:ext>
            </a:extLst>
          </p:cNvPr>
          <p:cNvSpPr txBox="1"/>
          <p:nvPr/>
        </p:nvSpPr>
        <p:spPr>
          <a:xfrm>
            <a:off x="1071693" y="4101275"/>
            <a:ext cx="3166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patologie polmonari (come COVID-19 o TBC) si confermano linearmente separabili rispetto ai polmoni sani o con polmonite standard.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DE6A211-6879-5E37-82B5-9F70D99DE795}"/>
              </a:ext>
            </a:extLst>
          </p:cNvPr>
          <p:cNvSpPr txBox="1"/>
          <p:nvPr/>
        </p:nvSpPr>
        <p:spPr>
          <a:xfrm>
            <a:off x="4748553" y="1116794"/>
            <a:ext cx="1856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rgbClr val="F0A5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EVOLUZIONE</a:t>
            </a:r>
            <a:endParaRPr lang="it-IT" dirty="0">
              <a:solidFill>
                <a:srgbClr val="F0A5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magine 26" descr="Immagine che contiene Elementi grafici, simbolo, cerchio, logo&#10;&#10;Il contenuto generato dall'IA potrebbe non essere corretto.">
            <a:extLst>
              <a:ext uri="{FF2B5EF4-FFF2-40B4-BE49-F238E27FC236}">
                <a16:creationId xmlns:a16="http://schemas.microsoft.com/office/drawing/2014/main" id="{408337D1-BC0E-8F14-7C4D-C789E8FF1F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79" y="2940002"/>
            <a:ext cx="448191" cy="448191"/>
          </a:xfrm>
          <a:prstGeom prst="rect">
            <a:avLst/>
          </a:prstGeom>
        </p:spPr>
      </p:pic>
      <p:pic>
        <p:nvPicPr>
          <p:cNvPr id="32" name="Immagine 31" descr="Immagine che contiene Elementi grafici, simbolo, clipart&#10;&#10;Il contenuto generato dall'IA potrebbe non essere corretto.">
            <a:extLst>
              <a:ext uri="{FF2B5EF4-FFF2-40B4-BE49-F238E27FC236}">
                <a16:creationId xmlns:a16="http://schemas.microsoft.com/office/drawing/2014/main" id="{8DB0CB35-E01B-1659-DCB1-8C74B1E97D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92" y="4174645"/>
            <a:ext cx="454098" cy="454098"/>
          </a:xfrm>
          <a:prstGeom prst="rect">
            <a:avLst/>
          </a:prstGeom>
        </p:spPr>
      </p:pic>
      <p:pic>
        <p:nvPicPr>
          <p:cNvPr id="33" name="Immagine 32" descr="Immagine che contiene simbolo, cerchio, Elementi grafici, Carattere&#10;&#10;Il contenuto generato dall'IA potrebbe non essere corretto.">
            <a:extLst>
              <a:ext uri="{FF2B5EF4-FFF2-40B4-BE49-F238E27FC236}">
                <a16:creationId xmlns:a16="http://schemas.microsoft.com/office/drawing/2014/main" id="{E207D11A-2C7D-9927-5376-B11EB7CB2C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92" y="1870829"/>
            <a:ext cx="454098" cy="454098"/>
          </a:xfrm>
          <a:prstGeom prst="rect">
            <a:avLst/>
          </a:prstGeom>
        </p:spPr>
      </p:pic>
      <p:cxnSp>
        <p:nvCxnSpPr>
          <p:cNvPr id="46" name="Connettore diritto 45">
            <a:extLst>
              <a:ext uri="{FF2B5EF4-FFF2-40B4-BE49-F238E27FC236}">
                <a16:creationId xmlns:a16="http://schemas.microsoft.com/office/drawing/2014/main" id="{ECF4D4B8-54D0-9127-7FA6-B2C3AF93ABAD}"/>
              </a:ext>
            </a:extLst>
          </p:cNvPr>
          <p:cNvCxnSpPr>
            <a:cxnSpLocks/>
          </p:cNvCxnSpPr>
          <p:nvPr/>
        </p:nvCxnSpPr>
        <p:spPr>
          <a:xfrm>
            <a:off x="4746200" y="1538852"/>
            <a:ext cx="39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diritto 63">
            <a:extLst>
              <a:ext uri="{FF2B5EF4-FFF2-40B4-BE49-F238E27FC236}">
                <a16:creationId xmlns:a16="http://schemas.microsoft.com/office/drawing/2014/main" id="{F220748D-17E2-0E28-9475-EC592B84CFB0}"/>
              </a:ext>
            </a:extLst>
          </p:cNvPr>
          <p:cNvCxnSpPr>
            <a:cxnSpLocks/>
          </p:cNvCxnSpPr>
          <p:nvPr/>
        </p:nvCxnSpPr>
        <p:spPr>
          <a:xfrm>
            <a:off x="4791147" y="2651806"/>
            <a:ext cx="39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72B26ACA-C1CE-BE26-571A-67943C8AA729}"/>
              </a:ext>
            </a:extLst>
          </p:cNvPr>
          <p:cNvCxnSpPr>
            <a:cxnSpLocks/>
          </p:cNvCxnSpPr>
          <p:nvPr/>
        </p:nvCxnSpPr>
        <p:spPr>
          <a:xfrm>
            <a:off x="4792610" y="3742063"/>
            <a:ext cx="39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glow rad="63500">
              <a:srgbClr val="5F67A6">
                <a:alpha val="7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943E3293-5C19-68B7-FFD5-0C042D18AB03}"/>
              </a:ext>
            </a:extLst>
          </p:cNvPr>
          <p:cNvSpPr txBox="1"/>
          <p:nvPr/>
        </p:nvSpPr>
        <p:spPr>
          <a:xfrm>
            <a:off x="5400832" y="1614451"/>
            <a:ext cx="31633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Dimensione Supervisionata (LDA)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79ADFCAB-EE1F-B2D9-37D2-181213EAA5FD}"/>
              </a:ext>
            </a:extLst>
          </p:cNvPr>
          <p:cNvSpPr txBox="1"/>
          <p:nvPr/>
        </p:nvSpPr>
        <p:spPr>
          <a:xfrm>
            <a:off x="5400832" y="2731126"/>
            <a:ext cx="3433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Validazione Anatomica dell'Errore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BD3311F7-6EA2-E001-E5B3-868FED639DF0}"/>
              </a:ext>
            </a:extLst>
          </p:cNvPr>
          <p:cNvSpPr txBox="1"/>
          <p:nvPr/>
        </p:nvSpPr>
        <p:spPr>
          <a:xfrm>
            <a:off x="5400833" y="3819812"/>
            <a:ext cx="3166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Esplorazione dei Cluster Non-Lineari 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69F30CA0-C0BC-5D8F-D6B9-C7B4448681A9}"/>
              </a:ext>
            </a:extLst>
          </p:cNvPr>
          <p:cNvSpPr txBox="1"/>
          <p:nvPr/>
        </p:nvSpPr>
        <p:spPr>
          <a:xfrm>
            <a:off x="5400833" y="1910359"/>
            <a:ext cx="3305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L'integrazione della LDA permetterebbe di comprimere i dati per risparmiare spazio e massimizzare la distanza statistica tra le classi.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2BFAD79-4C3A-D040-BEB9-6DE33AB48DC2}"/>
              </a:ext>
            </a:extLst>
          </p:cNvPr>
          <p:cNvSpPr txBox="1"/>
          <p:nvPr/>
        </p:nvSpPr>
        <p:spPr>
          <a:xfrm>
            <a:off x="5400832" y="3024892"/>
            <a:ext cx="3267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Creare una </a:t>
            </a:r>
            <a:r>
              <a:rPr lang="it-IT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dell'errore sopra l'immagine originale per ottenere un parametro di sicurezza clinica.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E48412AB-D201-C2F0-91AC-7145BA92E9F1}"/>
              </a:ext>
            </a:extLst>
          </p:cNvPr>
          <p:cNvSpPr txBox="1"/>
          <p:nvPr/>
        </p:nvSpPr>
        <p:spPr>
          <a:xfrm>
            <a:off x="5390631" y="4127589"/>
            <a:ext cx="32875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L'evoluzione naturale è l'uso di algoritmi di </a:t>
            </a:r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Manifold</a:t>
            </a:r>
            <a:r>
              <a:rPr lang="it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come t-SNE o UMAP per visualizzare il dataset in 2D/3D.</a:t>
            </a:r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74DDD935-B8C5-886B-5EA0-BBACF4DC9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147" y="1771616"/>
            <a:ext cx="609685" cy="609685"/>
          </a:xfrm>
          <a:prstGeom prst="rect">
            <a:avLst/>
          </a:prstGeom>
        </p:spPr>
      </p:pic>
      <p:pic>
        <p:nvPicPr>
          <p:cNvPr id="76" name="Immagine 75">
            <a:extLst>
              <a:ext uri="{FF2B5EF4-FFF2-40B4-BE49-F238E27FC236}">
                <a16:creationId xmlns:a16="http://schemas.microsoft.com/office/drawing/2014/main" id="{FB592E11-1C76-8DD8-7D91-E20475070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3196" y="2915800"/>
            <a:ext cx="465585" cy="465585"/>
          </a:xfrm>
          <a:prstGeom prst="rect">
            <a:avLst/>
          </a:prstGeom>
        </p:spPr>
      </p:pic>
      <p:pic>
        <p:nvPicPr>
          <p:cNvPr id="78" name="Immagine 77">
            <a:extLst>
              <a:ext uri="{FF2B5EF4-FFF2-40B4-BE49-F238E27FC236}">
                <a16:creationId xmlns:a16="http://schemas.microsoft.com/office/drawing/2014/main" id="{3C1B966D-831A-691A-2B69-C4D96F9630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2610" y="3973700"/>
            <a:ext cx="60968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66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681F3-945B-A8F4-9373-376FD770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03846278-F808-30F4-5D96-DDFE66167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908" y="-117632"/>
            <a:ext cx="3374036" cy="1906329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0328584-94C4-CD9A-64BE-CF6706021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56" y="247518"/>
            <a:ext cx="2967636" cy="1291293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3E91250-FC2D-9091-FFB6-8003BEEA84BA}"/>
              </a:ext>
            </a:extLst>
          </p:cNvPr>
          <p:cNvSpPr txBox="1"/>
          <p:nvPr/>
        </p:nvSpPr>
        <p:spPr>
          <a:xfrm>
            <a:off x="1388959" y="1906686"/>
            <a:ext cx="7077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i="1" noProof="0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Grazie per l’attenzione!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2E4E6E6-70D1-0C1E-F1B3-2C6A366F7726}"/>
              </a:ext>
            </a:extLst>
          </p:cNvPr>
          <p:cNvSpPr txBox="1"/>
          <p:nvPr/>
        </p:nvSpPr>
        <p:spPr>
          <a:xfrm>
            <a:off x="3327916" y="4101195"/>
            <a:ext cx="3199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a.patruno7@studenti.poliba.it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0717180-3244-031C-27B2-21048DD9282F}"/>
              </a:ext>
            </a:extLst>
          </p:cNvPr>
          <p:cNvSpPr txBox="1"/>
          <p:nvPr/>
        </p:nvSpPr>
        <p:spPr>
          <a:xfrm>
            <a:off x="1016828" y="4121222"/>
            <a:ext cx="2049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Studente: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Andrea Patruno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A143371-A4A0-6DD7-A11D-E9BA162D5520}"/>
              </a:ext>
            </a:extLst>
          </p:cNvPr>
          <p:cNvSpPr txBox="1"/>
          <p:nvPr/>
        </p:nvSpPr>
        <p:spPr>
          <a:xfrm>
            <a:off x="3327917" y="3379097"/>
            <a:ext cx="3199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i.colella@studenti.poliba.it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5B7F598-C71F-7D57-B66B-011BC23F4F57}"/>
              </a:ext>
            </a:extLst>
          </p:cNvPr>
          <p:cNvSpPr txBox="1"/>
          <p:nvPr/>
        </p:nvSpPr>
        <p:spPr>
          <a:xfrm>
            <a:off x="1016828" y="3379097"/>
            <a:ext cx="20499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0D1B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Studente:</a:t>
            </a:r>
          </a:p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Ivan Giacomo Colella</a:t>
            </a:r>
          </a:p>
        </p:txBody>
      </p:sp>
    </p:spTree>
    <p:extLst>
      <p:ext uri="{BB962C8B-B14F-4D97-AF65-F5344CB8AC3E}">
        <p14:creationId xmlns:p14="http://schemas.microsoft.com/office/powerpoint/2010/main" val="3114798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1CEE74-A20D-41C5-BA8D-EB25E6DD089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3153610-0a4d-4ee1-82c9-fb5dcfc82a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1018</TotalTime>
  <Words>1873</Words>
  <Application>Microsoft Office PowerPoint</Application>
  <PresentationFormat>Presentazione su schermo (16:9)</PresentationFormat>
  <Paragraphs>263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Cambria Math</vt:lpstr>
      <vt:lpstr>Consolas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SVD e PCA per l'Analisi di Immagini Mediche</dc:title>
  <dc:subject>PptxGenJS Presentation</dc:subject>
  <dc:creator>Andrea Patruno</dc:creator>
  <cp:lastModifiedBy>COLELLA IVAN GIACOMO</cp:lastModifiedBy>
  <cp:revision>9</cp:revision>
  <dcterms:created xsi:type="dcterms:W3CDTF">2026-04-10T10:38:47Z</dcterms:created>
  <dcterms:modified xsi:type="dcterms:W3CDTF">2026-04-19T22:10:46Z</dcterms:modified>
</cp:coreProperties>
</file>