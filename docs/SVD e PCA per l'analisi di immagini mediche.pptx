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299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33" dt="2026-04-22T10:47:11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876" y="-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2T10:48:06.491" v="3077" actId="14100"/>
      <pc:docMkLst>
        <pc:docMk/>
      </pc:docMkLst>
      <pc:sldChg chg="addSp modSp mod">
        <pc:chgData name="PATRUNO ANDREA" userId="434c2d3d-d760-4baf-8981-191d7218719d" providerId="ADAL" clId="{D49931E2-CE7A-4E79-93FA-3282CEFD0145}" dt="2026-04-22T09:31:10.383" v="2244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2T09:32:06.790" v="2305" actId="20577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mod">
          <ac:chgData name="PATRUNO ANDREA" userId="434c2d3d-d760-4baf-8981-191d7218719d" providerId="ADAL" clId="{D49931E2-CE7A-4E79-93FA-3282CEFD0145}" dt="2026-04-22T09:32:06.790" v="2305" actId="20577"/>
          <ac:spMkLst>
            <pc:docMk/>
            <pc:sldMk cId="3845663667" sldId="282"/>
            <ac:spMk id="12" creationId="{514025A6-BFB3-5EF9-9884-20D33A1A9B3D}"/>
          </ac:spMkLst>
        </pc:spChg>
      </pc:sldChg>
      <pc:sldChg chg="modSp mod">
        <pc:chgData name="PATRUNO ANDREA" userId="434c2d3d-d760-4baf-8981-191d7218719d" providerId="ADAL" clId="{D49931E2-CE7A-4E79-93FA-3282CEFD0145}" dt="2026-04-22T09:38:25.517" v="2370" actId="14100"/>
        <pc:sldMkLst>
          <pc:docMk/>
          <pc:sldMk cId="2221516672" sldId="283"/>
        </pc:sldMkLst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3:16.734" v="2627" actId="207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mod">
          <ac:chgData name="PATRUNO ANDREA" userId="434c2d3d-d760-4baf-8981-191d7218719d" providerId="ADAL" clId="{D49931E2-CE7A-4E79-93FA-3282CEFD0145}" dt="2026-04-22T09:46:43.105" v="2410" actId="571"/>
          <ac:spMkLst>
            <pc:docMk/>
            <pc:sldMk cId="2838748534" sldId="289"/>
            <ac:spMk id="8" creationId="{AF37E541-149E-71FA-0A80-15B00B3DC95E}"/>
          </ac:spMkLst>
        </pc:spChg>
        <pc:spChg chg="add mod">
          <ac:chgData name="PATRUNO ANDREA" userId="434c2d3d-d760-4baf-8981-191d7218719d" providerId="ADAL" clId="{D49931E2-CE7A-4E79-93FA-3282CEFD0145}" dt="2026-04-22T09:46:47.208" v="2413" actId="1076"/>
          <ac:spMkLst>
            <pc:docMk/>
            <pc:sldMk cId="2838748534" sldId="289"/>
            <ac:spMk id="9" creationId="{F981F97C-C267-0B2D-8E2D-927FA6328982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mod">
          <ac:chgData name="PATRUNO ANDREA" userId="434c2d3d-d760-4baf-8981-191d7218719d" providerId="ADAL" clId="{D49931E2-CE7A-4E79-93FA-3282CEFD0145}" dt="2026-04-22T10:02:53.204" v="2622" actId="14100"/>
          <ac:spMkLst>
            <pc:docMk/>
            <pc:sldMk cId="2838748534" sldId="289"/>
            <ac:spMk id="3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2T10:03:16.734" v="2627" actId="207"/>
          <ac:spMkLst>
            <pc:docMk/>
            <pc:sldMk cId="2838748534" sldId="289"/>
            <ac:spMk id="31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4:39.236" v="2632" actId="1076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del">
          <ac:chgData name="PATRUNO ANDREA" userId="434c2d3d-d760-4baf-8981-191d7218719d" providerId="ADAL" clId="{D49931E2-CE7A-4E79-93FA-3282CEFD0145}" dt="2026-04-22T10:04:30.227" v="2629" actId="478"/>
          <ac:spMkLst>
            <pc:docMk/>
            <pc:sldMk cId="1654007960" sldId="290"/>
            <ac:spMk id="56" creationId="{F6769360-0CE5-D5E7-B06E-EE87C5D68E9B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5" creationId="{21E4E003-BD9A-D04D-CDC2-C4F4FEF12358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6" creationId="{C7649F2B-FF7A-A61E-099A-99FB1DB63AFF}"/>
          </ac:spMkLst>
        </pc:spChg>
      </pc:sldChg>
      <pc:sldChg chg="add del">
        <pc:chgData name="PATRUNO ANDREA" userId="434c2d3d-d760-4baf-8981-191d7218719d" providerId="ADAL" clId="{D49931E2-CE7A-4E79-93FA-3282CEFD0145}" dt="2026-04-22T10:09:36.604" v="2634" actId="2696"/>
        <pc:sldMkLst>
          <pc:docMk/>
          <pc:sldMk cId="2371905339" sldId="292"/>
        </pc:sldMkLst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1:53.148" v="2649" actId="14100"/>
          <ac:spMkLst>
            <pc:docMk/>
            <pc:sldMk cId="1601501349" sldId="294"/>
            <ac:spMk id="8" creationId="{2E4D99C9-47B1-5F84-7B1D-D34D9C32B4E2}"/>
          </ac:spMkLst>
        </pc:spChg>
        <pc:spChg chg="mod">
          <ac:chgData name="PATRUNO ANDREA" userId="434c2d3d-d760-4baf-8981-191d7218719d" providerId="ADAL" clId="{D49931E2-CE7A-4E79-93FA-3282CEFD0145}" dt="2026-04-22T10:12:01.796" v="2652" actId="14100"/>
          <ac:spMkLst>
            <pc:docMk/>
            <pc:sldMk cId="1601501349" sldId="294"/>
            <ac:spMk id="11" creationId="{5B9FF722-5CDB-0A1D-67BB-3E617F1BC090}"/>
          </ac:spMkLst>
        </pc:spChg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modSp mod">
        <pc:chgData name="PATRUNO ANDREA" userId="434c2d3d-d760-4baf-8981-191d7218719d" providerId="ADAL" clId="{D49931E2-CE7A-4E79-93FA-3282CEFD0145}" dt="2026-04-22T10:30:16.076" v="2885" actId="20577"/>
        <pc:sldMkLst>
          <pc:docMk/>
          <pc:sldMk cId="742975812" sldId="295"/>
        </pc:sldMkLst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2T10:29:10.455" v="2872" actId="113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2T10:25:13.813" v="2857" actId="1076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2T10:30:16.076" v="2885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41:29.285" v="2970" actId="14100"/>
        <pc:sldMkLst>
          <pc:docMk/>
          <pc:sldMk cId="3953728975" sldId="296"/>
        </pc:sldMkLst>
        <pc:picChg chg="add del mod">
          <ac:chgData name="PATRUNO ANDREA" userId="434c2d3d-d760-4baf-8981-191d7218719d" providerId="ADAL" clId="{D49931E2-CE7A-4E79-93FA-3282CEFD0145}" dt="2026-04-22T10:40:47.939" v="2960" actId="478"/>
          <ac:picMkLst>
            <pc:docMk/>
            <pc:sldMk cId="3953728975" sldId="296"/>
            <ac:picMk id="6" creationId="{12D48939-8949-6069-A314-98F7EE46F33A}"/>
          </ac:picMkLst>
        </pc:picChg>
        <pc:picChg chg="del">
          <ac:chgData name="PATRUNO ANDREA" userId="434c2d3d-d760-4baf-8981-191d7218719d" providerId="ADAL" clId="{D49931E2-CE7A-4E79-93FA-3282CEFD0145}" dt="2026-04-22T10:31:09.489" v="2886" actId="478"/>
          <ac:picMkLst>
            <pc:docMk/>
            <pc:sldMk cId="3953728975" sldId="296"/>
            <ac:picMk id="7" creationId="{4F09E288-76B8-314B-7EDB-C8713B1DB44C}"/>
          </ac:picMkLst>
        </pc:picChg>
        <pc:picChg chg="del">
          <ac:chgData name="PATRUNO ANDREA" userId="434c2d3d-d760-4baf-8981-191d7218719d" providerId="ADAL" clId="{D49931E2-CE7A-4E79-93FA-3282CEFD0145}" dt="2026-04-22T10:31:20.026" v="2889" actId="478"/>
          <ac:picMkLst>
            <pc:docMk/>
            <pc:sldMk cId="3953728975" sldId="296"/>
            <ac:picMk id="8" creationId="{2BC5F768-666A-14AD-0D62-16C1122BD11A}"/>
          </ac:picMkLst>
        </pc:picChg>
        <pc:picChg chg="add del mod">
          <ac:chgData name="PATRUNO ANDREA" userId="434c2d3d-d760-4baf-8981-191d7218719d" providerId="ADAL" clId="{D49931E2-CE7A-4E79-93FA-3282CEFD0145}" dt="2026-04-22T10:40:53.123" v="2963" actId="478"/>
          <ac:picMkLst>
            <pc:docMk/>
            <pc:sldMk cId="3953728975" sldId="296"/>
            <ac:picMk id="10" creationId="{63BABDED-4F8A-5328-1526-FB463617E903}"/>
          </ac:picMkLst>
        </pc:picChg>
        <pc:picChg chg="add mod">
          <ac:chgData name="PATRUNO ANDREA" userId="434c2d3d-d760-4baf-8981-191d7218719d" providerId="ADAL" clId="{D49931E2-CE7A-4E79-93FA-3282CEFD0145}" dt="2026-04-22T10:41:29.285" v="2970" actId="14100"/>
          <ac:picMkLst>
            <pc:docMk/>
            <pc:sldMk cId="3953728975" sldId="296"/>
            <ac:picMk id="12" creationId="{B5E6601C-B4AF-392D-FD52-CBF16BAD27AA}"/>
          </ac:picMkLst>
        </pc:picChg>
        <pc:picChg chg="add mod">
          <ac:chgData name="PATRUNO ANDREA" userId="434c2d3d-d760-4baf-8981-191d7218719d" providerId="ADAL" clId="{D49931E2-CE7A-4E79-93FA-3282CEFD0145}" dt="2026-04-22T10:41:25.216" v="2969" actId="14100"/>
          <ac:picMkLst>
            <pc:docMk/>
            <pc:sldMk cId="3953728975" sldId="296"/>
            <ac:picMk id="14" creationId="{559725E1-993E-E3A6-D3A9-9E0E55A9CDA3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2T10:40:27.552" v="2959" actId="1076"/>
        <pc:sldMkLst>
          <pc:docMk/>
          <pc:sldMk cId="377742269" sldId="297"/>
        </pc:sldMkLst>
        <pc:picChg chg="add del mod">
          <ac:chgData name="PATRUNO ANDREA" userId="434c2d3d-d760-4baf-8981-191d7218719d" providerId="ADAL" clId="{D49931E2-CE7A-4E79-93FA-3282CEFD0145}" dt="2026-04-22T10:37:49.245" v="2928" actId="478"/>
          <ac:picMkLst>
            <pc:docMk/>
            <pc:sldMk cId="377742269" sldId="297"/>
            <ac:picMk id="4" creationId="{4765062E-9361-8F81-4F6A-BD299A4C7A50}"/>
          </ac:picMkLst>
        </pc:picChg>
        <pc:picChg chg="add del mod">
          <ac:chgData name="PATRUNO ANDREA" userId="434c2d3d-d760-4baf-8981-191d7218719d" providerId="ADAL" clId="{D49931E2-CE7A-4E79-93FA-3282CEFD0145}" dt="2026-04-22T10:34:43.836" v="2924" actId="22"/>
          <ac:picMkLst>
            <pc:docMk/>
            <pc:sldMk cId="377742269" sldId="297"/>
            <ac:picMk id="7" creationId="{FB640770-835C-E646-EDDE-52222E990FB8}"/>
          </ac:picMkLst>
        </pc:picChg>
        <pc:picChg chg="add del mod">
          <ac:chgData name="PATRUNO ANDREA" userId="434c2d3d-d760-4baf-8981-191d7218719d" providerId="ADAL" clId="{D49931E2-CE7A-4E79-93FA-3282CEFD0145}" dt="2026-04-22T10:34:42.427" v="2920" actId="22"/>
          <ac:picMkLst>
            <pc:docMk/>
            <pc:sldMk cId="377742269" sldId="297"/>
            <ac:picMk id="9" creationId="{FC773F8F-5FAA-C462-A681-F620D1AF4F7A}"/>
          </ac:picMkLst>
        </pc:picChg>
        <pc:picChg chg="add del mod">
          <ac:chgData name="PATRUNO ANDREA" userId="434c2d3d-d760-4baf-8981-191d7218719d" providerId="ADAL" clId="{D49931E2-CE7A-4E79-93FA-3282CEFD0145}" dt="2026-04-22T10:38:07.813" v="2934" actId="478"/>
          <ac:picMkLst>
            <pc:docMk/>
            <pc:sldMk cId="377742269" sldId="297"/>
            <ac:picMk id="11" creationId="{C7E90BDB-257A-E531-3380-D16A2C694025}"/>
          </ac:picMkLst>
        </pc:picChg>
        <pc:picChg chg="add del mod">
          <ac:chgData name="PATRUNO ANDREA" userId="434c2d3d-d760-4baf-8981-191d7218719d" providerId="ADAL" clId="{D49931E2-CE7A-4E79-93FA-3282CEFD0145}" dt="2026-04-22T10:38:30.940" v="2938" actId="478"/>
          <ac:picMkLst>
            <pc:docMk/>
            <pc:sldMk cId="377742269" sldId="297"/>
            <ac:picMk id="13" creationId="{443F2E19-6B66-D291-A08D-25BB920E45C7}"/>
          </ac:picMkLst>
        </pc:picChg>
        <pc:picChg chg="add del mod">
          <ac:chgData name="PATRUNO ANDREA" userId="434c2d3d-d760-4baf-8981-191d7218719d" providerId="ADAL" clId="{D49931E2-CE7A-4E79-93FA-3282CEFD0145}" dt="2026-04-22T10:40:13.716" v="2950" actId="478"/>
          <ac:picMkLst>
            <pc:docMk/>
            <pc:sldMk cId="377742269" sldId="297"/>
            <ac:picMk id="15" creationId="{7F802094-508A-5D59-4728-826D0A08243A}"/>
          </ac:picMkLst>
        </pc:pic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modSp mod">
        <pc:chgData name="PATRUNO ANDREA" userId="434c2d3d-d760-4baf-8981-191d7218719d" providerId="ADAL" clId="{D49931E2-CE7A-4E79-93FA-3282CEFD0145}" dt="2026-04-22T10:48:06.491" v="3077" actId="14100"/>
        <pc:sldMkLst>
          <pc:docMk/>
          <pc:sldMk cId="2272666096" sldId="298"/>
        </pc:sldMkLst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0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9230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Classificazione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05308" y="2687997"/>
                <a:ext cx="1896646" cy="8751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 (&gt; 10°).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56694" y="3446579"/>
            <a:ext cx="1833017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(diagonale)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50848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26"/>
          <p:cNvSpPr/>
          <p:nvPr/>
        </p:nvSpPr>
        <p:spPr>
          <a:xfrm>
            <a:off x="209006" y="4051553"/>
            <a:ext cx="8620034" cy="6217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209006" y="4051553"/>
            <a:ext cx="64882" cy="62179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91885" y="4124705"/>
            <a:ext cx="2808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  <a:b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384630" y="4229100"/>
            <a:ext cx="8349224" cy="3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63579-2438-3EB0-E5E6-DEDE8F617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32EB49-CCCB-8C87-2B3C-E4D1F482DB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500226-87DF-3F76-B2B2-6DDC953BCCC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2800C06-E07A-07C2-FD5F-68299895F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84E8ABDC-3F15-E0E0-8969-FF7CC3A66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753E3BE-2BDB-D455-5E11-A3D3B2CC4DF6}"/>
              </a:ext>
            </a:extLst>
          </p:cNvPr>
          <p:cNvSpPr/>
          <p:nvPr/>
        </p:nvSpPr>
        <p:spPr>
          <a:xfrm>
            <a:off x="2119796" y="192024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C3F157-1947-2B13-C143-2A96CE6ED2E2}"/>
              </a:ext>
            </a:extLst>
          </p:cNvPr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14D1DD4-C7DE-B015-66A8-075587733BC8}"/>
              </a:ext>
            </a:extLst>
          </p:cNvPr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FF48B19-79D2-9A46-AC77-27C298EBEB83}"/>
              </a:ext>
            </a:extLst>
          </p:cNvPr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Scree Plot - Varianza Cumulativa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8B0CCF9-B113-B2B3-345B-B6698D7439C7}"/>
              </a:ext>
            </a:extLst>
          </p:cNvPr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0CDB202-567A-E7DD-48BA-63E798FCD02B}"/>
              </a:ext>
            </a:extLst>
          </p:cNvPr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E246E0B-915B-FE4A-AD9A-CF2064973B65}"/>
              </a:ext>
            </a:extLst>
          </p:cNvPr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8B31AB-953A-EB9E-A6CF-402A449D83BC}"/>
              </a:ext>
            </a:extLst>
          </p:cNvPr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≈ 1 - 2 componenti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699F1841-DB92-AC7D-5BB6-9ABAC3CDD5C8}"/>
              </a:ext>
            </a:extLst>
          </p:cNvPr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B0A45777-78D9-D8C8-8208-8FA80E93872E}"/>
              </a:ext>
            </a:extLst>
          </p:cNvPr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5FA3754E-C6D8-906F-C96D-47BBAC4E44C8}"/>
              </a:ext>
            </a:extLst>
          </p:cNvPr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95% varianza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9D9B57D8-FC8F-EEAE-A08B-9C5E963D1781}"/>
              </a:ext>
            </a:extLst>
          </p:cNvPr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≈ 2 - 3 componenti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F8C588A3-B833-7189-2E78-5CB2732E94BE}"/>
              </a:ext>
            </a:extLst>
          </p:cNvPr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4A2FC462-CFC2-00C7-82B8-54BA52C24C21}"/>
              </a:ext>
            </a:extLst>
          </p:cNvPr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05388744-4A85-3AFF-E48A-E99765B2EC17}"/>
              </a:ext>
            </a:extLst>
          </p:cNvPr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99% varianza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36B6BD48-B791-6B87-B0E9-5A420D7245D0}"/>
              </a:ext>
            </a:extLst>
          </p:cNvPr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≈ 5 - 20 componenti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927DB28B-4F07-C842-D598-325F924CEBA2}"/>
              </a:ext>
            </a:extLst>
          </p:cNvPr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27599AE0-A04C-CA30-A815-86EA928C4598}"/>
              </a:ext>
            </a:extLst>
          </p:cNvPr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a basso rango universale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3D99E16D-DC10-ADB1-2ED0-1FCA3C6E553E}"/>
              </a:ext>
            </a:extLst>
          </p:cNvPr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dell'energia è in 1 - 3 componenti in tutte le classi. Alta correlazione spaziale nelle radiografie.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C0C0624B-3606-7E2D-27BE-949B56081D4B}"/>
              </a:ext>
            </a:extLst>
          </p:cNvPr>
          <p:cNvGrpSpPr/>
          <p:nvPr/>
        </p:nvGrpSpPr>
        <p:grpSpPr>
          <a:xfrm>
            <a:off x="4572000" y="1207008"/>
            <a:ext cx="4251960" cy="3291840"/>
            <a:chOff x="4572000" y="1097280"/>
            <a:chExt cx="4251960" cy="3566160"/>
          </a:xfrm>
        </p:grpSpPr>
        <p:sp>
          <p:nvSpPr>
            <p:cNvPr id="29" name="Shape 22">
              <a:extLst>
                <a:ext uri="{FF2B5EF4-FFF2-40B4-BE49-F238E27FC236}">
                  <a16:creationId xmlns:a16="http://schemas.microsoft.com/office/drawing/2014/main" id="{FFE6C4CD-9352-FCDA-3EC9-75D842FC8EDA}"/>
                </a:ext>
              </a:extLst>
            </p:cNvPr>
            <p:cNvSpPr/>
            <p:nvPr/>
          </p:nvSpPr>
          <p:spPr>
            <a:xfrm>
              <a:off x="4572000" y="1097280"/>
              <a:ext cx="4251960" cy="3566160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Shape 23">
              <a:extLst>
                <a:ext uri="{FF2B5EF4-FFF2-40B4-BE49-F238E27FC236}">
                  <a16:creationId xmlns:a16="http://schemas.microsoft.com/office/drawing/2014/main" id="{C09301CA-45B7-B1E6-5027-A6BA75F761B9}"/>
                </a:ext>
              </a:extLst>
            </p:cNvPr>
            <p:cNvSpPr/>
            <p:nvPr/>
          </p:nvSpPr>
          <p:spPr>
            <a:xfrm>
              <a:off x="4572000" y="1097280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1" name="Text 24">
            <a:extLst>
              <a:ext uri="{FF2B5EF4-FFF2-40B4-BE49-F238E27FC236}">
                <a16:creationId xmlns:a16="http://schemas.microsoft.com/office/drawing/2014/main" id="{92AAA6C0-DD0C-4625-39E7-D09708D8BE5E}"/>
              </a:ext>
            </a:extLst>
          </p:cNvPr>
          <p:cNvSpPr/>
          <p:nvPr/>
        </p:nvSpPr>
        <p:spPr>
          <a:xfrm>
            <a:off x="4754880" y="12984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Curve MSE &amp; PSNR vs 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8C02175B-3984-ACAB-6FBC-06DC34C810E0}"/>
              </a:ext>
            </a:extLst>
          </p:cNvPr>
          <p:cNvSpPr/>
          <p:nvPr/>
        </p:nvSpPr>
        <p:spPr>
          <a:xfrm>
            <a:off x="4754880" y="1729233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MSE decade rapidamente fino a k≈20-30, poi stabilizza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1F684276-8CAC-5ED9-9B05-6BF596F4A257}"/>
              </a:ext>
            </a:extLst>
          </p:cNvPr>
          <p:cNvSpPr/>
          <p:nvPr/>
        </p:nvSpPr>
        <p:spPr>
          <a:xfrm>
            <a:off x="4754880" y="2255520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7D2578DC-3F23-D097-9A05-4FEB621F6F43}"/>
              </a:ext>
            </a:extLst>
          </p:cNvPr>
          <p:cNvSpPr/>
          <p:nvPr/>
        </p:nvSpPr>
        <p:spPr>
          <a:xfrm>
            <a:off x="4754880" y="227279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cresce </a:t>
            </a:r>
            <a:r>
              <a:rPr lang="en-US" sz="1000" dirty="0" err="1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logaritmicamente</a:t>
            </a: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- elbow a k≈20-50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E1060141-7D16-9220-30E4-86B893E5391C}"/>
              </a:ext>
            </a:extLst>
          </p:cNvPr>
          <p:cNvSpPr/>
          <p:nvPr/>
        </p:nvSpPr>
        <p:spPr>
          <a:xfrm>
            <a:off x="4754880" y="279095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2922819C-7A40-CF02-5229-6A44793C0B86}"/>
              </a:ext>
            </a:extLst>
          </p:cNvPr>
          <p:cNvSpPr/>
          <p:nvPr/>
        </p:nvSpPr>
        <p:spPr>
          <a:xfrm>
            <a:off x="4754880" y="283972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COVID-19 &amp; Normal: MSE più alto a basso k (struttura complessa)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AC62421C-A61D-B38C-3843-CDF99DD628EE}"/>
              </a:ext>
            </a:extLst>
          </p:cNvPr>
          <p:cNvSpPr/>
          <p:nvPr/>
        </p:nvSpPr>
        <p:spPr>
          <a:xfrm>
            <a:off x="4754880" y="332638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D7C7AB62-7C9B-5EFA-7971-F64CC6D98FDA}"/>
              </a:ext>
            </a:extLst>
          </p:cNvPr>
          <p:cNvSpPr/>
          <p:nvPr/>
        </p:nvSpPr>
        <p:spPr>
          <a:xfrm>
            <a:off x="4754880" y="336499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Pneumonia &amp; TBC: più comprimibili (rango inferiore)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32">
            <a:extLst>
              <a:ext uri="{FF2B5EF4-FFF2-40B4-BE49-F238E27FC236}">
                <a16:creationId xmlns:a16="http://schemas.microsoft.com/office/drawing/2014/main" id="{5139B8DA-DA6F-3FB2-520D-547EBC0D94EB}"/>
              </a:ext>
            </a:extLst>
          </p:cNvPr>
          <p:cNvSpPr/>
          <p:nvPr/>
        </p:nvSpPr>
        <p:spPr>
          <a:xfrm>
            <a:off x="4754880" y="38973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6479DAA0-C619-9DD0-9A51-C72456799DB2}"/>
              </a:ext>
            </a:extLst>
          </p:cNvPr>
          <p:cNvSpPr/>
          <p:nvPr/>
        </p:nvSpPr>
        <p:spPr>
          <a:xfrm>
            <a:off x="4754880" y="396849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Punto ottimale: k=20 → 15.7% dati, PSNR &gt; 32 dB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905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2E4D99C9-47B1-5F84-7B1D-D34D9C32B4E2}"/>
              </a:ext>
            </a:extLst>
          </p:cNvPr>
          <p:cNvSpPr/>
          <p:nvPr/>
        </p:nvSpPr>
        <p:spPr>
          <a:xfrm>
            <a:off x="167400" y="1163808"/>
            <a:ext cx="8232017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9FF722-5CDB-0A1D-67BB-3E617F1BC090}"/>
              </a:ext>
            </a:extLst>
          </p:cNvPr>
          <p:cNvSpPr txBox="1"/>
          <p:nvPr/>
        </p:nvSpPr>
        <p:spPr>
          <a:xfrm>
            <a:off x="1014508" y="1237970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C973E12C-84E4-7D9B-B5B0-109201ECB7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39" y="1327643"/>
            <a:ext cx="529215" cy="529215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risultando meno efficace nello spazio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 alta dimensionalità.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057074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forte riduzione dimensionale 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72117" y="3433468"/>
            <a:ext cx="26622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componenti principali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PCA raggiunge il miglior risultato: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KNN 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83.4%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È il miglior compromesso tra drastica riduzione delle feature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capacità discriminativa.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B5E6601C-B4AF-392D-FD52-CBF16BAD2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3928"/>
            <a:ext cx="9144000" cy="1821768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559725E1-993E-E3A6-D3A9-9E0E55A9C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157161"/>
            <a:ext cx="9144000" cy="178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1117</TotalTime>
  <Words>1881</Words>
  <Application>Microsoft Office PowerPoint</Application>
  <PresentationFormat>Presentazione su schermo (16:9)</PresentationFormat>
  <Paragraphs>260</Paragraphs>
  <Slides>20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9</cp:revision>
  <dcterms:created xsi:type="dcterms:W3CDTF">2026-04-10T10:38:47Z</dcterms:created>
  <dcterms:modified xsi:type="dcterms:W3CDTF">2026-04-22T10:48:08Z</dcterms:modified>
</cp:coreProperties>
</file>