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294" r:id="rId15"/>
    <p:sldId id="295" r:id="rId16"/>
    <p:sldId id="296" r:id="rId17"/>
    <p:sldId id="297" r:id="rId18"/>
    <p:sldId id="298" r:id="rId19"/>
    <p:sldId id="299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B7F8B"/>
    <a:srgbClr val="FFFFFF"/>
    <a:srgbClr val="CFD5EA"/>
    <a:srgbClr val="E9EBF5"/>
    <a:srgbClr val="0A1128"/>
    <a:srgbClr val="028090"/>
    <a:srgbClr val="64748B"/>
    <a:srgbClr val="82AAFF"/>
    <a:srgbClr val="89D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33" dt="2026-04-22T10:47:11.4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27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2T11:58:24.855" v="3078" actId="2696"/>
      <pc:docMkLst>
        <pc:docMk/>
      </pc:docMkLst>
      <pc:sldChg chg="addSp modSp mod">
        <pc:chgData name="PATRUNO ANDREA" userId="434c2d3d-d760-4baf-8981-191d7218719d" providerId="ADAL" clId="{D49931E2-CE7A-4E79-93FA-3282CEFD0145}" dt="2026-04-22T09:31:10.383" v="2244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2T09:32:06.790" v="2305" actId="20577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mod">
          <ac:chgData name="PATRUNO ANDREA" userId="434c2d3d-d760-4baf-8981-191d7218719d" providerId="ADAL" clId="{D49931E2-CE7A-4E79-93FA-3282CEFD0145}" dt="2026-04-22T09:32:06.790" v="2305" actId="20577"/>
          <ac:spMkLst>
            <pc:docMk/>
            <pc:sldMk cId="3845663667" sldId="282"/>
            <ac:spMk id="12" creationId="{514025A6-BFB3-5EF9-9884-20D33A1A9B3D}"/>
          </ac:spMkLst>
        </pc:spChg>
      </pc:sldChg>
      <pc:sldChg chg="modSp mod">
        <pc:chgData name="PATRUNO ANDREA" userId="434c2d3d-d760-4baf-8981-191d7218719d" providerId="ADAL" clId="{D49931E2-CE7A-4E79-93FA-3282CEFD0145}" dt="2026-04-22T09:38:25.517" v="2370" actId="14100"/>
        <pc:sldMkLst>
          <pc:docMk/>
          <pc:sldMk cId="2221516672" sldId="283"/>
        </pc:sldMkLst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3:16.734" v="2627" actId="207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mod">
          <ac:chgData name="PATRUNO ANDREA" userId="434c2d3d-d760-4baf-8981-191d7218719d" providerId="ADAL" clId="{D49931E2-CE7A-4E79-93FA-3282CEFD0145}" dt="2026-04-22T09:46:43.105" v="2410" actId="571"/>
          <ac:spMkLst>
            <pc:docMk/>
            <pc:sldMk cId="2838748534" sldId="289"/>
            <ac:spMk id="8" creationId="{AF37E541-149E-71FA-0A80-15B00B3DC95E}"/>
          </ac:spMkLst>
        </pc:spChg>
        <pc:spChg chg="add mod">
          <ac:chgData name="PATRUNO ANDREA" userId="434c2d3d-d760-4baf-8981-191d7218719d" providerId="ADAL" clId="{D49931E2-CE7A-4E79-93FA-3282CEFD0145}" dt="2026-04-22T09:46:47.208" v="2413" actId="1076"/>
          <ac:spMkLst>
            <pc:docMk/>
            <pc:sldMk cId="2838748534" sldId="289"/>
            <ac:spMk id="9" creationId="{F981F97C-C267-0B2D-8E2D-927FA6328982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mod">
          <ac:chgData name="PATRUNO ANDREA" userId="434c2d3d-d760-4baf-8981-191d7218719d" providerId="ADAL" clId="{D49931E2-CE7A-4E79-93FA-3282CEFD0145}" dt="2026-04-22T10:02:53.204" v="2622" actId="14100"/>
          <ac:spMkLst>
            <pc:docMk/>
            <pc:sldMk cId="2838748534" sldId="289"/>
            <ac:spMk id="3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2T10:03:16.734" v="2627" actId="207"/>
          <ac:spMkLst>
            <pc:docMk/>
            <pc:sldMk cId="2838748534" sldId="289"/>
            <ac:spMk id="31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4:39.236" v="2632" actId="1076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  <pc:spChg chg="del">
          <ac:chgData name="PATRUNO ANDREA" userId="434c2d3d-d760-4baf-8981-191d7218719d" providerId="ADAL" clId="{D49931E2-CE7A-4E79-93FA-3282CEFD0145}" dt="2026-04-22T10:04:30.227" v="2629" actId="478"/>
          <ac:spMkLst>
            <pc:docMk/>
            <pc:sldMk cId="1654007960" sldId="290"/>
            <ac:spMk id="56" creationId="{F6769360-0CE5-D5E7-B06E-EE87C5D68E9B}"/>
          </ac:spMkLst>
        </pc:spChg>
        <pc:spChg chg="del">
          <ac:chgData name="PATRUNO ANDREA" userId="434c2d3d-d760-4baf-8981-191d7218719d" providerId="ADAL" clId="{D49931E2-CE7A-4E79-93FA-3282CEFD0145}" dt="2026-04-22T10:04:29.730" v="2628" actId="478"/>
          <ac:spMkLst>
            <pc:docMk/>
            <pc:sldMk cId="1654007960" sldId="290"/>
            <ac:spMk id="75" creationId="{21E4E003-BD9A-D04D-CDC2-C4F4FEF12358}"/>
          </ac:spMkLst>
        </pc:spChg>
        <pc:spChg chg="del">
          <ac:chgData name="PATRUNO ANDREA" userId="434c2d3d-d760-4baf-8981-191d7218719d" providerId="ADAL" clId="{D49931E2-CE7A-4E79-93FA-3282CEFD0145}" dt="2026-04-22T10:04:29.730" v="2628" actId="478"/>
          <ac:spMkLst>
            <pc:docMk/>
            <pc:sldMk cId="1654007960" sldId="290"/>
            <ac:spMk id="76" creationId="{C7649F2B-FF7A-A61E-099A-99FB1DB63AFF}"/>
          </ac:spMkLst>
        </pc:spChg>
      </pc:sldChg>
      <pc:sldChg chg="add del">
        <pc:chgData name="PATRUNO ANDREA" userId="434c2d3d-d760-4baf-8981-191d7218719d" providerId="ADAL" clId="{D49931E2-CE7A-4E79-93FA-3282CEFD0145}" dt="2026-04-22T11:58:24.855" v="3078" actId="2696"/>
        <pc:sldMkLst>
          <pc:docMk/>
          <pc:sldMk cId="2371905339" sldId="292"/>
        </pc:sldMkLst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1:53.148" v="2649" actId="14100"/>
          <ac:spMkLst>
            <pc:docMk/>
            <pc:sldMk cId="1601501349" sldId="294"/>
            <ac:spMk id="8" creationId="{2E4D99C9-47B1-5F84-7B1D-D34D9C32B4E2}"/>
          </ac:spMkLst>
        </pc:spChg>
        <pc:spChg chg="mod">
          <ac:chgData name="PATRUNO ANDREA" userId="434c2d3d-d760-4baf-8981-191d7218719d" providerId="ADAL" clId="{D49931E2-CE7A-4E79-93FA-3282CEFD0145}" dt="2026-04-22T10:12:01.796" v="2652" actId="14100"/>
          <ac:spMkLst>
            <pc:docMk/>
            <pc:sldMk cId="1601501349" sldId="294"/>
            <ac:spMk id="11" creationId="{5B9FF722-5CDB-0A1D-67BB-3E617F1BC090}"/>
          </ac:spMkLst>
        </pc:spChg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modSp mod">
        <pc:chgData name="PATRUNO ANDREA" userId="434c2d3d-d760-4baf-8981-191d7218719d" providerId="ADAL" clId="{D49931E2-CE7A-4E79-93FA-3282CEFD0145}" dt="2026-04-22T10:30:16.076" v="2885" actId="20577"/>
        <pc:sldMkLst>
          <pc:docMk/>
          <pc:sldMk cId="742975812" sldId="295"/>
        </pc:sldMkLst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2T10:29:10.455" v="2872" actId="113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2T10:25:13.813" v="2857" actId="1076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2T10:30:16.076" v="2885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41:29.285" v="2970" actId="14100"/>
        <pc:sldMkLst>
          <pc:docMk/>
          <pc:sldMk cId="3953728975" sldId="296"/>
        </pc:sldMkLst>
        <pc:picChg chg="add del mod">
          <ac:chgData name="PATRUNO ANDREA" userId="434c2d3d-d760-4baf-8981-191d7218719d" providerId="ADAL" clId="{D49931E2-CE7A-4E79-93FA-3282CEFD0145}" dt="2026-04-22T10:40:47.939" v="2960" actId="478"/>
          <ac:picMkLst>
            <pc:docMk/>
            <pc:sldMk cId="3953728975" sldId="296"/>
            <ac:picMk id="6" creationId="{12D48939-8949-6069-A314-98F7EE46F33A}"/>
          </ac:picMkLst>
        </pc:picChg>
        <pc:picChg chg="del">
          <ac:chgData name="PATRUNO ANDREA" userId="434c2d3d-d760-4baf-8981-191d7218719d" providerId="ADAL" clId="{D49931E2-CE7A-4E79-93FA-3282CEFD0145}" dt="2026-04-22T10:31:09.489" v="2886" actId="478"/>
          <ac:picMkLst>
            <pc:docMk/>
            <pc:sldMk cId="3953728975" sldId="296"/>
            <ac:picMk id="7" creationId="{4F09E288-76B8-314B-7EDB-C8713B1DB44C}"/>
          </ac:picMkLst>
        </pc:picChg>
        <pc:picChg chg="del">
          <ac:chgData name="PATRUNO ANDREA" userId="434c2d3d-d760-4baf-8981-191d7218719d" providerId="ADAL" clId="{D49931E2-CE7A-4E79-93FA-3282CEFD0145}" dt="2026-04-22T10:31:20.026" v="2889" actId="478"/>
          <ac:picMkLst>
            <pc:docMk/>
            <pc:sldMk cId="3953728975" sldId="296"/>
            <ac:picMk id="8" creationId="{2BC5F768-666A-14AD-0D62-16C1122BD11A}"/>
          </ac:picMkLst>
        </pc:picChg>
        <pc:picChg chg="add del mod">
          <ac:chgData name="PATRUNO ANDREA" userId="434c2d3d-d760-4baf-8981-191d7218719d" providerId="ADAL" clId="{D49931E2-CE7A-4E79-93FA-3282CEFD0145}" dt="2026-04-22T10:40:53.123" v="2963" actId="478"/>
          <ac:picMkLst>
            <pc:docMk/>
            <pc:sldMk cId="3953728975" sldId="296"/>
            <ac:picMk id="10" creationId="{63BABDED-4F8A-5328-1526-FB463617E903}"/>
          </ac:picMkLst>
        </pc:picChg>
        <pc:picChg chg="add mod">
          <ac:chgData name="PATRUNO ANDREA" userId="434c2d3d-d760-4baf-8981-191d7218719d" providerId="ADAL" clId="{D49931E2-CE7A-4E79-93FA-3282CEFD0145}" dt="2026-04-22T10:41:29.285" v="2970" actId="14100"/>
          <ac:picMkLst>
            <pc:docMk/>
            <pc:sldMk cId="3953728975" sldId="296"/>
            <ac:picMk id="12" creationId="{B5E6601C-B4AF-392D-FD52-CBF16BAD27AA}"/>
          </ac:picMkLst>
        </pc:picChg>
        <pc:picChg chg="add mod">
          <ac:chgData name="PATRUNO ANDREA" userId="434c2d3d-d760-4baf-8981-191d7218719d" providerId="ADAL" clId="{D49931E2-CE7A-4E79-93FA-3282CEFD0145}" dt="2026-04-22T10:41:25.216" v="2969" actId="14100"/>
          <ac:picMkLst>
            <pc:docMk/>
            <pc:sldMk cId="3953728975" sldId="296"/>
            <ac:picMk id="14" creationId="{559725E1-993E-E3A6-D3A9-9E0E55A9CDA3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2T10:40:27.552" v="2959" actId="1076"/>
        <pc:sldMkLst>
          <pc:docMk/>
          <pc:sldMk cId="377742269" sldId="297"/>
        </pc:sldMkLst>
        <pc:picChg chg="add del mod">
          <ac:chgData name="PATRUNO ANDREA" userId="434c2d3d-d760-4baf-8981-191d7218719d" providerId="ADAL" clId="{D49931E2-CE7A-4E79-93FA-3282CEFD0145}" dt="2026-04-22T10:37:49.245" v="2928" actId="478"/>
          <ac:picMkLst>
            <pc:docMk/>
            <pc:sldMk cId="377742269" sldId="297"/>
            <ac:picMk id="4" creationId="{4765062E-9361-8F81-4F6A-BD299A4C7A50}"/>
          </ac:picMkLst>
        </pc:picChg>
        <pc:picChg chg="add del mod">
          <ac:chgData name="PATRUNO ANDREA" userId="434c2d3d-d760-4baf-8981-191d7218719d" providerId="ADAL" clId="{D49931E2-CE7A-4E79-93FA-3282CEFD0145}" dt="2026-04-22T10:34:43.836" v="2924" actId="22"/>
          <ac:picMkLst>
            <pc:docMk/>
            <pc:sldMk cId="377742269" sldId="297"/>
            <ac:picMk id="7" creationId="{FB640770-835C-E646-EDDE-52222E990FB8}"/>
          </ac:picMkLst>
        </pc:picChg>
        <pc:picChg chg="add del mod">
          <ac:chgData name="PATRUNO ANDREA" userId="434c2d3d-d760-4baf-8981-191d7218719d" providerId="ADAL" clId="{D49931E2-CE7A-4E79-93FA-3282CEFD0145}" dt="2026-04-22T10:34:42.427" v="2920" actId="22"/>
          <ac:picMkLst>
            <pc:docMk/>
            <pc:sldMk cId="377742269" sldId="297"/>
            <ac:picMk id="9" creationId="{FC773F8F-5FAA-C462-A681-F620D1AF4F7A}"/>
          </ac:picMkLst>
        </pc:picChg>
        <pc:picChg chg="add del mod">
          <ac:chgData name="PATRUNO ANDREA" userId="434c2d3d-d760-4baf-8981-191d7218719d" providerId="ADAL" clId="{D49931E2-CE7A-4E79-93FA-3282CEFD0145}" dt="2026-04-22T10:38:07.813" v="2934" actId="478"/>
          <ac:picMkLst>
            <pc:docMk/>
            <pc:sldMk cId="377742269" sldId="297"/>
            <ac:picMk id="11" creationId="{C7E90BDB-257A-E531-3380-D16A2C694025}"/>
          </ac:picMkLst>
        </pc:picChg>
        <pc:picChg chg="add del mod">
          <ac:chgData name="PATRUNO ANDREA" userId="434c2d3d-d760-4baf-8981-191d7218719d" providerId="ADAL" clId="{D49931E2-CE7A-4E79-93FA-3282CEFD0145}" dt="2026-04-22T10:38:30.940" v="2938" actId="478"/>
          <ac:picMkLst>
            <pc:docMk/>
            <pc:sldMk cId="377742269" sldId="297"/>
            <ac:picMk id="13" creationId="{443F2E19-6B66-D291-A08D-25BB920E45C7}"/>
          </ac:picMkLst>
        </pc:picChg>
        <pc:picChg chg="add del mod">
          <ac:chgData name="PATRUNO ANDREA" userId="434c2d3d-d760-4baf-8981-191d7218719d" providerId="ADAL" clId="{D49931E2-CE7A-4E79-93FA-3282CEFD0145}" dt="2026-04-22T10:40:13.716" v="2950" actId="478"/>
          <ac:picMkLst>
            <pc:docMk/>
            <pc:sldMk cId="377742269" sldId="297"/>
            <ac:picMk id="15" creationId="{7F802094-508A-5D59-4728-826D0A08243A}"/>
          </ac:picMkLst>
        </pc:picChg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modSp mod">
        <pc:chgData name="PATRUNO ANDREA" userId="434c2d3d-d760-4baf-8981-191d7218719d" providerId="ADAL" clId="{D49931E2-CE7A-4E79-93FA-3282CEFD0145}" dt="2026-04-22T10:48:06.491" v="3077" actId="14100"/>
        <pc:sldMkLst>
          <pc:docMk/>
          <pc:sldMk cId="2272666096" sldId="298"/>
        </pc:sldMkLst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0.png"/><Relationship Id="rId7" Type="http://schemas.openxmlformats.org/officeDocument/2006/relationships/image" Target="../media/image4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E84622A-8BAB-D675-B711-7C1195C1A2F6}"/>
              </a:ext>
            </a:extLst>
          </p:cNvPr>
          <p:cNvSpPr txBox="1"/>
          <p:nvPr/>
        </p:nvSpPr>
        <p:spPr>
          <a:xfrm>
            <a:off x="1777309" y="1034529"/>
            <a:ext cx="5589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POLITECNICO DI BARI</a:t>
            </a:r>
            <a:endParaRPr lang="it-IT" sz="3600" noProof="0" dirty="0">
              <a:solidFill>
                <a:srgbClr val="FFFFFF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1375609" y="1619862"/>
            <a:ext cx="6392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ELETTRICA e dell’INFORMAZIONE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225BEF9-D6CB-384C-B802-5225887CB7D5}"/>
              </a:ext>
            </a:extLst>
          </p:cNvPr>
          <p:cNvSpPr txBox="1"/>
          <p:nvPr/>
        </p:nvSpPr>
        <p:spPr>
          <a:xfrm>
            <a:off x="2411674" y="2272646"/>
            <a:ext cx="41065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Mathematical Methods for AI</a:t>
            </a:r>
            <a:endParaRPr lang="it-IT" sz="16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22796" y="2587875"/>
            <a:ext cx="54843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 per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Mediche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algn="ctr"/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radiografie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polmonari</a:t>
            </a:r>
            <a:endParaRPr lang="en-US" sz="2200" dirty="0">
              <a:solidFill>
                <a:srgbClr val="FFFFFF"/>
              </a:solidFill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649788" y="4727031"/>
            <a:ext cx="2286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6FE277C-C43C-D84B-8E03-812A84B72E8F}"/>
              </a:ext>
            </a:extLst>
          </p:cNvPr>
          <p:cNvSpPr txBox="1"/>
          <p:nvPr/>
        </p:nvSpPr>
        <p:spPr>
          <a:xfrm>
            <a:off x="2355875" y="1948341"/>
            <a:ext cx="42181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it-IT" sz="1600" b="1" noProof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aster’s</a:t>
            </a:r>
            <a:r>
              <a:rPr lang="it-IT" sz="1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computer engineering</a:t>
            </a: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923093"/>
              </p:ext>
            </p:extLst>
          </p:nvPr>
        </p:nvGraphicFramePr>
        <p:xfrm>
          <a:off x="2866" y="3786264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Prof.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07907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045013" y="2242226"/>
              <a:ext cx="3537284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95328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82551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101225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81964" y="2714648"/>
                <a:ext cx="1740789" cy="77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 (&gt; 10°).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47524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37942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02532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81101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63904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2883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22029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8410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37045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84415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518143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89630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50620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36534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64593" y="3435846"/>
            <a:ext cx="18860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verticale)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64408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∈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ℝᵐˣ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Ex: 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28509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29325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orizzontale)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k=1-3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242024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55622" y="4101081"/>
            <a:ext cx="3537163" cy="900219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CDB14A64-3086-8325-62F9-9362C65B586A}"/>
              </a:ext>
            </a:extLst>
          </p:cNvPr>
          <p:cNvSpPr/>
          <p:nvPr/>
        </p:nvSpPr>
        <p:spPr>
          <a:xfrm>
            <a:off x="209006" y="3898510"/>
            <a:ext cx="8620034" cy="82617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27">
            <a:extLst>
              <a:ext uri="{FF2B5EF4-FFF2-40B4-BE49-F238E27FC236}">
                <a16:creationId xmlns:a16="http://schemas.microsoft.com/office/drawing/2014/main" id="{A220AF40-FA58-1A8F-08E3-A9FA9C130AA7}"/>
              </a:ext>
            </a:extLst>
          </p:cNvPr>
          <p:cNvSpPr/>
          <p:nvPr/>
        </p:nvSpPr>
        <p:spPr>
          <a:xfrm>
            <a:off x="209006" y="3898510"/>
            <a:ext cx="64882" cy="82617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28">
            <a:extLst>
              <a:ext uri="{FF2B5EF4-FFF2-40B4-BE49-F238E27FC236}">
                <a16:creationId xmlns:a16="http://schemas.microsoft.com/office/drawing/2014/main" id="{008BDF98-D0D8-DB2D-FE87-BBA04B97620D}"/>
              </a:ext>
            </a:extLst>
          </p:cNvPr>
          <p:cNvSpPr/>
          <p:nvPr/>
        </p:nvSpPr>
        <p:spPr>
          <a:xfrm>
            <a:off x="384630" y="3959471"/>
            <a:ext cx="5309033" cy="819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3" y="2821171"/>
            <a:ext cx="5646420" cy="2231739"/>
          </a:xfrm>
          <a:prstGeom prst="rect">
            <a:avLst/>
          </a:prstGeom>
          <a:effectLst>
            <a:glow rad="101600">
              <a:srgbClr val="028090">
                <a:alpha val="60000"/>
              </a:srgbClr>
            </a:glow>
          </a:effectLst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7484168-2936-BB22-B152-59F4C381E9BD}"/>
              </a:ext>
            </a:extLst>
          </p:cNvPr>
          <p:cNvSpPr/>
          <p:nvPr/>
        </p:nvSpPr>
        <p:spPr>
          <a:xfrm>
            <a:off x="167401" y="1129474"/>
            <a:ext cx="8559359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D30226E-EC7E-0B18-C595-758AC413F632}"/>
              </a:ext>
            </a:extLst>
          </p:cNvPr>
          <p:cNvSpPr txBox="1"/>
          <p:nvPr/>
        </p:nvSpPr>
        <p:spPr>
          <a:xfrm>
            <a:off x="1177617" y="1191358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C3897A-A751-C97B-6F63-8CEC0386B5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56" y="1293309"/>
            <a:ext cx="529215" cy="52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1" y="2215438"/>
            <a:ext cx="27526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90695" y="2740971"/>
            <a:ext cx="27182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risultando meno efficace nello spazio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 alta dimensionalità.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209693" y="256414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265995" y="3171858"/>
            <a:ext cx="260560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4" y="284869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forte riduzione dimensionale 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44150" y="3433468"/>
            <a:ext cx="26622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componenti principali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PCA raggiunge il miglior risultato: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KNN e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83.4%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È il miglior compromesso tra drastica riduzione delle feature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 capacità discriminativa.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620853F-6773-41F5-627C-B2436D3C0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1315172"/>
            <a:ext cx="8823570" cy="1294280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0FA9D0B-5102-859A-62DA-8F3F15B2C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358453"/>
            <a:ext cx="8823568" cy="1269391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p:transition spd="med">
    <p:pull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34410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7930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106523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106408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7930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7169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7169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0A5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7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4174645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1128</TotalTime>
  <Words>1755</Words>
  <Application>Microsoft Office PowerPoint</Application>
  <PresentationFormat>Presentazione su schermo (16:9)</PresentationFormat>
  <Paragraphs>244</Paragraphs>
  <Slides>19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6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COLELLA IVAN GIACOMO</cp:lastModifiedBy>
  <cp:revision>13</cp:revision>
  <dcterms:created xsi:type="dcterms:W3CDTF">2026-04-10T10:38:47Z</dcterms:created>
  <dcterms:modified xsi:type="dcterms:W3CDTF">2026-04-25T14:44:16Z</dcterms:modified>
</cp:coreProperties>
</file>