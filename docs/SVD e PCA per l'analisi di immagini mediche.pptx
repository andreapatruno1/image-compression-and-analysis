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300" r:id="rId19"/>
    <p:sldId id="301" r:id="rId20"/>
    <p:sldId id="302" r:id="rId21"/>
    <p:sldId id="298" r:id="rId22"/>
    <p:sldId id="29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B7F8B"/>
    <a:srgbClr val="FFFFFF"/>
    <a:srgbClr val="CFD5EA"/>
    <a:srgbClr val="E9EBF5"/>
    <a:srgbClr val="0A1128"/>
    <a:srgbClr val="028090"/>
    <a:srgbClr val="64748B"/>
    <a:srgbClr val="82AAFF"/>
    <a:srgbClr val="89D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63" dt="2026-04-27T09:02:47.7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9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7T14:15:07.353" v="3363" actId="478"/>
      <pc:docMkLst>
        <pc:docMk/>
      </pc:docMkLst>
      <pc:sldChg chg="addSp modSp mod">
        <pc:chgData name="PATRUNO ANDREA" userId="434c2d3d-d760-4baf-8981-191d7218719d" providerId="ADAL" clId="{D49931E2-CE7A-4E79-93FA-3282CEFD0145}" dt="2026-04-27T09:22:11.978" v="3326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27T09:22:11.978" v="3326" actId="20577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7T08:30:36.341" v="3184" actId="20577"/>
        <pc:sldMkLst>
          <pc:docMk/>
          <pc:sldMk cId="2654812678" sldId="281"/>
        </pc:sldMkLst>
        <pc:graphicFrameChg chg="modGraphic">
          <ac:chgData name="PATRUNO ANDREA" userId="434c2d3d-d760-4baf-8981-191d7218719d" providerId="ADAL" clId="{D49931E2-CE7A-4E79-93FA-3282CEFD0145}" dt="2026-04-27T08:30:36.341" v="3184" actId="20577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  <pc:sldChg chg="addSp delSp modSp mod">
        <pc:chgData name="PATRUNO ANDREA" userId="434c2d3d-d760-4baf-8981-191d7218719d" providerId="ADAL" clId="{D49931E2-CE7A-4E79-93FA-3282CEFD0145}" dt="2026-04-27T14:14:30.147" v="3354" actId="478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add del mod">
          <ac:chgData name="PATRUNO ANDREA" userId="434c2d3d-d760-4baf-8981-191d7218719d" providerId="ADAL" clId="{D49931E2-CE7A-4E79-93FA-3282CEFD0145}" dt="2026-04-27T14:14:30.147" v="3354" actId="478"/>
          <ac:spMkLst>
            <pc:docMk/>
            <pc:sldMk cId="3845663667" sldId="282"/>
            <ac:spMk id="6" creationId="{7BD17308-D464-371C-557A-831B6A97C457}"/>
          </ac:spMkLst>
        </pc:spChg>
        <pc:spChg chg="mod">
          <ac:chgData name="PATRUNO ANDREA" userId="434c2d3d-d760-4baf-8981-191d7218719d" providerId="ADAL" clId="{D49931E2-CE7A-4E79-93FA-3282CEFD0145}" dt="2026-04-27T08:55:40.076" v="3297"/>
          <ac:spMkLst>
            <pc:docMk/>
            <pc:sldMk cId="3845663667" sldId="282"/>
            <ac:spMk id="12" creationId="{514025A6-BFB3-5EF9-9884-20D33A1A9B3D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34.569" v="3356" actId="478"/>
        <pc:sldMkLst>
          <pc:docMk/>
          <pc:sldMk cId="2221516672" sldId="283"/>
        </pc:sldMkLst>
        <pc:spChg chg="add del">
          <ac:chgData name="PATRUNO ANDREA" userId="434c2d3d-d760-4baf-8981-191d7218719d" providerId="ADAL" clId="{D49931E2-CE7A-4E79-93FA-3282CEFD0145}" dt="2026-04-27T08:55:51.834" v="3308" actId="22"/>
          <ac:spMkLst>
            <pc:docMk/>
            <pc:sldMk cId="2221516672" sldId="283"/>
            <ac:spMk id="7" creationId="{2C10C021-E030-0D5C-51AE-0D2A495DEB2A}"/>
          </ac:spMkLst>
        </pc:spChg>
        <pc:spChg chg="add del mod">
          <ac:chgData name="PATRUNO ANDREA" userId="434c2d3d-d760-4baf-8981-191d7218719d" providerId="ADAL" clId="{D49931E2-CE7A-4E79-93FA-3282CEFD0145}" dt="2026-04-27T14:14:34.569" v="3356" actId="478"/>
          <ac:spMkLst>
            <pc:docMk/>
            <pc:sldMk cId="2221516672" sldId="283"/>
            <ac:spMk id="8" creationId="{CC896E3F-4226-708B-E9A7-439D4B92CFB7}"/>
          </ac:spMkLst>
        </pc:spChg>
        <pc:spChg chg="mod">
          <ac:chgData name="PATRUNO ANDREA" userId="434c2d3d-d760-4baf-8981-191d7218719d" providerId="ADAL" clId="{D49931E2-CE7A-4E79-93FA-3282CEFD0145}" dt="2026-04-27T09:35:15.497" v="3334" actId="20577"/>
          <ac:spMkLst>
            <pc:docMk/>
            <pc:sldMk cId="2221516672" sldId="283"/>
            <ac:spMk id="42" creationId="{2F21829D-71C2-384A-A037-4DC27FC5E23A}"/>
          </ac:spMkLst>
        </pc:spChg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3.073" v="3357" actId="478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7T14:14:43.073" v="3357" actId="478"/>
          <ac:spMkLst>
            <pc:docMk/>
            <pc:sldMk cId="2838748534" sldId="289"/>
            <ac:spMk id="6" creationId="{263B22C1-1FAC-6E68-C093-24ECE8CF58C3}"/>
          </ac:spMkLst>
        </pc:spChg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7.520" v="3358" actId="478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add del mod">
          <ac:chgData name="PATRUNO ANDREA" userId="434c2d3d-d760-4baf-8981-191d7218719d" providerId="ADAL" clId="{D49931E2-CE7A-4E79-93FA-3282CEFD0145}" dt="2026-04-27T14:14:47.520" v="3358" actId="478"/>
          <ac:spMkLst>
            <pc:docMk/>
            <pc:sldMk cId="1654007960" sldId="290"/>
            <ac:spMk id="6" creationId="{33D6E2C5-0FAB-C6D3-C740-DA3B4A4BF6A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9.665" v="3359" actId="478"/>
        <pc:sldMkLst>
          <pc:docMk/>
          <pc:sldMk cId="3732698589" sldId="291"/>
        </pc:sldMkLst>
        <pc:spChg chg="add del mod">
          <ac:chgData name="PATRUNO ANDREA" userId="434c2d3d-d760-4baf-8981-191d7218719d" providerId="ADAL" clId="{D49931E2-CE7A-4E79-93FA-3282CEFD0145}" dt="2026-04-27T14:14:49.665" v="3359" actId="478"/>
          <ac:spMkLst>
            <pc:docMk/>
            <pc:sldMk cId="3732698589" sldId="291"/>
            <ac:spMk id="6" creationId="{D448ADEC-582B-8D03-385F-41DF53CB331A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52.217" v="3360" actId="478"/>
        <pc:sldMkLst>
          <pc:docMk/>
          <pc:sldMk cId="2438011927" sldId="293"/>
        </pc:sldMkLst>
        <pc:spChg chg="add del mod">
          <ac:chgData name="PATRUNO ANDREA" userId="434c2d3d-d760-4baf-8981-191d7218719d" providerId="ADAL" clId="{D49931E2-CE7A-4E79-93FA-3282CEFD0145}" dt="2026-04-27T14:14:52.217" v="3360" actId="478"/>
          <ac:spMkLst>
            <pc:docMk/>
            <pc:sldMk cId="2438011927" sldId="293"/>
            <ac:spMk id="6" creationId="{5C2745B9-D962-DA76-D0D2-1F580F04EBD5}"/>
          </ac:spMkLst>
        </pc:spChg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5.241" v="3361" actId="478"/>
        <pc:sldMkLst>
          <pc:docMk/>
          <pc:sldMk cId="742975812" sldId="295"/>
        </pc:sldMkLst>
        <pc:spChg chg="add del mod">
          <ac:chgData name="PATRUNO ANDREA" userId="434c2d3d-d760-4baf-8981-191d7218719d" providerId="ADAL" clId="{D49931E2-CE7A-4E79-93FA-3282CEFD0145}" dt="2026-04-27T14:14:55.241" v="3361" actId="478"/>
          <ac:spMkLst>
            <pc:docMk/>
            <pc:sldMk cId="742975812" sldId="295"/>
            <ac:spMk id="4" creationId="{B31F62DE-386B-2523-3706-688A8A56E142}"/>
          </ac:spMkLst>
        </pc:spChg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7T08:37:50.129" v="3209" actId="2711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7T08:37:54.928" v="3210" actId="14100"/>
          <ac:spMkLst>
            <pc:docMk/>
            <pc:sldMk cId="742975812" sldId="295"/>
            <ac:spMk id="32" creationId="{79527AFE-B2C0-B998-B924-560030397BB5}"/>
          </ac:spMkLst>
        </pc:spChg>
        <pc:spChg chg="mod">
          <ac:chgData name="PATRUNO ANDREA" userId="434c2d3d-d760-4baf-8981-191d7218719d" providerId="ADAL" clId="{D49931E2-CE7A-4E79-93FA-3282CEFD0145}" dt="2026-04-27T08:38:11.697" v="3251" actId="20577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7T08:37:08.914" v="3204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57:23.465" v="3317"/>
        <pc:sldMkLst>
          <pc:docMk/>
          <pc:sldMk cId="3953728975" sldId="296"/>
        </pc:sldMkLst>
        <pc:spChg chg="add mod">
          <ac:chgData name="PATRUNO ANDREA" userId="434c2d3d-d760-4baf-8981-191d7218719d" providerId="ADAL" clId="{D49931E2-CE7A-4E79-93FA-3282CEFD0145}" dt="2026-04-27T08:57:23.465" v="3317"/>
          <ac:spMkLst>
            <pc:docMk/>
            <pc:sldMk cId="3953728975" sldId="296"/>
            <ac:spMk id="7" creationId="{AC78B852-2CB3-B61E-E27E-FB0C05F319C9}"/>
          </ac:spMkLst>
        </pc:spChg>
        <pc:picChg chg="add del">
          <ac:chgData name="PATRUNO ANDREA" userId="434c2d3d-d760-4baf-8981-191d7218719d" providerId="ADAL" clId="{D49931E2-CE7A-4E79-93FA-3282CEFD0145}" dt="2026-04-27T08:24:56.275" v="3103" actId="21"/>
          <ac:picMkLst>
            <pc:docMk/>
            <pc:sldMk cId="3953728975" sldId="296"/>
            <ac:picMk id="28" creationId="{B69DFF7A-5A54-C267-0F7C-0945F629D187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9.697" v="3362" actId="478"/>
        <pc:sldMkLst>
          <pc:docMk/>
          <pc:sldMk cId="377742269" sldId="297"/>
        </pc:sldMkLst>
        <pc:spChg chg="add del mod">
          <ac:chgData name="PATRUNO ANDREA" userId="434c2d3d-d760-4baf-8981-191d7218719d" providerId="ADAL" clId="{D49931E2-CE7A-4E79-93FA-3282CEFD0145}" dt="2026-04-27T14:14:59.697" v="3362" actId="478"/>
          <ac:spMkLst>
            <pc:docMk/>
            <pc:sldMk cId="377742269" sldId="297"/>
            <ac:spMk id="4" creationId="{459940C2-D666-A92A-7D2F-E13C34BA1337}"/>
          </ac:spMkLst>
        </pc:sp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5:07.353" v="3363" actId="478"/>
        <pc:sldMkLst>
          <pc:docMk/>
          <pc:sldMk cId="2272666096" sldId="298"/>
        </pc:sldMkLst>
        <pc:spChg chg="add del mod">
          <ac:chgData name="PATRUNO ANDREA" userId="434c2d3d-d760-4baf-8981-191d7218719d" providerId="ADAL" clId="{D49931E2-CE7A-4E79-93FA-3282CEFD0145}" dt="2026-04-27T14:15:07.353" v="3363" actId="478"/>
          <ac:spMkLst>
            <pc:docMk/>
            <pc:sldMk cId="2272666096" sldId="298"/>
            <ac:spMk id="4" creationId="{37A39518-4778-692B-2582-B93650CBE381}"/>
          </ac:spMkLst>
        </pc:spChg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39:01.911" v="3253" actId="14100"/>
        <pc:sldMkLst>
          <pc:docMk/>
          <pc:sldMk cId="0" sldId="300"/>
        </pc:sldMkLst>
        <pc:spChg chg="del mod">
          <ac:chgData name="PATRUNO ANDREA" userId="434c2d3d-d760-4baf-8981-191d7218719d" providerId="ADAL" clId="{D49931E2-CE7A-4E79-93FA-3282CEFD0145}" dt="2026-04-27T08:23:55.083" v="3086" actId="478"/>
          <ac:spMkLst>
            <pc:docMk/>
            <pc:sldMk cId="0" sldId="300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3.071" v="3131" actId="14100"/>
          <ac:spMkLst>
            <pc:docMk/>
            <pc:sldMk cId="0" sldId="300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06.984" v="3124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8:39.132" v="3252" actId="113"/>
          <ac:spMkLst>
            <pc:docMk/>
            <pc:sldMk cId="0" sldId="300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2.502" v="3126" actId="1076"/>
          <ac:spMkLst>
            <pc:docMk/>
            <pc:sldMk cId="0" sldId="300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31.665" v="3133" actId="1076"/>
          <ac:spMkLst>
            <pc:docMk/>
            <pc:sldMk cId="0" sldId="300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8.278" v="3128" actId="1076"/>
          <ac:spMkLst>
            <pc:docMk/>
            <pc:sldMk cId="0" sldId="300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0.773" v="3130" actId="1076"/>
          <ac:spMkLst>
            <pc:docMk/>
            <pc:sldMk cId="0" sldId="300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9:01.911" v="3253" actId="14100"/>
          <ac:spMkLst>
            <pc:docMk/>
            <pc:sldMk cId="0" sldId="300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50.621" v="3120" actId="478"/>
          <ac:spMkLst>
            <pc:docMk/>
            <pc:sldMk cId="0" sldId="300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41.414" v="3134" actId="1076"/>
          <ac:spMkLst>
            <pc:docMk/>
            <pc:sldMk cId="0" sldId="300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32.565" v="3113" actId="478"/>
          <ac:spMkLst>
            <pc:docMk/>
            <pc:sldMk cId="0" sldId="300"/>
            <ac:spMk id="19" creationId="{00000000-0000-0000-0000-000000000000}"/>
          </ac:spMkLst>
        </pc:spChg>
        <pc:spChg chg="add 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20" creationId="{047FF7A6-52FD-0D3B-8B7F-7A497C67E2D4}"/>
          </ac:spMkLst>
        </pc:spChg>
        <pc:spChg chg="add mod">
          <ac:chgData name="PATRUNO ANDREA" userId="434c2d3d-d760-4baf-8981-191d7218719d" providerId="ADAL" clId="{D49931E2-CE7A-4E79-93FA-3282CEFD0145}" dt="2026-04-27T08:24:05.104" v="3088"/>
          <ac:spMkLst>
            <pc:docMk/>
            <pc:sldMk cId="0" sldId="300"/>
            <ac:spMk id="21" creationId="{01E9BCF0-0AE1-7BF6-1563-7831EA7A2B1D}"/>
          </ac:spMkLst>
        </pc:spChg>
        <pc:picChg chg="mod">
          <ac:chgData name="PATRUNO ANDREA" userId="434c2d3d-d760-4baf-8981-191d7218719d" providerId="ADAL" clId="{D49931E2-CE7A-4E79-93FA-3282CEFD0145}" dt="2026-04-27T08:25:35.732" v="3114" actId="14100"/>
          <ac:picMkLst>
            <pc:docMk/>
            <pc:sldMk cId="0" sldId="300"/>
            <ac:picMk id="15" creationId="{00000000-0000-0000-0000-000000000000}"/>
          </ac:picMkLst>
        </pc:picChg>
        <pc:picChg chg="add del mod">
          <ac:chgData name="PATRUNO ANDREA" userId="434c2d3d-d760-4baf-8981-191d7218719d" providerId="ADAL" clId="{D49931E2-CE7A-4E79-93FA-3282CEFD0145}" dt="2026-04-27T08:28:17.238" v="3162" actId="21"/>
          <ac:picMkLst>
            <pc:docMk/>
            <pc:sldMk cId="0" sldId="300"/>
            <ac:picMk id="22" creationId="{B9D39DCE-AF5E-E592-B457-2B33372D8B40}"/>
          </ac:picMkLst>
        </pc:picChg>
        <pc:picChg chg="add mod">
          <ac:chgData name="PATRUNO ANDREA" userId="434c2d3d-d760-4baf-8981-191d7218719d" providerId="ADAL" clId="{D49931E2-CE7A-4E79-93FA-3282CEFD0145}" dt="2026-04-27T08:25:00.269" v="3105"/>
          <ac:picMkLst>
            <pc:docMk/>
            <pc:sldMk cId="0" sldId="300"/>
            <ac:picMk id="23" creationId="{ECFB4994-CE9D-3C29-159B-B6AA2D067A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07:50.537" v="3353" actId="208"/>
        <pc:sldMkLst>
          <pc:docMk/>
          <pc:sldMk cId="0" sldId="301"/>
        </pc:sldMkLst>
        <pc:spChg chg="del">
          <ac:chgData name="PATRUNO ANDREA" userId="434c2d3d-d760-4baf-8981-191d7218719d" providerId="ADAL" clId="{D49931E2-CE7A-4E79-93FA-3282CEFD0145}" dt="2026-04-27T08:27:16.023" v="3139" actId="478"/>
          <ac:spMkLst>
            <pc:docMk/>
            <pc:sldMk cId="0" sldId="301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8:23.939" v="3164" actId="1076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7T08:27:32.350" v="3146" actId="478"/>
          <ac:spMkLst>
            <pc:docMk/>
            <pc:sldMk cId="0" sldId="301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1:31.088" v="3279" actId="478"/>
          <ac:spMkLst>
            <pc:docMk/>
            <pc:sldMk cId="0" sldId="301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5.118" v="3337" actId="20577"/>
          <ac:spMkLst>
            <pc:docMk/>
            <pc:sldMk cId="0" sldId="301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0:42.427" v="3274" actId="1076"/>
          <ac:spMkLst>
            <pc:docMk/>
            <pc:sldMk cId="0" sldId="301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1.458" v="3267" actId="478"/>
          <ac:spMkLst>
            <pc:docMk/>
            <pc:sldMk cId="0" sldId="301"/>
            <ac:spMk id="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9.372" v="3265" actId="478"/>
          <ac:spMkLst>
            <pc:docMk/>
            <pc:sldMk cId="0" sldId="301"/>
            <ac:spMk id="12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6.700" v="3263" actId="478"/>
          <ac:spMkLst>
            <pc:docMk/>
            <pc:sldMk cId="0" sldId="301"/>
            <ac:spMk id="1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7.667" v="3264" actId="478"/>
          <ac:spMkLst>
            <pc:docMk/>
            <pc:sldMk cId="0" sldId="301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2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0.379" v="3266" actId="478"/>
          <ac:spMkLst>
            <pc:docMk/>
            <pc:sldMk cId="0" sldId="301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2:00.448" v="3282" actId="14100"/>
          <ac:spMkLst>
            <pc:docMk/>
            <pc:sldMk cId="0" sldId="301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8.670" v="3342" actId="20577"/>
          <ac:spMkLst>
            <pc:docMk/>
            <pc:sldMk cId="0" sldId="301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30:56.411" v="3186" actId="478"/>
          <ac:spMkLst>
            <pc:docMk/>
            <pc:sldMk cId="0" sldId="301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3:29.525" v="3079"/>
          <ac:spMkLst>
            <pc:docMk/>
            <pc:sldMk cId="0" sldId="301"/>
            <ac:spMk id="29" creationId="{1AC93425-891F-6AB1-712E-5B461A4E1CE0}"/>
          </ac:spMkLst>
        </pc:spChg>
        <pc:spChg chg="add mod or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9" creationId="{F3E7F2F3-0963-F3E2-283A-26A18C75B72A}"/>
          </ac:spMkLst>
        </pc:spChg>
        <pc:spChg chg="add mod">
          <ac:chgData name="PATRUNO ANDREA" userId="434c2d3d-d760-4baf-8981-191d7218719d" providerId="ADAL" clId="{D49931E2-CE7A-4E79-93FA-3282CEFD0145}" dt="2026-04-27T08:27:41.754" v="3148"/>
          <ac:spMkLst>
            <pc:docMk/>
            <pc:sldMk cId="0" sldId="301"/>
            <ac:spMk id="30" creationId="{2F409DD5-4FB4-F306-D3A4-48F4015E3E6E}"/>
          </ac:spMkLst>
        </pc:spChg>
        <pc:spChg chg="add mod">
          <ac:chgData name="PATRUNO ANDREA" userId="434c2d3d-d760-4baf-8981-191d7218719d" providerId="ADAL" clId="{D49931E2-CE7A-4E79-93FA-3282CEFD0145}" dt="2026-04-27T08:42:02.261" v="3283"/>
          <ac:spMkLst>
            <pc:docMk/>
            <pc:sldMk cId="0" sldId="301"/>
            <ac:spMk id="33" creationId="{C62288EE-A341-47A9-C27A-3F1776FD3F1D}"/>
          </ac:spMkLst>
        </pc:spChg>
        <pc:spChg chg="add mod ord">
          <ac:chgData name="PATRUNO ANDREA" userId="434c2d3d-d760-4baf-8981-191d7218719d" providerId="ADAL" clId="{D49931E2-CE7A-4E79-93FA-3282CEFD0145}" dt="2026-04-27T14:06:24.592" v="3343" actId="1076"/>
          <ac:spMkLst>
            <pc:docMk/>
            <pc:sldMk cId="0" sldId="301"/>
            <ac:spMk id="34" creationId="{5FA0ED2C-6F46-7CC8-C05D-17BF9A045642}"/>
          </ac:spMkLst>
        </pc:spChg>
        <pc:picChg chg="mod">
          <ac:chgData name="PATRUNO ANDREA" userId="434c2d3d-d760-4baf-8981-191d7218719d" providerId="ADAL" clId="{D49931E2-CE7A-4E79-93FA-3282CEFD0145}" dt="2026-04-27T14:07:50.537" v="3353" actId="208"/>
          <ac:picMkLst>
            <pc:docMk/>
            <pc:sldMk cId="0" sldId="301"/>
            <ac:picMk id="8" creationId="{00000000-0000-0000-0000-000000000000}"/>
          </ac:picMkLst>
        </pc:picChg>
        <pc:picChg chg="mod">
          <ac:chgData name="PATRUNO ANDREA" userId="434c2d3d-d760-4baf-8981-191d7218719d" providerId="ADAL" clId="{D49931E2-CE7A-4E79-93FA-3282CEFD0145}" dt="2026-04-27T14:07:39.854" v="3351" actId="14100"/>
          <ac:picMkLst>
            <pc:docMk/>
            <pc:sldMk cId="0" sldId="301"/>
            <ac:picMk id="25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8:13.809" v="3160"/>
          <ac:picMkLst>
            <pc:docMk/>
            <pc:sldMk cId="0" sldId="301"/>
            <ac:picMk id="31" creationId="{3B665812-DAE4-BC39-4D43-0BE12A8ED1A4}"/>
          </ac:picMkLst>
        </pc:picChg>
        <pc:picChg chg="add mod">
          <ac:chgData name="PATRUNO ANDREA" userId="434c2d3d-d760-4baf-8981-191d7218719d" providerId="ADAL" clId="{D49931E2-CE7A-4E79-93FA-3282CEFD0145}" dt="2026-04-27T08:28:19.057" v="3163"/>
          <ac:picMkLst>
            <pc:docMk/>
            <pc:sldMk cId="0" sldId="301"/>
            <ac:picMk id="32" creationId="{95D6EC23-75AE-7DBB-C5F0-9060A03509B1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08:46:10.234" v="3296" actId="20577"/>
        <pc:sldMkLst>
          <pc:docMk/>
          <pc:sldMk cId="0" sldId="302"/>
        </pc:sldMkLst>
        <pc:spChg chg="del">
          <ac:chgData name="PATRUNO ANDREA" userId="434c2d3d-d760-4baf-8981-191d7218719d" providerId="ADAL" clId="{D49931E2-CE7A-4E79-93FA-3282CEFD0145}" dt="2026-04-27T08:28:50.970" v="3169" actId="478"/>
          <ac:spMkLst>
            <pc:docMk/>
            <pc:sldMk cId="0" sldId="302"/>
            <ac:spMk id="2" creationId="{00000000-0000-0000-0000-000000000000}"/>
          </ac:spMkLst>
        </pc:spChg>
        <pc:spChg chg="del mod ord">
          <ac:chgData name="PATRUNO ANDREA" userId="434c2d3d-d760-4baf-8981-191d7218719d" providerId="ADAL" clId="{D49931E2-CE7A-4E79-93FA-3282CEFD0145}" dt="2026-04-27T08:29:15.912" v="3178"/>
          <ac:spMkLst>
            <pc:docMk/>
            <pc:sldMk cId="0" sldId="302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28:53.210" v="3170" actId="478"/>
          <ac:spMkLst>
            <pc:docMk/>
            <pc:sldMk cId="0" sldId="302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4:34.168" v="3293" actId="478"/>
          <ac:spMkLst>
            <pc:docMk/>
            <pc:sldMk cId="0" sldId="30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30:52.771" v="3185" actId="478"/>
          <ac:spMkLst>
            <pc:docMk/>
            <pc:sldMk cId="0" sldId="302"/>
            <ac:spMk id="3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8" creationId="{FAA6AEFA-03C0-459E-C5C5-B8C3B88CDE65}"/>
          </ac:spMkLst>
        </pc:spChg>
        <pc:spChg chg="add mod">
          <ac:chgData name="PATRUNO ANDREA" userId="434c2d3d-d760-4baf-8981-191d7218719d" providerId="ADAL" clId="{D49931E2-CE7A-4E79-93FA-3282CEFD0145}" dt="2026-04-27T08:29:04.143" v="3171"/>
          <ac:spMkLst>
            <pc:docMk/>
            <pc:sldMk cId="0" sldId="302"/>
            <ac:spMk id="39" creationId="{A78DB719-87BB-9FA4-B12E-BD49E8A79B7D}"/>
          </ac:spMkLst>
        </pc:spChg>
        <pc:spChg chg="add mod">
          <ac:chgData name="PATRUNO ANDREA" userId="434c2d3d-d760-4baf-8981-191d7218719d" providerId="ADAL" clId="{D49931E2-CE7A-4E79-93FA-3282CEFD0145}" dt="2026-04-27T08:46:10.234" v="3296" actId="20577"/>
          <ac:spMkLst>
            <pc:docMk/>
            <pc:sldMk cId="0" sldId="302"/>
            <ac:spMk id="40" creationId="{A3EE6153-6EFA-9E78-5C7B-7F525E5D3A5C}"/>
          </ac:spMkLst>
        </pc:spChg>
        <pc:picChg chg="mod">
          <ac:chgData name="PATRUNO ANDREA" userId="434c2d3d-d760-4baf-8981-191d7218719d" providerId="ADAL" clId="{D49931E2-CE7A-4E79-93FA-3282CEFD0145}" dt="2026-04-27T08:44:41.346" v="3295" actId="14100"/>
          <ac:picMkLst>
            <pc:docMk/>
            <pc:sldMk cId="0" sldId="302"/>
            <ac:picMk id="32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9:04.143" v="3171"/>
          <ac:picMkLst>
            <pc:docMk/>
            <pc:sldMk cId="0" sldId="302"/>
            <ac:picMk id="41" creationId="{8B9FCF28-6ED9-2787-2A26-7236D31563DA}"/>
          </ac:picMkLst>
        </pc:picChg>
        <pc:picChg chg="add mod">
          <ac:chgData name="PATRUNO ANDREA" userId="434c2d3d-d760-4baf-8981-191d7218719d" providerId="ADAL" clId="{D49931E2-CE7A-4E79-93FA-3282CEFD0145}" dt="2026-04-27T08:29:19.878" v="3179"/>
          <ac:picMkLst>
            <pc:docMk/>
            <pc:sldMk cId="0" sldId="302"/>
            <ac:picMk id="42" creationId="{254A1A73-AC50-726F-A129-AD011465E39A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0.png"/><Relationship Id="rId7" Type="http://schemas.openxmlformats.org/officeDocument/2006/relationships/image" Target="../media/image5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6578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Prof.ssa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07907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pesante.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045013" y="2242226"/>
              <a:ext cx="3537284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95328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82551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101225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47524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37942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02532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81101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63904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2883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22029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8410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37045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84415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518143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89630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50620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36534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64593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64408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29325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k=1-3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242024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55622" y="4101081"/>
            <a:ext cx="3537163" cy="900219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3" y="2821171"/>
            <a:ext cx="5646420" cy="2231739"/>
          </a:xfrm>
          <a:prstGeom prst="rect">
            <a:avLst/>
          </a:prstGeom>
          <a:effectLst>
            <a:glow rad="101600">
              <a:srgbClr val="028090">
                <a:alpha val="60000"/>
              </a:srgbClr>
            </a:glow>
          </a:effectLst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1" y="2215438"/>
            <a:ext cx="27526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90695" y="2740971"/>
            <a:ext cx="27182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83.2%,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restando 1-2 punti sotto la LR su tutti gli scenari testati.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209693" y="256414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265995" y="3171858"/>
            <a:ext cx="260560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</a:t>
            </a:r>
            <a:b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872122" cy="293839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4" y="2848693"/>
            <a:ext cx="27182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drastica riduzione,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preservata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44150" y="3433468"/>
            <a:ext cx="266227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 componenti principali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(1/2.600 delle feature originali) l'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resta sostanzialmente quella della baseline: </a:t>
            </a:r>
            <a:r>
              <a:rPr lang="it-IT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sia con KNN che con LR. La PCA non vince in 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(la SVD è leggermente migliore) ma offre la rappresentazione più compatta a parità di prestazioni discriminative.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548640"/>
            <a:ext cx="8412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Stessa pipeline, dataset industriale: regge?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29312"/>
            <a:ext cx="4114800" cy="2755745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931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29260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 standard per anomaly detection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industriale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distribuito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Software.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927" y="1980878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63139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good vs defective. Cinque tipi di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difetto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manipulated_front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scratch_head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scratch_neck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thread_side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thread_top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aggregati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nella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defective.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6927" y="2665328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DIMENSIONE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65328"/>
            <a:ext cx="29260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238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immagini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256×256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bilanciate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(119 good + 119 defective).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171" y="3109804"/>
            <a:ext cx="914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9571" y="3107404"/>
            <a:ext cx="292608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sfondo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difetti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localizzati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Dominio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agli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antipodi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rispetto alle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radiografie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5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polmonari</a:t>
            </a:r>
            <a:r>
              <a:rPr sz="105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5" name="Picture 14" descr="fase1_esplor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79" y="1032597"/>
            <a:ext cx="4221719" cy="389258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3989700"/>
            <a:ext cx="3931919" cy="694011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199" y="4018258"/>
            <a:ext cx="3749039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pipeline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progettata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 il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medico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viene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senza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modifiche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un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industriale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Verifichiamo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 SVD e PCA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conservano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l'informazione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utile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anche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fuori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dal loro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sz="1000" b="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sviluppo</a:t>
            </a:r>
            <a:r>
              <a:rPr sz="1000" b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047FF7A6-52FD-0D3B-8B7F-7A497C67E2D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01E9BCF0-0AE1-7BF6-1563-7831EA7A2B1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43000" y="303833"/>
            <a:ext cx="841248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B9D39DCE-AF5E-E592-B457-2B33372D8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ECFB4994-CE9D-3C29-159B-B6AA2D067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1">
            <a:extLst>
              <a:ext uri="{FF2B5EF4-FFF2-40B4-BE49-F238E27FC236}">
                <a16:creationId xmlns:a16="http://schemas.microsoft.com/office/drawing/2014/main" id="{5FA0ED2C-6F46-7CC8-C05D-17BF9A045642}"/>
              </a:ext>
            </a:extLst>
          </p:cNvPr>
          <p:cNvSpPr/>
          <p:nvPr/>
        </p:nvSpPr>
        <p:spPr>
          <a:xfrm>
            <a:off x="131594" y="1005840"/>
            <a:ext cx="4074646" cy="10618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3931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estrema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1481328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sono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oggetti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quasi rank-1 (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fondo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uniforme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forma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comune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sz="1000" b="1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produce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indistinguibili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sz="1000" b="0" dirty="0" err="1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occhio</a:t>
            </a:r>
            <a:r>
              <a: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8" name="Picture 7" descr="fase3.2_ricostruzione_s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9" y="2008668"/>
            <a:ext cx="4638010" cy="2801183"/>
          </a:xfrm>
          <a:prstGeom prst="rect">
            <a:avLst/>
          </a:prstGeom>
          <a:ln>
            <a:solidFill>
              <a:srgbClr val="0D1B4B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4754880" y="1005840"/>
            <a:ext cx="3990703" cy="10618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37760" y="1143000"/>
            <a:ext cx="374903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punto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critico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937760" y="1481328"/>
            <a:ext cx="3749039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 primi due componenti good e defective si sovrappongono. La varianza è dominata dalla forma comune della vite, non dalle piccole perturbazioni locali che caratterizzano il difetto.</a:t>
            </a:r>
          </a:p>
        </p:txBody>
      </p:sp>
      <p:pic>
        <p:nvPicPr>
          <p:cNvPr id="25" name="Picture 24" descr="fase5_pc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251966"/>
            <a:ext cx="4362994" cy="2026119"/>
          </a:xfrm>
          <a:prstGeom prst="rect">
            <a:avLst/>
          </a:prstGeom>
          <a:ln>
            <a:solidFill>
              <a:srgbClr val="0D1B4B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4937760" y="4488702"/>
            <a:ext cx="3749039" cy="365760"/>
          </a:xfrm>
          <a:prstGeom prst="roundRect">
            <a:avLst>
              <a:gd name="adj" fmla="val 10000"/>
            </a:avLst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74920" y="451613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Compressibilità ≠ separabilità: la PCA cattura la forma, non l'anomalia.</a:t>
            </a:r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F3E7F2F3-0963-F3E2-283A-26A18C75B72A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2F409DD5-4FB4-F306-D3A4-48F4015E3E6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82188" y="289038"/>
            <a:ext cx="6479177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SVD e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3B665812-DAE4-BC39-4D43-0BE12A8ED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95D6EC23-75AE-7DBB-C5F0-9060A035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365760" y="1005840"/>
            <a:ext cx="4206240" cy="265176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115568"/>
            <a:ext cx="39319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 5-fold CV — MVTec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Scenario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acc.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48132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acc.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91640"/>
            <a:ext cx="3749039" cy="76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Pixels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78308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029967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276856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k=50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523744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2770632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017520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k=50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0.766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264408"/>
            <a:ext cx="1280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0.677</a:t>
            </a:r>
          </a:p>
        </p:txBody>
      </p:sp>
      <p:pic>
        <p:nvPicPr>
          <p:cNvPr id="32" name="Picture 31" descr="fase5_hero_tradeoff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856" y="999928"/>
            <a:ext cx="4477557" cy="268522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65760" y="3749039"/>
            <a:ext cx="8503920" cy="914400"/>
          </a:xfrm>
          <a:prstGeom prst="roundRect">
            <a:avLst>
              <a:gd name="adj" fmla="val 10000"/>
            </a:avLst>
          </a:prstGeom>
          <a:solidFill>
            <a:srgbClr val="0D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Takeaway — compressibilità ≠ separabilità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114800"/>
            <a:ext cx="822960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 MVTec la SVD comprime al massimo (oggetti quasi rank-1, k=10 indistinguibile dall'originale), eppure la classificazione è più difficile del medico (LR 80% vs 85%, KNN 68% vs 83%). La pipeline regge — la SVD mantiene l'accuracy della LR entro un punto dal baseline — ma la difficoltà non è la compressione: è il segnale.</a:t>
            </a:r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FAA6AEFA-03C0-459E-C5C5-B8C3B88CDE65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A78DB719-87BB-9FA4-B12E-BD49E8A79B7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2">
            <a:extLst>
              <a:ext uri="{FF2B5EF4-FFF2-40B4-BE49-F238E27FC236}">
                <a16:creationId xmlns:a16="http://schemas.microsoft.com/office/drawing/2014/main" id="{A3EE6153-6EFA-9E78-5C7B-7F525E5D3A5C}"/>
              </a:ext>
            </a:extLst>
          </p:cNvPr>
          <p:cNvSpPr txBox="1"/>
          <p:nvPr/>
        </p:nvSpPr>
        <p:spPr>
          <a:xfrm>
            <a:off x="1234440" y="289038"/>
            <a:ext cx="6479177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Classificazione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8B9FCF28-6ED9-2787-2A26-7236D3156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42" name="Immagine 41">
            <a:extLst>
              <a:ext uri="{FF2B5EF4-FFF2-40B4-BE49-F238E27FC236}">
                <a16:creationId xmlns:a16="http://schemas.microsoft.com/office/drawing/2014/main" id="{254A1A73-AC50-726F-A129-AD011465E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34410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7930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106523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106408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7930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7169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7169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0A5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0A5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67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4174645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59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1471</TotalTime>
  <Words>2111</Words>
  <Application>Microsoft Office PowerPoint</Application>
  <PresentationFormat>Presentazione su schermo (16:9)</PresentationFormat>
  <Paragraphs>290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13</cp:revision>
  <dcterms:created xsi:type="dcterms:W3CDTF">2026-04-10T10:38:47Z</dcterms:created>
  <dcterms:modified xsi:type="dcterms:W3CDTF">2026-04-27T14:15:12Z</dcterms:modified>
</cp:coreProperties>
</file>