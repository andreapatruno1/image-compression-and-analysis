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57" r:id="rId4"/>
    <p:sldId id="258" r:id="rId5"/>
    <p:sldId id="259" r:id="rId6"/>
    <p:sldId id="261" r:id="rId7"/>
    <p:sldId id="260" r:id="rId8"/>
    <p:sldId id="279" r:id="rId9"/>
    <p:sldId id="271" r:id="rId10"/>
    <p:sldId id="262" r:id="rId11"/>
    <p:sldId id="270" r:id="rId12"/>
    <p:sldId id="263" r:id="rId13"/>
    <p:sldId id="264" r:id="rId14"/>
    <p:sldId id="269" r:id="rId15"/>
    <p:sldId id="272" r:id="rId16"/>
    <p:sldId id="278" r:id="rId17"/>
    <p:sldId id="273" r:id="rId18"/>
    <p:sldId id="280" r:id="rId19"/>
    <p:sldId id="265" r:id="rId20"/>
    <p:sldId id="26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4B"/>
    <a:srgbClr val="028090"/>
    <a:srgbClr val="FFFFFF"/>
    <a:srgbClr val="505E82"/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A7308-2726-483F-9D61-945DB33CCF43}" v="1" dt="2026-04-14T12:29:19.963"/>
    <p1510:client id="{F7ADC412-93B0-4647-AF16-AAD7E9940F4D}" v="159" dt="2026-04-14T10:03:28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UNO ANDREA" userId="434c2d3d-d760-4baf-8981-191d7218719d" providerId="ADAL" clId="{D49931E2-CE7A-4E79-93FA-3282CEFD0145}"/>
    <pc:docChg chg="undo redo custSel addSld delSld modSld sldOrd">
      <pc:chgData name="PATRUNO ANDREA" userId="434c2d3d-d760-4baf-8981-191d7218719d" providerId="ADAL" clId="{D49931E2-CE7A-4E79-93FA-3282CEFD0145}" dt="2026-04-14T10:04:37.815" v="2193" actId="1076"/>
      <pc:docMkLst>
        <pc:docMk/>
      </pc:docMkLst>
      <pc:sldChg chg="addSp delSp modSp mod">
        <pc:chgData name="PATRUNO ANDREA" userId="434c2d3d-d760-4baf-8981-191d7218719d" providerId="ADAL" clId="{D49931E2-CE7A-4E79-93FA-3282CEFD0145}" dt="2026-04-14T08:34:06.087" v="1475" actId="20577"/>
        <pc:sldMkLst>
          <pc:docMk/>
          <pc:sldMk cId="0" sldId="256"/>
        </pc:sldMkLst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8:33:54.104" v="1458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8:33:54.104" v="145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34:06.087" v="1475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31:46.615" v="1438" actId="14100"/>
          <ac:spMkLst>
            <pc:docMk/>
            <pc:sldMk cId="0" sldId="256"/>
            <ac:spMk id="8" creationId="{735C6579-BFD9-8E92-4914-725EEDA60B3D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8:27:38.613" v="1424" actId="338"/>
          <ac:spMkLst>
            <pc:docMk/>
            <pc:sldMk cId="0" sldId="256"/>
            <ac:spMk id="21" creationId="{42C903A0-549B-41CD-68A2-BCD537033D52}"/>
          </ac:spMkLst>
        </pc:spChg>
        <pc:grpChg chg="del mod">
          <ac:chgData name="PATRUNO ANDREA" userId="434c2d3d-d760-4baf-8981-191d7218719d" providerId="ADAL" clId="{D49931E2-CE7A-4E79-93FA-3282CEFD0145}" dt="2026-04-14T08:31:47.583" v="1439" actId="478"/>
          <ac:grpSpMkLst>
            <pc:docMk/>
            <pc:sldMk cId="0" sldId="256"/>
            <ac:grpSpMk id="2" creationId="{C2569AAD-390F-1421-6E26-E09754C0DD47}"/>
          </ac:grpSpMkLst>
        </pc:grpChg>
        <pc:picChg chg="add del mod">
          <ac:chgData name="PATRUNO ANDREA" userId="434c2d3d-d760-4baf-8981-191d7218719d" providerId="ADAL" clId="{D49931E2-CE7A-4E79-93FA-3282CEFD0145}" dt="2026-04-14T08:28:43.650" v="1427" actId="478"/>
          <ac:picMkLst>
            <pc:docMk/>
            <pc:sldMk cId="0" sldId="256"/>
            <ac:picMk id="10" creationId="{EBA8AFF1-463D-A65E-D8A6-7B608ABF133C}"/>
          </ac:picMkLst>
        </pc:picChg>
        <pc:picChg chg="add mod">
          <ac:chgData name="PATRUNO ANDREA" userId="434c2d3d-d760-4baf-8981-191d7218719d" providerId="ADAL" clId="{D49931E2-CE7A-4E79-93FA-3282CEFD0145}" dt="2026-04-14T08:33:12.061" v="1446" actId="34807"/>
          <ac:picMkLst>
            <pc:docMk/>
            <pc:sldMk cId="0" sldId="256"/>
            <ac:picMk id="16" creationId="{C0F8BD52-01F8-965A-3310-531DE91C3412}"/>
          </ac:picMkLst>
        </pc:picChg>
        <pc:picChg chg="mod">
          <ac:chgData name="PATRUNO ANDREA" userId="434c2d3d-d760-4baf-8981-191d7218719d" providerId="ADAL" clId="{D49931E2-CE7A-4E79-93FA-3282CEFD0145}" dt="2026-04-14T08:32:45.423" v="1445" actId="34807"/>
          <ac:picMkLst>
            <pc:docMk/>
            <pc:sldMk cId="0" sldId="256"/>
            <ac:picMk id="25" creationId="{3A04ECB1-7679-695D-F40A-F00131D65DA1}"/>
          </ac:picMkLst>
        </pc:picChg>
        <pc:picChg chg="mod">
          <ac:chgData name="PATRUNO ANDREA" userId="434c2d3d-d760-4baf-8981-191d7218719d" providerId="ADAL" clId="{D49931E2-CE7A-4E79-93FA-3282CEFD0145}" dt="2026-04-14T08:31:46.615" v="1438" actId="14100"/>
          <ac:picMkLst>
            <pc:docMk/>
            <pc:sldMk cId="0" sldId="256"/>
            <ac:picMk id="1029" creationId="{3DEBCD12-9B7E-5F1F-64BB-0F1C078FC2BE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4T08:49:04.967" v="1605"/>
        <pc:sldMkLst>
          <pc:docMk/>
          <pc:sldMk cId="0" sldId="257"/>
        </pc:sldMkLst>
        <pc:spChg chg="mod">
          <ac:chgData name="PATRUNO ANDREA" userId="434c2d3d-d760-4baf-8981-191d7218719d" providerId="ADAL" clId="{D49931E2-CE7A-4E79-93FA-3282CEFD0145}" dt="2026-04-14T08:48:50.934" v="1603"/>
          <ac:spMkLst>
            <pc:docMk/>
            <pc:sldMk cId="0" sldId="257"/>
            <ac:spMk id="5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6:07:59.998" v="1423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2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15:38.801" v="59"/>
          <ac:spMkLst>
            <pc:docMk/>
            <pc:sldMk cId="0" sldId="257"/>
            <ac:spMk id="2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08:16:01.338" v="60" actId="478"/>
          <ac:spMkLst>
            <pc:docMk/>
            <pc:sldMk cId="0" sldId="257"/>
            <ac:spMk id="3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08:17:33.349" v="83" actId="478"/>
          <ac:spMkLst>
            <pc:docMk/>
            <pc:sldMk cId="0" sldId="257"/>
            <ac:spMk id="35" creationId="{00000000-0000-0000-0000-000000000000}"/>
          </ac:spMkLst>
        </pc:spChg>
        <pc:spChg chg="add del">
          <ac:chgData name="PATRUNO ANDREA" userId="434c2d3d-d760-4baf-8981-191d7218719d" providerId="ADAL" clId="{D49931E2-CE7A-4E79-93FA-3282CEFD0145}" dt="2026-04-13T08:16:46.273" v="67" actId="22"/>
          <ac:spMkLst>
            <pc:docMk/>
            <pc:sldMk cId="0" sldId="257"/>
            <ac:spMk id="39" creationId="{BE01E4B4-7C3D-675A-E6C8-AD20AC7B11BF}"/>
          </ac:spMkLst>
        </pc:spChg>
        <pc:spChg chg="add del mod">
          <ac:chgData name="PATRUNO ANDREA" userId="434c2d3d-d760-4baf-8981-191d7218719d" providerId="ADAL" clId="{D49931E2-CE7A-4E79-93FA-3282CEFD0145}" dt="2026-04-14T08:49:04.967" v="1605"/>
          <ac:spMkLst>
            <pc:docMk/>
            <pc:sldMk cId="0" sldId="257"/>
            <ac:spMk id="41" creationId="{73C7781D-04BA-29A7-10E8-BA5A51A13BC2}"/>
          </ac:spMkLst>
        </pc:spChg>
        <pc:picChg chg="add mod">
          <ac:chgData name="PATRUNO ANDREA" userId="434c2d3d-d760-4baf-8981-191d7218719d" providerId="ADAL" clId="{D49931E2-CE7A-4E79-93FA-3282CEFD0145}" dt="2026-04-14T08:48:20.857" v="1590" actId="1076"/>
          <ac:picMkLst>
            <pc:docMk/>
            <pc:sldMk cId="0" sldId="257"/>
            <ac:picMk id="37" creationId="{83BE93DF-1235-1ED3-2F1B-7DD9C61EC3BB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4T09:18:01.041" v="1802" actId="1076"/>
        <pc:sldMkLst>
          <pc:docMk/>
          <pc:sldMk cId="0" sldId="258"/>
        </pc:sldMkLst>
        <pc:spChg chg="del mod">
          <ac:chgData name="PATRUNO ANDREA" userId="434c2d3d-d760-4baf-8981-191d7218719d" providerId="ADAL" clId="{D49931E2-CE7A-4E79-93FA-3282CEFD0145}" dt="2026-04-13T15:58:34.492" v="1413" actId="478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5" creationId="{0B36CE44-39E2-7ECF-48BF-23569CE45FAD}"/>
          </ac:spMkLst>
        </pc:spChg>
        <pc:spChg chg="add 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9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6:09.241" v="1773" actId="1076"/>
          <ac:spMkLst>
            <pc:docMk/>
            <pc:sldMk cId="0" sldId="258"/>
            <ac:spMk id="10" creationId="{F3F7F29F-5085-C0C3-D062-20552E9FA42D}"/>
          </ac:spMkLst>
        </pc:spChg>
        <pc:spChg chg="mod">
          <ac:chgData name="PATRUNO ANDREA" userId="434c2d3d-d760-4baf-8981-191d7218719d" providerId="ADAL" clId="{D49931E2-CE7A-4E79-93FA-3282CEFD0145}" dt="2026-04-14T09:08:44.370" v="1665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08:34.251" v="166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7:10.306" v="1788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7:12.552" v="178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1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6:10.480" v="1774" actId="20577"/>
          <ac:spMkLst>
            <pc:docMk/>
            <pc:sldMk cId="0" sldId="258"/>
            <ac:spMk id="16" creationId="{E1C09EEF-1157-51C0-C4B1-91715498ADDF}"/>
          </ac:spMkLst>
        </pc:spChg>
        <pc:spChg chg="add del">
          <ac:chgData name="PATRUNO ANDREA" userId="434c2d3d-d760-4baf-8981-191d7218719d" providerId="ADAL" clId="{D49931E2-CE7A-4E79-93FA-3282CEFD0145}" dt="2026-04-13T08:24:08.596" v="149" actId="22"/>
          <ac:spMkLst>
            <pc:docMk/>
            <pc:sldMk cId="0" sldId="258"/>
            <ac:spMk id="16" creationId="{F0F1FF01-D38B-286E-4ABD-907600B68464}"/>
          </ac:spMkLst>
        </pc:spChg>
        <pc:spChg chg="mod">
          <ac:chgData name="PATRUNO ANDREA" userId="434c2d3d-d760-4baf-8981-191d7218719d" providerId="ADAL" clId="{D49931E2-CE7A-4E79-93FA-3282CEFD0145}" dt="2026-04-14T09:09:06.730" v="1671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3:49.504" v="1753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7:14.216" v="1790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09:02.968" v="1670" actId="1076"/>
          <ac:spMkLst>
            <pc:docMk/>
            <pc:sldMk cId="0" sldId="258"/>
            <ac:spMk id="21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0:52.160" v="1704" actId="1076"/>
          <ac:spMkLst>
            <pc:docMk/>
            <pc:sldMk cId="0" sldId="258"/>
            <ac:spMk id="22" creationId="{CC5488AA-3E9E-48FE-0E8D-7949FCB2F955}"/>
          </ac:spMkLst>
        </pc:spChg>
        <pc:spChg chg="add mod">
          <ac:chgData name="PATRUNO ANDREA" userId="434c2d3d-d760-4baf-8981-191d7218719d" providerId="ADAL" clId="{D49931E2-CE7A-4E79-93FA-3282CEFD0145}" dt="2026-04-14T08:49:43.109" v="1608" actId="1076"/>
          <ac:spMkLst>
            <pc:docMk/>
            <pc:sldMk cId="0" sldId="258"/>
            <ac:spMk id="24" creationId="{DF6454D3-D0F3-FB4E-E0AA-4D0529EBBBE4}"/>
          </ac:spMkLst>
        </pc:spChg>
        <pc:spChg chg="add mod">
          <ac:chgData name="PATRUNO ANDREA" userId="434c2d3d-d760-4baf-8981-191d7218719d" providerId="ADAL" clId="{D49931E2-CE7A-4E79-93FA-3282CEFD0145}" dt="2026-04-14T09:11:08.492" v="1711" actId="1076"/>
          <ac:spMkLst>
            <pc:docMk/>
            <pc:sldMk cId="0" sldId="258"/>
            <ac:spMk id="25" creationId="{1FA43306-5854-3FDC-DC40-64CE2F4EF2FE}"/>
          </ac:spMkLst>
        </pc:spChg>
        <pc:spChg chg="add mod">
          <ac:chgData name="PATRUNO ANDREA" userId="434c2d3d-d760-4baf-8981-191d7218719d" providerId="ADAL" clId="{D49931E2-CE7A-4E79-93FA-3282CEFD0145}" dt="2026-04-14T09:10:52.160" v="1704" actId="1076"/>
          <ac:spMkLst>
            <pc:docMk/>
            <pc:sldMk cId="0" sldId="258"/>
            <ac:spMk id="27" creationId="{6D0704E0-3FAC-03DC-9D7A-01DBAF2A4806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29" creationId="{69F4903D-9185-24ED-347B-0B72E120E38A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0" creationId="{1E978BC4-872D-2D3D-D25C-3D0E6B63DC3C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1" creationId="{0D93FB14-4C2B-7F8B-D901-E6D1332B647E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2" creationId="{34EB40D4-B9D6-C6FB-64D5-5B5D396B7DD7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3" creationId="{59E5999C-425B-9CE8-B5BF-A1E8AC68DC84}"/>
          </ac:spMkLst>
        </pc:spChg>
        <pc:spChg chg="del mod">
          <ac:chgData name="PATRUNO ANDREA" userId="434c2d3d-d760-4baf-8981-191d7218719d" providerId="ADAL" clId="{D49931E2-CE7A-4E79-93FA-3282CEFD0145}" dt="2026-04-14T09:10:46.666" v="1703" actId="21"/>
          <ac:spMkLst>
            <pc:docMk/>
            <pc:sldMk cId="0" sldId="258"/>
            <ac:spMk id="34" creationId="{A356B9A7-E817-A205-774E-1BBCE37F12A5}"/>
          </ac:spMkLst>
        </pc:spChg>
        <pc:spChg chg="add mod">
          <ac:chgData name="PATRUNO ANDREA" userId="434c2d3d-d760-4baf-8981-191d7218719d" providerId="ADAL" clId="{D49931E2-CE7A-4E79-93FA-3282CEFD0145}" dt="2026-04-14T09:08:47.867" v="1666"/>
          <ac:spMkLst>
            <pc:docMk/>
            <pc:sldMk cId="0" sldId="258"/>
            <ac:spMk id="35" creationId="{AC703B74-15F7-FB03-9B4B-1906E1C7A6F0}"/>
          </ac:spMkLst>
        </pc:spChg>
        <pc:spChg chg="mod">
          <ac:chgData name="PATRUNO ANDREA" userId="434c2d3d-d760-4baf-8981-191d7218719d" providerId="ADAL" clId="{D49931E2-CE7A-4E79-93FA-3282CEFD0145}" dt="2026-04-14T09:08:34.251" v="1663" actId="1076"/>
          <ac:spMkLst>
            <pc:docMk/>
            <pc:sldMk cId="0" sldId="258"/>
            <ac:spMk id="36" creationId="{60961725-D9AD-3387-4C49-2894430F26A9}"/>
          </ac:spMkLst>
        </pc:spChg>
        <pc:spChg chg="add 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37" creationId="{639639AD-186D-5C18-6F39-3D16BB13ECE8}"/>
          </ac:spMkLst>
        </pc:spChg>
        <pc:spChg chg="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38" creationId="{A16E7144-B6A9-C7F4-B894-81441A97DAF5}"/>
          </ac:spMkLst>
        </pc:spChg>
        <pc:spChg chg="add mod">
          <ac:chgData name="PATRUNO ANDREA" userId="434c2d3d-d760-4baf-8981-191d7218719d" providerId="ADAL" clId="{D49931E2-CE7A-4E79-93FA-3282CEFD0145}" dt="2026-04-14T09:10:56.263" v="1706" actId="1076"/>
          <ac:spMkLst>
            <pc:docMk/>
            <pc:sldMk cId="0" sldId="258"/>
            <ac:spMk id="39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0:56.263" v="1706" actId="1076"/>
          <ac:spMkLst>
            <pc:docMk/>
            <pc:sldMk cId="0" sldId="258"/>
            <ac:spMk id="40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6:51.347" v="1781" actId="20577"/>
          <ac:spMkLst>
            <pc:docMk/>
            <pc:sldMk cId="0" sldId="258"/>
            <ac:spMk id="41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0:56.263" v="1706" actId="1076"/>
          <ac:spMkLst>
            <pc:docMk/>
            <pc:sldMk cId="0" sldId="258"/>
            <ac:spMk id="42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13:59.687" v="1755" actId="1076"/>
          <ac:spMkLst>
            <pc:docMk/>
            <pc:sldMk cId="0" sldId="258"/>
            <ac:spMk id="43" creationId="{A356B9A7-E817-A205-774E-1BBCE37F12A5}"/>
          </ac:spMkLst>
        </pc:spChg>
        <pc:spChg chg="add mod">
          <ac:chgData name="PATRUNO ANDREA" userId="434c2d3d-d760-4baf-8981-191d7218719d" providerId="ADAL" clId="{D49931E2-CE7A-4E79-93FA-3282CEFD0145}" dt="2026-04-14T09:15:09.856" v="1761" actId="1076"/>
          <ac:spMkLst>
            <pc:docMk/>
            <pc:sldMk cId="0" sldId="258"/>
            <ac:spMk id="44" creationId="{EEE10183-B31D-6F61-4075-C84852F47774}"/>
          </ac:spMkLst>
        </pc:spChg>
        <pc:graphicFrameChg chg="add mod">
          <ac:chgData name="PATRUNO ANDREA" userId="434c2d3d-d760-4baf-8981-191d7218719d" providerId="ADAL" clId="{D49931E2-CE7A-4E79-93FA-3282CEFD0145}" dt="2026-04-14T09:14:55.204" v="1756"/>
          <ac:graphicFrameMkLst>
            <pc:docMk/>
            <pc:sldMk cId="0" sldId="258"/>
            <ac:graphicFrameMk id="45" creationId="{FD2A6319-DE12-F967-DC9D-BC9C9BB2223C}"/>
          </ac:graphicFrameMkLst>
        </pc:graphicFrameChg>
        <pc:graphicFrameChg chg="add mod">
          <ac:chgData name="PATRUNO ANDREA" userId="434c2d3d-d760-4baf-8981-191d7218719d" providerId="ADAL" clId="{D49931E2-CE7A-4E79-93FA-3282CEFD0145}" dt="2026-04-14T09:14:57.932" v="1759"/>
          <ac:graphicFrameMkLst>
            <pc:docMk/>
            <pc:sldMk cId="0" sldId="258"/>
            <ac:graphicFrameMk id="46" creationId="{47616794-8F5D-CB41-D966-6724F700AB51}"/>
          </ac:graphicFrameMkLst>
        </pc:graphicFrameChg>
        <pc:picChg chg="add del mod">
          <ac:chgData name="PATRUNO ANDREA" userId="434c2d3d-d760-4baf-8981-191d7218719d" providerId="ADAL" clId="{D49931E2-CE7A-4E79-93FA-3282CEFD0145}" dt="2026-04-14T09:13:52.406" v="1754" actId="478"/>
          <ac:picMkLst>
            <pc:docMk/>
            <pc:sldMk cId="0" sldId="258"/>
            <ac:picMk id="26" creationId="{CE1F1071-A53E-FDD3-DBE6-BB965429E0C7}"/>
          </ac:picMkLst>
        </pc:picChg>
        <pc:picChg chg="add del mod">
          <ac:chgData name="PATRUNO ANDREA" userId="434c2d3d-d760-4baf-8981-191d7218719d" providerId="ADAL" clId="{D49931E2-CE7A-4E79-93FA-3282CEFD0145}" dt="2026-04-14T09:16:27.954" v="1778" actId="207"/>
          <ac:picMkLst>
            <pc:docMk/>
            <pc:sldMk cId="0" sldId="258"/>
            <ac:picMk id="48" creationId="{B63065C7-5CF5-6BD2-2233-83164220D182}"/>
          </ac:picMkLst>
        </pc:picChg>
        <pc:picChg chg="add mod">
          <ac:chgData name="PATRUNO ANDREA" userId="434c2d3d-d760-4baf-8981-191d7218719d" providerId="ADAL" clId="{D49931E2-CE7A-4E79-93FA-3282CEFD0145}" dt="2026-04-14T09:16:39.006" v="1779" actId="931"/>
          <ac:picMkLst>
            <pc:docMk/>
            <pc:sldMk cId="0" sldId="258"/>
            <ac:picMk id="50" creationId="{B92C75AB-B92D-82BB-4036-08100D897C2A}"/>
          </ac:picMkLst>
        </pc:picChg>
        <pc:picChg chg="add mod">
          <ac:chgData name="PATRUNO ANDREA" userId="434c2d3d-d760-4baf-8981-191d7218719d" providerId="ADAL" clId="{D49931E2-CE7A-4E79-93FA-3282CEFD0145}" dt="2026-04-14T09:17:05.694" v="1786" actId="207"/>
          <ac:picMkLst>
            <pc:docMk/>
            <pc:sldMk cId="0" sldId="258"/>
            <ac:picMk id="52" creationId="{766A6417-DD39-A215-3998-DDB32AD04B51}"/>
          </ac:picMkLst>
        </pc:picChg>
        <pc:picChg chg="add mod">
          <ac:chgData name="PATRUNO ANDREA" userId="434c2d3d-d760-4baf-8981-191d7218719d" providerId="ADAL" clId="{D49931E2-CE7A-4E79-93FA-3282CEFD0145}" dt="2026-04-14T09:17:35.201" v="1796" actId="1076"/>
          <ac:picMkLst>
            <pc:docMk/>
            <pc:sldMk cId="0" sldId="258"/>
            <ac:picMk id="54" creationId="{C494954C-7CF7-CDCD-C828-29F09920E696}"/>
          </ac:picMkLst>
        </pc:picChg>
        <pc:picChg chg="add mod">
          <ac:chgData name="PATRUNO ANDREA" userId="434c2d3d-d760-4baf-8981-191d7218719d" providerId="ADAL" clId="{D49931E2-CE7A-4E79-93FA-3282CEFD0145}" dt="2026-04-14T09:18:01.041" v="1802" actId="1076"/>
          <ac:picMkLst>
            <pc:docMk/>
            <pc:sldMk cId="0" sldId="258"/>
            <ac:picMk id="56" creationId="{BF172172-20C7-5E00-8326-1042DFB5D79F}"/>
          </ac:picMkLst>
        </pc:picChg>
      </pc:sldChg>
      <pc:sldChg chg="delSp modSp mod">
        <pc:chgData name="PATRUNO ANDREA" userId="434c2d3d-d760-4baf-8981-191d7218719d" providerId="ADAL" clId="{D49931E2-CE7A-4E79-93FA-3282CEFD0145}" dt="2026-04-14T09:19:07.332" v="1914" actId="207"/>
        <pc:sldMkLst>
          <pc:docMk/>
          <pc:sldMk cId="0" sldId="259"/>
        </pc:sldMkLst>
        <pc:spChg chg="del">
          <ac:chgData name="PATRUNO ANDREA" userId="434c2d3d-d760-4baf-8981-191d7218719d" providerId="ADAL" clId="{D49931E2-CE7A-4E79-93FA-3282CEFD0145}" dt="2026-04-13T15:59:22.058" v="1414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35:18.051" v="1316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33.079" v="1876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2.848" v="1912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4.976" v="1913" actId="20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21.954" v="1829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29.104" v="1859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7.332" v="1914" actId="20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9:01.008" v="1911" actId="20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43.206" v="1906" actId="2057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18:56.431" v="1910" actId="207"/>
          <ac:spMkLst>
            <pc:docMk/>
            <pc:sldMk cId="0" sldId="259"/>
            <ac:spMk id="32" creationId="{00000000-0000-0000-0000-000000000000}"/>
          </ac:spMkLst>
        </pc:spChg>
      </pc:sldChg>
      <pc:sldChg chg="addSp delSp modSp mod ord">
        <pc:chgData name="PATRUNO ANDREA" userId="434c2d3d-d760-4baf-8981-191d7218719d" providerId="ADAL" clId="{D49931E2-CE7A-4E79-93FA-3282CEFD0145}" dt="2026-04-14T09:37:50.416" v="2039" actId="20577"/>
        <pc:sldMkLst>
          <pc:docMk/>
          <pc:sldMk cId="0" sldId="260"/>
        </pc:sldMkLst>
        <pc:spChg chg="del">
          <ac:chgData name="PATRUNO ANDREA" userId="434c2d3d-d760-4baf-8981-191d7218719d" providerId="ADAL" clId="{D49931E2-CE7A-4E79-93FA-3282CEFD0145}" dt="2026-04-13T16:07:51.822" v="1422" actId="478"/>
          <ac:spMkLst>
            <pc:docMk/>
            <pc:sldMk cId="0" sldId="260"/>
            <ac:spMk id="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37:50.416" v="2039" actId="20577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3T08:29:47.250" v="218"/>
          <ac:spMkLst>
            <pc:docMk/>
            <pc:sldMk cId="0" sldId="260"/>
            <ac:spMk id="23" creationId="{FDF5BFD2-8BBC-EFAB-CEC4-3914D8BF6992}"/>
          </ac:spMkLst>
        </pc:spChg>
        <pc:graphicFrameChg chg="modGraphic">
          <ac:chgData name="PATRUNO ANDREA" userId="434c2d3d-d760-4baf-8981-191d7218719d" providerId="ADAL" clId="{D49931E2-CE7A-4E79-93FA-3282CEFD0145}" dt="2026-04-14T09:37:35.774" v="2033" actId="120"/>
          <ac:graphicFrameMkLst>
            <pc:docMk/>
            <pc:sldMk cId="0" sldId="260"/>
            <ac:graphicFrameMk id="20" creationId="{00000000-0000-0000-0000-000000000000}"/>
          </ac:graphicFrameMkLst>
        </pc:graphicFrameChg>
      </pc:sldChg>
      <pc:sldChg chg="addSp delSp modSp mod">
        <pc:chgData name="PATRUNO ANDREA" userId="434c2d3d-d760-4baf-8981-191d7218719d" providerId="ADAL" clId="{D49931E2-CE7A-4E79-93FA-3282CEFD0145}" dt="2026-04-14T09:29:10.793" v="2014" actId="20577"/>
        <pc:sldMkLst>
          <pc:docMk/>
          <pc:sldMk cId="0" sldId="261"/>
        </pc:sldMkLst>
        <pc:spChg chg="del mod">
          <ac:chgData name="PATRUNO ANDREA" userId="434c2d3d-d760-4baf-8981-191d7218719d" providerId="ADAL" clId="{D49931E2-CE7A-4E79-93FA-3282CEFD0145}" dt="2026-04-14T09:21:47.936" v="1938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0:40:20.434" v="1262" actId="478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22:47.383" v="2008" actId="1076"/>
          <ac:spMkLst>
            <pc:docMk/>
            <pc:sldMk cId="0" sldId="261"/>
            <ac:spMk id="6" creationId="{B36C4914-5C96-3AB0-B406-657D3A6D8FD3}"/>
          </ac:spMkLst>
        </pc:spChg>
        <pc:spChg chg="del">
          <ac:chgData name="PATRUNO ANDREA" userId="434c2d3d-d760-4baf-8981-191d7218719d" providerId="ADAL" clId="{D49931E2-CE7A-4E79-93FA-3282CEFD0145}" dt="2026-04-13T10:39:38.091" v="1242" actId="478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4T09:22:50.612" v="2009" actId="1076"/>
          <ac:spMkLst>
            <pc:docMk/>
            <pc:sldMk cId="0" sldId="261"/>
            <ac:spMk id="7" creationId="{66C18E67-C6F4-C57F-50EA-2CB591E5CF67}"/>
          </ac:spMkLst>
        </pc:spChg>
        <pc:spChg chg="mod">
          <ac:chgData name="PATRUNO ANDREA" userId="434c2d3d-d760-4baf-8981-191d7218719d" providerId="ADAL" clId="{D49931E2-CE7A-4E79-93FA-3282CEFD0145}" dt="2026-04-14T09:23:06.965" v="2010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23:06.965" v="2010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23:06.965" v="201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29:10.793" v="2014" actId="20577"/>
          <ac:spMkLst>
            <pc:docMk/>
            <pc:sldMk cId="0" sldId="261"/>
            <ac:spMk id="11" creationId="{00000000-0000-0000-0000-000000000000}"/>
          </ac:spMkLst>
        </pc:spChg>
        <pc:picChg chg="add del mod">
          <ac:chgData name="PATRUNO ANDREA" userId="434c2d3d-d760-4baf-8981-191d7218719d" providerId="ADAL" clId="{D49931E2-CE7A-4E79-93FA-3282CEFD0145}" dt="2026-04-13T10:39:35.682" v="1241" actId="478"/>
          <ac:picMkLst>
            <pc:docMk/>
            <pc:sldMk cId="0" sldId="261"/>
            <ac:picMk id="13" creationId="{58E9C395-1DD8-BA5C-5580-544C75F5F2E1}"/>
          </ac:picMkLst>
        </pc:picChg>
        <pc:picChg chg="add del mod">
          <ac:chgData name="PATRUNO ANDREA" userId="434c2d3d-d760-4baf-8981-191d7218719d" providerId="ADAL" clId="{D49931E2-CE7A-4E79-93FA-3282CEFD0145}" dt="2026-04-13T10:40:03.915" v="1257" actId="22"/>
          <ac:picMkLst>
            <pc:docMk/>
            <pc:sldMk cId="0" sldId="261"/>
            <ac:picMk id="15" creationId="{6AD2D05C-6C3F-1F5E-FCC4-5A034DF57ABC}"/>
          </ac:picMkLst>
        </pc:picChg>
        <pc:picChg chg="add mod">
          <ac:chgData name="PATRUNO ANDREA" userId="434c2d3d-d760-4baf-8981-191d7218719d" providerId="ADAL" clId="{D49931E2-CE7A-4E79-93FA-3282CEFD0145}" dt="2026-04-14T09:23:32.939" v="2011"/>
          <ac:picMkLst>
            <pc:docMk/>
            <pc:sldMk cId="0" sldId="261"/>
            <ac:picMk id="17" creationId="{4E343133-DCD1-9119-F8DD-F2D1876D35DA}"/>
          </ac:picMkLst>
        </pc:picChg>
      </pc:sldChg>
      <pc:sldChg chg="addSp delSp modSp mod">
        <pc:chgData name="PATRUNO ANDREA" userId="434c2d3d-d760-4baf-8981-191d7218719d" providerId="ADAL" clId="{D49931E2-CE7A-4E79-93FA-3282CEFD0145}" dt="2026-04-14T10:04:37.815" v="2193" actId="1076"/>
        <pc:sldMkLst>
          <pc:docMk/>
          <pc:sldMk cId="0" sldId="262"/>
        </pc:sldMkLst>
        <pc:spChg chg="mod">
          <ac:chgData name="PATRUNO ANDREA" userId="434c2d3d-d760-4baf-8981-191d7218719d" providerId="ADAL" clId="{D49931E2-CE7A-4E79-93FA-3282CEFD0145}" dt="2026-04-14T09:42:10.410" v="2117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09:42:12.379" v="2118" actId="1076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08:34:44.252" v="249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0:03.649" v="1417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4T10:04:37.815" v="2193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3:22.879" v="230" actId="113"/>
          <ac:spMkLst>
            <pc:docMk/>
            <pc:sldMk cId="0" sldId="262"/>
            <ac:spMk id="3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37.077" v="293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0.937" v="290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29.489" v="291" actId="1076"/>
          <ac:spMkLst>
            <pc:docMk/>
            <pc:sldMk cId="0" sldId="262"/>
            <ac:spMk id="39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32.749" v="292" actId="1076"/>
          <ac:spMkLst>
            <pc:docMk/>
            <pc:sldMk cId="0" sldId="262"/>
            <ac:spMk id="4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22.472" v="242" actId="1076"/>
          <ac:spMkLst>
            <pc:docMk/>
            <pc:sldMk cId="0" sldId="262"/>
            <ac:spMk id="4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39.353" v="247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07.614" v="287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5:03.607" v="285" actId="107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34:32.243" v="245" actId="1076"/>
          <ac:spMkLst>
            <pc:docMk/>
            <pc:sldMk cId="0" sldId="262"/>
            <ac:spMk id="45" creationId="{00000000-0000-0000-0000-000000000000}"/>
          </ac:spMkLst>
        </pc:spChg>
        <pc:spChg chg="add mod">
          <ac:chgData name="PATRUNO ANDREA" userId="434c2d3d-d760-4baf-8981-191d7218719d" providerId="ADAL" clId="{D49931E2-CE7A-4E79-93FA-3282CEFD0145}" dt="2026-04-13T08:34:48.997" v="251" actId="1076"/>
          <ac:spMkLst>
            <pc:docMk/>
            <pc:sldMk cId="0" sldId="262"/>
            <ac:spMk id="46" creationId="{ED13426B-0841-3BA3-18AA-9CA144E85492}"/>
          </ac:spMkLst>
        </pc:spChg>
        <pc:spChg chg="add mod">
          <ac:chgData name="PATRUNO ANDREA" userId="434c2d3d-d760-4baf-8981-191d7218719d" providerId="ADAL" clId="{D49931E2-CE7A-4E79-93FA-3282CEFD0145}" dt="2026-04-13T08:34:59.947" v="284" actId="20577"/>
          <ac:spMkLst>
            <pc:docMk/>
            <pc:sldMk cId="0" sldId="262"/>
            <ac:spMk id="47" creationId="{86CBBE57-7A49-9818-C190-9CB3D48397C2}"/>
          </ac:spMkLst>
        </pc:spChg>
        <pc:spChg chg="add mod">
          <ac:chgData name="PATRUNO ANDREA" userId="434c2d3d-d760-4baf-8981-191d7218719d" providerId="ADAL" clId="{D49931E2-CE7A-4E79-93FA-3282CEFD0145}" dt="2026-04-13T08:35:10.803" v="289" actId="1076"/>
          <ac:spMkLst>
            <pc:docMk/>
            <pc:sldMk cId="0" sldId="262"/>
            <ac:spMk id="48" creationId="{1E4252B3-FE8F-681D-B3D3-084842C18162}"/>
          </ac:spMkLst>
        </pc:spChg>
      </pc:sldChg>
      <pc:sldChg chg="delSp modSp mod">
        <pc:chgData name="PATRUNO ANDREA" userId="434c2d3d-d760-4baf-8981-191d7218719d" providerId="ADAL" clId="{D49931E2-CE7A-4E79-93FA-3282CEFD0145}" dt="2026-04-13T16:07:41.327" v="1421" actId="478"/>
        <pc:sldMkLst>
          <pc:docMk/>
          <pc:sldMk cId="0" sldId="263"/>
        </pc:sldMkLst>
        <pc:spChg chg="mod">
          <ac:chgData name="PATRUNO ANDREA" userId="434c2d3d-d760-4baf-8981-191d7218719d" providerId="ADAL" clId="{D49931E2-CE7A-4E79-93FA-3282CEFD0145}" dt="2026-04-13T08:58:56.567" v="310" actId="20577"/>
          <ac:spMkLst>
            <pc:docMk/>
            <pc:sldMk cId="0" sldId="263"/>
            <ac:spMk id="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7:41.327" v="1421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7:59.154" v="300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7:56.698" v="298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8:05.546" v="304" actId="20577"/>
          <ac:spMkLst>
            <pc:docMk/>
            <pc:sldMk cId="0" sldId="263"/>
            <ac:spMk id="20" creationId="{00000000-0000-0000-0000-000000000000}"/>
          </ac:spMkLst>
        </pc:spChg>
      </pc:sldChg>
      <pc:sldChg chg="delSp modSp mod">
        <pc:chgData name="PATRUNO ANDREA" userId="434c2d3d-d760-4baf-8981-191d7218719d" providerId="ADAL" clId="{D49931E2-CE7A-4E79-93FA-3282CEFD0145}" dt="2026-04-13T16:07:38.758" v="1420" actId="478"/>
        <pc:sldMkLst>
          <pc:docMk/>
          <pc:sldMk cId="0" sldId="264"/>
        </pc:sldMkLst>
        <pc:spChg chg="mod">
          <ac:chgData name="PATRUNO ANDREA" userId="434c2d3d-d760-4baf-8981-191d7218719d" providerId="ADAL" clId="{D49931E2-CE7A-4E79-93FA-3282CEFD0145}" dt="2026-04-13T08:59:55.510" v="316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08:59:59.452" v="319" actId="14100"/>
          <ac:spMkLst>
            <pc:docMk/>
            <pc:sldMk cId="0" sldId="264"/>
            <ac:spMk id="3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6:07:38.758" v="1420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4.755" v="1329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PATRUNO ANDREA" userId="434c2d3d-d760-4baf-8981-191d7218719d" providerId="ADAL" clId="{D49931E2-CE7A-4E79-93FA-3282CEFD0145}" dt="2026-04-13T15:48:38.440" v="1330" actId="478"/>
          <ac:spMkLst>
            <pc:docMk/>
            <pc:sldMk cId="0" sldId="264"/>
            <ac:spMk id="1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48:44.912" v="1331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48:44.912" v="1331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5:48:44.912" v="1331" actId="1076"/>
          <ac:spMkLst>
            <pc:docMk/>
            <pc:sldMk cId="0" sldId="264"/>
            <ac:spMk id="22" creationId="{00000000-0000-0000-0000-000000000000}"/>
          </ac:spMkLst>
        </pc:spChg>
        <pc:graphicFrameChg chg="mod modGraphic">
          <ac:chgData name="PATRUNO ANDREA" userId="434c2d3d-d760-4baf-8981-191d7218719d" providerId="ADAL" clId="{D49931E2-CE7A-4E79-93FA-3282CEFD0145}" dt="2026-04-13T15:48:44.912" v="1331" actId="1076"/>
          <ac:graphicFrameMkLst>
            <pc:docMk/>
            <pc:sldMk cId="0" sldId="264"/>
            <ac:graphicFrameMk id="23" creationId="{00000000-0000-0000-0000-000000000000}"/>
          </ac:graphicFrameMkLst>
        </pc:graphicFrameChg>
      </pc:sldChg>
      <pc:sldChg chg="modSp mod">
        <pc:chgData name="PATRUNO ANDREA" userId="434c2d3d-d760-4baf-8981-191d7218719d" providerId="ADAL" clId="{D49931E2-CE7A-4E79-93FA-3282CEFD0145}" dt="2026-04-13T10:22:30.891" v="1233" actId="20577"/>
        <pc:sldMkLst>
          <pc:docMk/>
          <pc:sldMk cId="0" sldId="265"/>
        </pc:sldMkLst>
        <pc:spChg chg="mod">
          <ac:chgData name="PATRUNO ANDREA" userId="434c2d3d-d760-4baf-8981-191d7218719d" providerId="ADAL" clId="{D49931E2-CE7A-4E79-93FA-3282CEFD0145}" dt="2026-04-13T10:22:30.891" v="1233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31.005" v="1189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20.233" v="1185"/>
          <ac:spMkLst>
            <pc:docMk/>
            <pc:sldMk cId="0" sldId="265"/>
            <ac:spMk id="8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2:11.036" v="1194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ATRUNO ANDREA" userId="434c2d3d-d760-4baf-8981-191d7218719d" providerId="ADAL" clId="{D49931E2-CE7A-4E79-93FA-3282CEFD0145}" dt="2026-04-13T10:21:41.626" v="1191"/>
          <ac:spMkLst>
            <pc:docMk/>
            <pc:sldMk cId="0" sldId="265"/>
            <ac:spMk id="12" creationId="{00000000-0000-0000-0000-000000000000}"/>
          </ac:spMkLst>
        </pc:spChg>
      </pc:sldChg>
      <pc:sldChg chg="delSp modSp mod">
        <pc:chgData name="PATRUNO ANDREA" userId="434c2d3d-d760-4baf-8981-191d7218719d" providerId="ADAL" clId="{D49931E2-CE7A-4E79-93FA-3282CEFD0145}" dt="2026-04-13T16:07:28.094" v="1419" actId="478"/>
        <pc:sldMkLst>
          <pc:docMk/>
          <pc:sldMk cId="0" sldId="266"/>
        </pc:sldMkLst>
        <pc:spChg chg="del mod">
          <ac:chgData name="PATRUNO ANDREA" userId="434c2d3d-d760-4baf-8981-191d7218719d" providerId="ADAL" clId="{D49931E2-CE7A-4E79-93FA-3282CEFD0145}" dt="2026-04-13T16:07:28.094" v="1419" actId="478"/>
          <ac:spMkLst>
            <pc:docMk/>
            <pc:sldMk cId="0" sldId="266"/>
            <ac:spMk id="5" creationId="{00000000-0000-0000-0000-000000000000}"/>
          </ac:spMkLst>
        </pc:spChg>
      </pc:sldChg>
      <pc:sldChg chg="addSp modSp mod">
        <pc:chgData name="PATRUNO ANDREA" userId="434c2d3d-d760-4baf-8981-191d7218719d" providerId="ADAL" clId="{D49931E2-CE7A-4E79-93FA-3282CEFD0145}" dt="2026-04-14T08:46:25.017" v="1578" actId="1076"/>
        <pc:sldMkLst>
          <pc:docMk/>
          <pc:sldMk cId="2814612309" sldId="267"/>
        </pc:sldMkLst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12" creationId="{1B05F9B3-10B3-A3E3-EC3D-4FA0CB9B7892}"/>
          </ac:spMkLst>
        </pc:spChg>
        <pc:spChg chg="mod">
          <ac:chgData name="PATRUNO ANDREA" userId="434c2d3d-d760-4baf-8981-191d7218719d" providerId="ADAL" clId="{D49931E2-CE7A-4E79-93FA-3282CEFD0145}" dt="2026-04-14T08:46:03.443" v="1577" actId="207"/>
          <ac:spMkLst>
            <pc:docMk/>
            <pc:sldMk cId="2814612309" sldId="267"/>
            <ac:spMk id="13" creationId="{56070D00-0291-9D85-2A52-9D92F4CECE9D}"/>
          </ac:spMkLst>
        </pc:spChg>
        <pc:spChg chg="mod">
          <ac:chgData name="PATRUNO ANDREA" userId="434c2d3d-d760-4baf-8981-191d7218719d" providerId="ADAL" clId="{D49931E2-CE7A-4E79-93FA-3282CEFD0145}" dt="2026-04-14T08:45:42.899" v="1574" actId="1076"/>
          <ac:spMkLst>
            <pc:docMk/>
            <pc:sldMk cId="2814612309" sldId="267"/>
            <ac:spMk id="14" creationId="{5FCE51B8-8F77-6AE8-D16E-DC115EED7138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2" creationId="{E4A50B6E-C841-B9C9-F420-D4E056B77277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3" creationId="{748A0C6C-4A76-9726-C47E-868FB6B0EF0A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4" creationId="{FE6430F2-A9C4-9A33-12EA-53B7F8133CD0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5" creationId="{B137F305-C7DC-3D8C-F2DB-34DA219C98C9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26" creationId="{B609A615-04DA-125D-7648-437909D69EA7}"/>
          </ac:spMkLst>
        </pc:spChg>
        <pc:spChg chg="mod">
          <ac:chgData name="PATRUNO ANDREA" userId="434c2d3d-d760-4baf-8981-191d7218719d" providerId="ADAL" clId="{D49931E2-CE7A-4E79-93FA-3282CEFD0145}" dt="2026-04-14T08:46:25.017" v="1578" actId="1076"/>
          <ac:spMkLst>
            <pc:docMk/>
            <pc:sldMk cId="2814612309" sldId="267"/>
            <ac:spMk id="35" creationId="{D6E0CC0D-7D94-AA1B-07AF-257B80682547}"/>
          </ac:spMkLst>
        </pc:spChg>
        <pc:spChg chg="mod">
          <ac:chgData name="PATRUNO ANDREA" userId="434c2d3d-d760-4baf-8981-191d7218719d" providerId="ADAL" clId="{D49931E2-CE7A-4E79-93FA-3282CEFD0145}" dt="2026-04-14T08:43:41.888" v="1556" actId="1076"/>
          <ac:spMkLst>
            <pc:docMk/>
            <pc:sldMk cId="2814612309" sldId="267"/>
            <ac:spMk id="36" creationId="{981C6F95-42A6-9117-4153-7A82AD31A77B}"/>
          </ac:spMkLst>
        </pc:spChg>
        <pc:spChg chg="mod">
          <ac:chgData name="PATRUNO ANDREA" userId="434c2d3d-d760-4baf-8981-191d7218719d" providerId="ADAL" clId="{D49931E2-CE7A-4E79-93FA-3282CEFD0145}" dt="2026-04-14T08:44:20.424" v="1559" actId="14100"/>
          <ac:spMkLst>
            <pc:docMk/>
            <pc:sldMk cId="2814612309" sldId="267"/>
            <ac:spMk id="39" creationId="{65724F8C-93D1-45DB-CCEF-B69D4C41B516}"/>
          </ac:spMkLst>
        </pc:spChg>
        <pc:picChg chg="add mod">
          <ac:chgData name="PATRUNO ANDREA" userId="434c2d3d-d760-4baf-8981-191d7218719d" providerId="ADAL" clId="{D49931E2-CE7A-4E79-93FA-3282CEFD0145}" dt="2026-04-14T08:41:58.320" v="1537" actId="207"/>
          <ac:picMkLst>
            <pc:docMk/>
            <pc:sldMk cId="2814612309" sldId="267"/>
            <ac:picMk id="6" creationId="{AA9C7609-2269-BC45-1053-6744CEFBD51A}"/>
          </ac:picMkLst>
        </pc:picChg>
        <pc:picChg chg="add mod">
          <ac:chgData name="PATRUNO ANDREA" userId="434c2d3d-d760-4baf-8981-191d7218719d" providerId="ADAL" clId="{D49931E2-CE7A-4E79-93FA-3282CEFD0145}" dt="2026-04-14T08:44:41.764" v="1565" actId="207"/>
          <ac:picMkLst>
            <pc:docMk/>
            <pc:sldMk cId="2814612309" sldId="267"/>
            <ac:picMk id="8" creationId="{2B551850-2098-687C-4E42-99023C6E628A}"/>
          </ac:picMkLst>
        </pc:picChg>
        <pc:picChg chg="add mod">
          <ac:chgData name="PATRUNO ANDREA" userId="434c2d3d-d760-4baf-8981-191d7218719d" providerId="ADAL" clId="{D49931E2-CE7A-4E79-93FA-3282CEFD0145}" dt="2026-04-14T08:45:19.680" v="1570" actId="1076"/>
          <ac:picMkLst>
            <pc:docMk/>
            <pc:sldMk cId="2814612309" sldId="267"/>
            <ac:picMk id="10" creationId="{A68B14DE-C534-C503-C04F-A1A49507C342}"/>
          </ac:picMkLst>
        </pc:picChg>
        <pc:picChg chg="add mod">
          <ac:chgData name="PATRUNO ANDREA" userId="434c2d3d-d760-4baf-8981-191d7218719d" providerId="ADAL" clId="{D49931E2-CE7A-4E79-93FA-3282CEFD0145}" dt="2026-04-14T08:40:03.526" v="1518" actId="27957"/>
          <ac:picMkLst>
            <pc:docMk/>
            <pc:sldMk cId="2814612309" sldId="267"/>
            <ac:picMk id="41" creationId="{B96C1320-1210-606B-B69D-BC99BF88B19D}"/>
          </ac:picMkLst>
        </pc:picChg>
      </pc:sldChg>
      <pc:sldChg chg="addSp delSp modSp new del mod">
        <pc:chgData name="PATRUNO ANDREA" userId="434c2d3d-d760-4baf-8981-191d7218719d" providerId="ADAL" clId="{D49931E2-CE7A-4E79-93FA-3282CEFD0145}" dt="2026-04-13T15:44:47.481" v="1322" actId="2696"/>
        <pc:sldMkLst>
          <pc:docMk/>
          <pc:sldMk cId="3389952141" sldId="268"/>
        </pc:sldMkLst>
        <pc:spChg chg="add del mod">
          <ac:chgData name="PATRUNO ANDREA" userId="434c2d3d-d760-4baf-8981-191d7218719d" providerId="ADAL" clId="{D49931E2-CE7A-4E79-93FA-3282CEFD0145}" dt="2026-04-13T08:30:13.074" v="222" actId="478"/>
          <ac:spMkLst>
            <pc:docMk/>
            <pc:sldMk cId="3389952141" sldId="268"/>
            <ac:spMk id="2" creationId="{025C4C8A-CCB5-8D15-DB42-3E0AEA738A81}"/>
          </ac:spMkLst>
        </pc:spChg>
        <pc:spChg chg="add del mod">
          <ac:chgData name="PATRUNO ANDREA" userId="434c2d3d-d760-4baf-8981-191d7218719d" providerId="ADAL" clId="{D49931E2-CE7A-4E79-93FA-3282CEFD0145}" dt="2026-04-13T08:30:13.675" v="223" actId="478"/>
          <ac:spMkLst>
            <pc:docMk/>
            <pc:sldMk cId="3389952141" sldId="268"/>
            <ac:spMk id="3" creationId="{2A8B1475-46AB-F8A2-F108-191571CFE25E}"/>
          </ac:spMkLst>
        </pc:spChg>
        <pc:picChg chg="add del mod">
          <ac:chgData name="PATRUNO ANDREA" userId="434c2d3d-d760-4baf-8981-191d7218719d" providerId="ADAL" clId="{D49931E2-CE7A-4E79-93FA-3282CEFD0145}" dt="2026-04-13T15:44:45.075" v="1321" actId="478"/>
          <ac:picMkLst>
            <pc:docMk/>
            <pc:sldMk cId="3389952141" sldId="268"/>
            <ac:picMk id="5" creationId="{75C0AFD7-EDA2-FC51-F325-28101AE44268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16:05:43.186" v="1418" actId="1076"/>
        <pc:sldMkLst>
          <pc:docMk/>
          <pc:sldMk cId="3508843246" sldId="269"/>
        </pc:sldMkLst>
        <pc:spChg chg="add mod">
          <ac:chgData name="PATRUNO ANDREA" userId="434c2d3d-d760-4baf-8981-191d7218719d" providerId="ADAL" clId="{D49931E2-CE7A-4E79-93FA-3282CEFD0145}" dt="2026-04-13T09:00:02.872" v="320"/>
          <ac:spMkLst>
            <pc:docMk/>
            <pc:sldMk cId="3508843246" sldId="269"/>
            <ac:spMk id="4" creationId="{7BA302D1-EAB0-0783-6396-9004A945ECFB}"/>
          </ac:spMkLst>
        </pc:spChg>
        <pc:spChg chg="add mod">
          <ac:chgData name="PATRUNO ANDREA" userId="434c2d3d-d760-4baf-8981-191d7218719d" providerId="ADAL" clId="{D49931E2-CE7A-4E79-93FA-3282CEFD0145}" dt="2026-04-13T09:00:09.252" v="321"/>
          <ac:spMkLst>
            <pc:docMk/>
            <pc:sldMk cId="3508843246" sldId="269"/>
            <ac:spMk id="5" creationId="{6FD2E733-D136-3921-6560-1757E5B897B9}"/>
          </ac:spMkLst>
        </pc:spChg>
        <pc:spChg chg="add mod">
          <ac:chgData name="PATRUNO ANDREA" userId="434c2d3d-d760-4baf-8981-191d7218719d" providerId="ADAL" clId="{D49931E2-CE7A-4E79-93FA-3282CEFD0145}" dt="2026-04-13T09:02:18.338" v="350" actId="1076"/>
          <ac:spMkLst>
            <pc:docMk/>
            <pc:sldMk cId="3508843246" sldId="269"/>
            <ac:spMk id="6" creationId="{31A08071-47CE-278A-95A1-FD751F139B38}"/>
          </ac:spMkLst>
        </pc:spChg>
        <pc:spChg chg="add del">
          <ac:chgData name="PATRUNO ANDREA" userId="434c2d3d-d760-4baf-8981-191d7218719d" providerId="ADAL" clId="{D49931E2-CE7A-4E79-93FA-3282CEFD0145}" dt="2026-04-13T09:02:56.130" v="357" actId="22"/>
          <ac:spMkLst>
            <pc:docMk/>
            <pc:sldMk cId="3508843246" sldId="269"/>
            <ac:spMk id="8" creationId="{DB2F6B23-BAC9-7BC2-9ACD-68291D328D80}"/>
          </ac:spMkLst>
        </pc:spChg>
        <pc:spChg chg="add mod">
          <ac:chgData name="PATRUNO ANDREA" userId="434c2d3d-d760-4baf-8981-191d7218719d" providerId="ADAL" clId="{D49931E2-CE7A-4E79-93FA-3282CEFD0145}" dt="2026-04-13T16:05:43.186" v="1418" actId="1076"/>
          <ac:spMkLst>
            <pc:docMk/>
            <pc:sldMk cId="3508843246" sldId="269"/>
            <ac:spMk id="10" creationId="{67F6EA59-22CF-6AC0-0374-88427E3180B2}"/>
          </ac:spMkLst>
        </pc:spChg>
        <pc:picChg chg="add del mod ord">
          <ac:chgData name="PATRUNO ANDREA" userId="434c2d3d-d760-4baf-8981-191d7218719d" providerId="ADAL" clId="{D49931E2-CE7A-4E79-93FA-3282CEFD0145}" dt="2026-04-13T09:20:58.271" v="641" actId="478"/>
          <ac:picMkLst>
            <pc:docMk/>
            <pc:sldMk cId="3508843246" sldId="269"/>
            <ac:picMk id="3" creationId="{6FFDD6C0-E834-7E95-9A9F-1488481E8BF9}"/>
          </ac:picMkLst>
        </pc:picChg>
        <pc:picChg chg="add del mod">
          <ac:chgData name="PATRUNO ANDREA" userId="434c2d3d-d760-4baf-8981-191d7218719d" providerId="ADAL" clId="{D49931E2-CE7A-4E79-93FA-3282CEFD0145}" dt="2026-04-13T09:09:03.255" v="407" actId="21"/>
          <ac:picMkLst>
            <pc:docMk/>
            <pc:sldMk cId="3508843246" sldId="269"/>
            <ac:picMk id="12" creationId="{17ECDCB7-4D90-9FC7-8E17-28744785DA80}"/>
          </ac:picMkLst>
        </pc:picChg>
        <pc:picChg chg="add mod">
          <ac:chgData name="PATRUNO ANDREA" userId="434c2d3d-d760-4baf-8981-191d7218719d" providerId="ADAL" clId="{D49931E2-CE7A-4E79-93FA-3282CEFD0145}" dt="2026-04-13T09:21:37.359" v="659" actId="1076"/>
          <ac:picMkLst>
            <pc:docMk/>
            <pc:sldMk cId="3508843246" sldId="269"/>
            <ac:picMk id="14" creationId="{8F6409AC-F0C2-C5C6-8FDD-CE9FFB9E4F73}"/>
          </ac:picMkLst>
        </pc:picChg>
        <pc:picChg chg="add mod">
          <ac:chgData name="PATRUNO ANDREA" userId="434c2d3d-d760-4baf-8981-191d7218719d" providerId="ADAL" clId="{D49931E2-CE7A-4E79-93FA-3282CEFD0145}" dt="2026-04-13T09:22:05.771" v="661" actId="14100"/>
          <ac:picMkLst>
            <pc:docMk/>
            <pc:sldMk cId="3508843246" sldId="269"/>
            <ac:picMk id="16" creationId="{9A831717-8C00-E1E9-92CB-F70C276AA9FE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4T10:03:35.956" v="2192" actId="1076"/>
        <pc:sldMkLst>
          <pc:docMk/>
          <pc:sldMk cId="2682488855" sldId="270"/>
        </pc:sldMkLst>
        <pc:spChg chg="add mod">
          <ac:chgData name="PATRUNO ANDREA" userId="434c2d3d-d760-4baf-8981-191d7218719d" providerId="ADAL" clId="{D49931E2-CE7A-4E79-93FA-3282CEFD0145}" dt="2026-04-13T09:10:52.038" v="435" actId="20577"/>
          <ac:spMkLst>
            <pc:docMk/>
            <pc:sldMk cId="2682488855" sldId="270"/>
            <ac:spMk id="2" creationId="{B8AEB774-802C-A39E-D307-BE3E72FDF922}"/>
          </ac:spMkLst>
        </pc:spChg>
        <pc:spChg chg="add mod">
          <ac:chgData name="PATRUNO ANDREA" userId="434c2d3d-d760-4baf-8981-191d7218719d" providerId="ADAL" clId="{D49931E2-CE7A-4E79-93FA-3282CEFD0145}" dt="2026-04-13T09:09:20.623" v="414"/>
          <ac:spMkLst>
            <pc:docMk/>
            <pc:sldMk cId="2682488855" sldId="270"/>
            <ac:spMk id="3" creationId="{0F0866B2-AF90-1CA4-525F-41E4BC736746}"/>
          </ac:spMkLst>
        </pc:spChg>
        <pc:spChg chg="add mod">
          <ac:chgData name="PATRUNO ANDREA" userId="434c2d3d-d760-4baf-8981-191d7218719d" providerId="ADAL" clId="{D49931E2-CE7A-4E79-93FA-3282CEFD0145}" dt="2026-04-14T10:02:32.653" v="2141" actId="1076"/>
          <ac:spMkLst>
            <pc:docMk/>
            <pc:sldMk cId="2682488855" sldId="270"/>
            <ac:spMk id="4" creationId="{5180A067-EC8C-5AE6-E204-2D14688E0B83}"/>
          </ac:spMkLst>
        </pc:spChg>
        <pc:spChg chg="add mod">
          <ac:chgData name="PATRUNO ANDREA" userId="434c2d3d-d760-4baf-8981-191d7218719d" providerId="ADAL" clId="{D49931E2-CE7A-4E79-93FA-3282CEFD0145}" dt="2026-04-14T10:01:58.590" v="2126" actId="1076"/>
          <ac:spMkLst>
            <pc:docMk/>
            <pc:sldMk cId="2682488855" sldId="270"/>
            <ac:spMk id="6" creationId="{8A0465AE-E73D-C487-792F-6BCEB46DF753}"/>
          </ac:spMkLst>
        </pc:spChg>
        <pc:spChg chg="add mod">
          <ac:chgData name="PATRUNO ANDREA" userId="434c2d3d-d760-4baf-8981-191d7218719d" providerId="ADAL" clId="{D49931E2-CE7A-4E79-93FA-3282CEFD0145}" dt="2026-04-14T10:02:10.389" v="2132" actId="1076"/>
          <ac:spMkLst>
            <pc:docMk/>
            <pc:sldMk cId="2682488855" sldId="270"/>
            <ac:spMk id="7" creationId="{1B561D4F-FA10-4007-36F2-B913EB68A8CF}"/>
          </ac:spMkLst>
        </pc:spChg>
        <pc:spChg chg="add mod">
          <ac:chgData name="PATRUNO ANDREA" userId="434c2d3d-d760-4baf-8981-191d7218719d" providerId="ADAL" clId="{D49931E2-CE7A-4E79-93FA-3282CEFD0145}" dt="2026-04-14T10:03:03.406" v="2184" actId="20577"/>
          <ac:spMkLst>
            <pc:docMk/>
            <pc:sldMk cId="2682488855" sldId="270"/>
            <ac:spMk id="8" creationId="{3A1C5DC1-04D7-C368-2DFC-7B956C2406EB}"/>
          </ac:spMkLst>
        </pc:spChg>
        <pc:spChg chg="add mod">
          <ac:chgData name="PATRUNO ANDREA" userId="434c2d3d-d760-4baf-8981-191d7218719d" providerId="ADAL" clId="{D49931E2-CE7A-4E79-93FA-3282CEFD0145}" dt="2026-04-13T09:11:18.501" v="461" actId="20577"/>
          <ac:spMkLst>
            <pc:docMk/>
            <pc:sldMk cId="2682488855" sldId="270"/>
            <ac:spMk id="10" creationId="{A40446BE-04B7-C200-8C8C-EAF87D0D2DB4}"/>
          </ac:spMkLst>
        </pc:spChg>
        <pc:spChg chg="add del mod">
          <ac:chgData name="PATRUNO ANDREA" userId="434c2d3d-d760-4baf-8981-191d7218719d" providerId="ADAL" clId="{D49931E2-CE7A-4E79-93FA-3282CEFD0145}" dt="2026-04-14T10:02:22.683" v="2138"/>
          <ac:spMkLst>
            <pc:docMk/>
            <pc:sldMk cId="2682488855" sldId="270"/>
            <ac:spMk id="11" creationId="{FFEF0797-2446-1161-4116-E64572D951EE}"/>
          </ac:spMkLst>
        </pc:spChg>
        <pc:spChg chg="add del mod">
          <ac:chgData name="PATRUNO ANDREA" userId="434c2d3d-d760-4baf-8981-191d7218719d" providerId="ADAL" clId="{D49931E2-CE7A-4E79-93FA-3282CEFD0145}" dt="2026-04-14T10:03:31.347" v="2191" actId="478"/>
          <ac:spMkLst>
            <pc:docMk/>
            <pc:sldMk cId="2682488855" sldId="270"/>
            <ac:spMk id="13" creationId="{03AB6348-3611-4D4B-6324-16C073224C1A}"/>
          </ac:spMkLst>
        </pc:spChg>
        <pc:spChg chg="add mod">
          <ac:chgData name="PATRUNO ANDREA" userId="434c2d3d-d760-4baf-8981-191d7218719d" providerId="ADAL" clId="{D49931E2-CE7A-4E79-93FA-3282CEFD0145}" dt="2026-04-14T10:03:35.956" v="2192" actId="1076"/>
          <ac:spMkLst>
            <pc:docMk/>
            <pc:sldMk cId="2682488855" sldId="270"/>
            <ac:spMk id="14" creationId="{95172C9F-A163-13F3-8802-B846F8CD132F}"/>
          </ac:spMkLst>
        </pc:spChg>
        <pc:picChg chg="add del mod">
          <ac:chgData name="PATRUNO ANDREA" userId="434c2d3d-d760-4baf-8981-191d7218719d" providerId="ADAL" clId="{D49931E2-CE7A-4E79-93FA-3282CEFD0145}" dt="2026-04-13T09:10:18.581" v="422" actId="478"/>
          <ac:picMkLst>
            <pc:docMk/>
            <pc:sldMk cId="2682488855" sldId="270"/>
            <ac:picMk id="5" creationId="{24532568-A40B-BC14-9D24-12D5F2D87028}"/>
          </ac:picMkLst>
        </pc:picChg>
        <pc:picChg chg="add mod">
          <ac:chgData name="PATRUNO ANDREA" userId="434c2d3d-d760-4baf-8981-191d7218719d" providerId="ADAL" clId="{D49931E2-CE7A-4E79-93FA-3282CEFD0145}" dt="2026-04-14T10:01:58.590" v="2126" actId="1076"/>
          <ac:picMkLst>
            <pc:docMk/>
            <pc:sldMk cId="2682488855" sldId="270"/>
            <ac:picMk id="5" creationId="{7C015304-FC22-52DD-6728-B98D42B8E6A8}"/>
          </ac:picMkLst>
        </pc:picChg>
        <pc:picChg chg="add del mod">
          <ac:chgData name="PATRUNO ANDREA" userId="434c2d3d-d760-4baf-8981-191d7218719d" providerId="ADAL" clId="{D49931E2-CE7A-4E79-93FA-3282CEFD0145}" dt="2026-04-13T09:10:30.542" v="426" actId="478"/>
          <ac:picMkLst>
            <pc:docMk/>
            <pc:sldMk cId="2682488855" sldId="270"/>
            <ac:picMk id="7" creationId="{6BC0EFAD-08E3-7220-6132-EF1F598000DB}"/>
          </ac:picMkLst>
        </pc:picChg>
        <pc:picChg chg="add mod">
          <ac:chgData name="PATRUNO ANDREA" userId="434c2d3d-d760-4baf-8981-191d7218719d" providerId="ADAL" clId="{D49931E2-CE7A-4E79-93FA-3282CEFD0145}" dt="2026-04-14T10:02:21.101" v="2136" actId="14100"/>
          <ac:picMkLst>
            <pc:docMk/>
            <pc:sldMk cId="2682488855" sldId="270"/>
            <ac:picMk id="9" creationId="{D3005E5F-9B50-FEC6-5361-86C6D3C272D7}"/>
          </ac:picMkLst>
        </pc:picChg>
        <pc:picChg chg="add mod">
          <ac:chgData name="PATRUNO ANDREA" userId="434c2d3d-d760-4baf-8981-191d7218719d" providerId="ADAL" clId="{D49931E2-CE7A-4E79-93FA-3282CEFD0145}" dt="2026-04-14T10:03:14.117" v="2187" actId="1076"/>
          <ac:picMkLst>
            <pc:docMk/>
            <pc:sldMk cId="2682488855" sldId="270"/>
            <ac:picMk id="12" creationId="{17ECDCB7-4D90-9FC7-8E17-28744785DA80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4T09:40:48.297" v="2063" actId="1076"/>
        <pc:sldMkLst>
          <pc:docMk/>
          <pc:sldMk cId="1696233361" sldId="271"/>
        </pc:sldMkLst>
        <pc:spChg chg="add del mod ord">
          <ac:chgData name="PATRUNO ANDREA" userId="434c2d3d-d760-4baf-8981-191d7218719d" providerId="ADAL" clId="{D49931E2-CE7A-4E79-93FA-3282CEFD0145}" dt="2026-04-14T09:40:02.825" v="2053" actId="21"/>
          <ac:spMkLst>
            <pc:docMk/>
            <pc:sldMk cId="1696233361" sldId="271"/>
            <ac:spMk id="2" creationId="{5893F8CA-79D9-A5B7-5D55-BA4005756945}"/>
          </ac:spMkLst>
        </pc:spChg>
        <pc:spChg chg="add mod">
          <ac:chgData name="PATRUNO ANDREA" userId="434c2d3d-d760-4baf-8981-191d7218719d" providerId="ADAL" clId="{D49931E2-CE7A-4E79-93FA-3282CEFD0145}" dt="2026-04-13T09:18:09.521" v="604" actId="1076"/>
          <ac:spMkLst>
            <pc:docMk/>
            <pc:sldMk cId="1696233361" sldId="271"/>
            <ac:spMk id="4" creationId="{2F6950A1-2461-8C57-D792-8FC5AB12D321}"/>
          </ac:spMkLst>
        </pc:spChg>
        <pc:spChg chg="add mod">
          <ac:chgData name="PATRUNO ANDREA" userId="434c2d3d-d760-4baf-8981-191d7218719d" providerId="ADAL" clId="{D49931E2-CE7A-4E79-93FA-3282CEFD0145}" dt="2026-04-13T09:17:39.547" v="535"/>
          <ac:spMkLst>
            <pc:docMk/>
            <pc:sldMk cId="1696233361" sldId="271"/>
            <ac:spMk id="5" creationId="{E9ABC95C-AAC6-DE2A-2F6B-FBE1C4FD23E6}"/>
          </ac:spMkLst>
        </pc:spChg>
        <pc:spChg chg="add mod">
          <ac:chgData name="PATRUNO ANDREA" userId="434c2d3d-d760-4baf-8981-191d7218719d" providerId="ADAL" clId="{D49931E2-CE7A-4E79-93FA-3282CEFD0145}" dt="2026-04-13T09:18:11.676" v="605" actId="1076"/>
          <ac:spMkLst>
            <pc:docMk/>
            <pc:sldMk cId="1696233361" sldId="271"/>
            <ac:spMk id="6" creationId="{5014233A-7D98-8AB1-31B8-CCBFA89505DD}"/>
          </ac:spMkLst>
        </pc:spChg>
        <pc:spChg chg="add mod ord">
          <ac:chgData name="PATRUNO ANDREA" userId="434c2d3d-d760-4baf-8981-191d7218719d" providerId="ADAL" clId="{D49931E2-CE7A-4E79-93FA-3282CEFD0145}" dt="2026-04-14T09:40:27.709" v="2061" actId="1076"/>
          <ac:spMkLst>
            <pc:docMk/>
            <pc:sldMk cId="1696233361" sldId="271"/>
            <ac:spMk id="7" creationId="{5893F8CA-79D9-A5B7-5D55-BA4005756945}"/>
          </ac:spMkLst>
        </pc:spChg>
        <pc:spChg chg="add del">
          <ac:chgData name="PATRUNO ANDREA" userId="434c2d3d-d760-4baf-8981-191d7218719d" providerId="ADAL" clId="{D49931E2-CE7A-4E79-93FA-3282CEFD0145}" dt="2026-04-13T09:18:31.237" v="613" actId="22"/>
          <ac:spMkLst>
            <pc:docMk/>
            <pc:sldMk cId="1696233361" sldId="271"/>
            <ac:spMk id="8" creationId="{E562E120-2FCC-C523-1AFF-43873C73F679}"/>
          </ac:spMkLst>
        </pc:spChg>
        <pc:spChg chg="add mod">
          <ac:chgData name="PATRUNO ANDREA" userId="434c2d3d-d760-4baf-8981-191d7218719d" providerId="ADAL" clId="{D49931E2-CE7A-4E79-93FA-3282CEFD0145}" dt="2026-04-14T09:39:56.688" v="2051" actId="1076"/>
          <ac:spMkLst>
            <pc:docMk/>
            <pc:sldMk cId="1696233361" sldId="271"/>
            <ac:spMk id="10" creationId="{EF97EF74-18C3-F594-0C3D-766477E1E262}"/>
          </ac:spMkLst>
        </pc:spChg>
        <pc:spChg chg="add del">
          <ac:chgData name="PATRUNO ANDREA" userId="434c2d3d-d760-4baf-8981-191d7218719d" providerId="ADAL" clId="{D49931E2-CE7A-4E79-93FA-3282CEFD0145}" dt="2026-04-13T09:19:15.322" v="625" actId="22"/>
          <ac:spMkLst>
            <pc:docMk/>
            <pc:sldMk cId="1696233361" sldId="271"/>
            <ac:spMk id="12" creationId="{B6A54BD4-EF31-C89F-0377-E0443378EEC6}"/>
          </ac:spMkLst>
        </pc:spChg>
        <pc:spChg chg="add mod">
          <ac:chgData name="PATRUNO ANDREA" userId="434c2d3d-d760-4baf-8981-191d7218719d" providerId="ADAL" clId="{D49931E2-CE7A-4E79-93FA-3282CEFD0145}" dt="2026-04-14T09:40:48.297" v="2063" actId="1076"/>
          <ac:spMkLst>
            <pc:docMk/>
            <pc:sldMk cId="1696233361" sldId="271"/>
            <ac:spMk id="14" creationId="{7B522ADF-ADD5-4DAF-0507-454BF48F3E50}"/>
          </ac:spMkLst>
        </pc:spChg>
        <pc:picChg chg="add mod">
          <ac:chgData name="PATRUNO ANDREA" userId="434c2d3d-d760-4baf-8981-191d7218719d" providerId="ADAL" clId="{D49931E2-CE7A-4E79-93FA-3282CEFD0145}" dt="2026-04-14T09:40:40.977" v="2062" actId="14100"/>
          <ac:picMkLst>
            <pc:docMk/>
            <pc:sldMk cId="1696233361" sldId="271"/>
            <ac:picMk id="3" creationId="{B169DB11-254A-5F38-FD13-712E592E6D48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5:51:32.894" v="1363" actId="20577"/>
        <pc:sldMkLst>
          <pc:docMk/>
          <pc:sldMk cId="3956994717" sldId="272"/>
        </pc:sldMkLst>
        <pc:spChg chg="add mod">
          <ac:chgData name="PATRUNO ANDREA" userId="434c2d3d-d760-4baf-8981-191d7218719d" providerId="ADAL" clId="{D49931E2-CE7A-4E79-93FA-3282CEFD0145}" dt="2026-04-13T09:28:48.759" v="677"/>
          <ac:spMkLst>
            <pc:docMk/>
            <pc:sldMk cId="3956994717" sldId="272"/>
            <ac:spMk id="2" creationId="{0A036F95-9DC7-1B21-00CA-6439795710DF}"/>
          </ac:spMkLst>
        </pc:spChg>
        <pc:spChg chg="add mod">
          <ac:chgData name="PATRUNO ANDREA" userId="434c2d3d-d760-4baf-8981-191d7218719d" providerId="ADAL" clId="{D49931E2-CE7A-4E79-93FA-3282CEFD0145}" dt="2026-04-13T09:28:18.933" v="676"/>
          <ac:spMkLst>
            <pc:docMk/>
            <pc:sldMk cId="3956994717" sldId="272"/>
            <ac:spMk id="3" creationId="{9D79FB2E-6F06-D8A9-93C6-D4FD62960CB3}"/>
          </ac:spMkLst>
        </pc:spChg>
        <pc:spChg chg="add del">
          <ac:chgData name="PATRUNO ANDREA" userId="434c2d3d-d760-4baf-8981-191d7218719d" providerId="ADAL" clId="{D49931E2-CE7A-4E79-93FA-3282CEFD0145}" dt="2026-04-13T09:28:51.907" v="679" actId="22"/>
          <ac:spMkLst>
            <pc:docMk/>
            <pc:sldMk cId="3956994717" sldId="272"/>
            <ac:spMk id="5" creationId="{B0DD0BC8-730E-F233-7AE6-0259CE80EAF4}"/>
          </ac:spMkLst>
        </pc:spChg>
        <pc:spChg chg="add del">
          <ac:chgData name="PATRUNO ANDREA" userId="434c2d3d-d760-4baf-8981-191d7218719d" providerId="ADAL" clId="{D49931E2-CE7A-4E79-93FA-3282CEFD0145}" dt="2026-04-13T09:28:54.051" v="681" actId="22"/>
          <ac:spMkLst>
            <pc:docMk/>
            <pc:sldMk cId="3956994717" sldId="272"/>
            <ac:spMk id="7" creationId="{CFE39FB6-E534-BC52-468F-E97882917D23}"/>
          </ac:spMkLst>
        </pc:spChg>
        <pc:spChg chg="add del">
          <ac:chgData name="PATRUNO ANDREA" userId="434c2d3d-d760-4baf-8981-191d7218719d" providerId="ADAL" clId="{D49931E2-CE7A-4E79-93FA-3282CEFD0145}" dt="2026-04-13T09:29:02.038" v="689" actId="22"/>
          <ac:spMkLst>
            <pc:docMk/>
            <pc:sldMk cId="3956994717" sldId="272"/>
            <ac:spMk id="9" creationId="{CB7770F8-018B-30D3-6022-16AF41499368}"/>
          </ac:spMkLst>
        </pc:spChg>
        <pc:spChg chg="add mod">
          <ac:chgData name="PATRUNO ANDREA" userId="434c2d3d-d760-4baf-8981-191d7218719d" providerId="ADAL" clId="{D49931E2-CE7A-4E79-93FA-3282CEFD0145}" dt="2026-04-13T15:51:32.894" v="1363" actId="20577"/>
          <ac:spMkLst>
            <pc:docMk/>
            <pc:sldMk cId="3956994717" sldId="272"/>
            <ac:spMk id="11" creationId="{CD2CAC9E-B56E-F7B3-69EB-29ADA9BF203E}"/>
          </ac:spMkLst>
        </pc:spChg>
        <pc:spChg chg="add del">
          <ac:chgData name="PATRUNO ANDREA" userId="434c2d3d-d760-4baf-8981-191d7218719d" providerId="ADAL" clId="{D49931E2-CE7A-4E79-93FA-3282CEFD0145}" dt="2026-04-13T09:32:44.066" v="704" actId="22"/>
          <ac:spMkLst>
            <pc:docMk/>
            <pc:sldMk cId="3956994717" sldId="272"/>
            <ac:spMk id="15" creationId="{736565E9-D8C1-C86C-3D49-C8CE144A7282}"/>
          </ac:spMkLst>
        </pc:spChg>
        <pc:spChg chg="add del mod">
          <ac:chgData name="PATRUNO ANDREA" userId="434c2d3d-d760-4baf-8981-191d7218719d" providerId="ADAL" clId="{D49931E2-CE7A-4E79-93FA-3282CEFD0145}" dt="2026-04-13T15:51:24.119" v="1332" actId="1076"/>
          <ac:spMkLst>
            <pc:docMk/>
            <pc:sldMk cId="3956994717" sldId="272"/>
            <ac:spMk id="17" creationId="{A7DEAE06-D777-F62E-A8B3-167CAB4AAE2B}"/>
          </ac:spMkLst>
        </pc:spChg>
        <pc:picChg chg="add del mod">
          <ac:chgData name="PATRUNO ANDREA" userId="434c2d3d-d760-4baf-8981-191d7218719d" providerId="ADAL" clId="{D49931E2-CE7A-4E79-93FA-3282CEFD0145}" dt="2026-04-13T09:35:42.475" v="736" actId="478"/>
          <ac:picMkLst>
            <pc:docMk/>
            <pc:sldMk cId="3956994717" sldId="272"/>
            <ac:picMk id="13" creationId="{8311DB00-C122-426A-0AB7-B34752E02E5C}"/>
          </ac:picMkLst>
        </pc:picChg>
        <pc:picChg chg="add mod">
          <ac:chgData name="PATRUNO ANDREA" userId="434c2d3d-d760-4baf-8981-191d7218719d" providerId="ADAL" clId="{D49931E2-CE7A-4E79-93FA-3282CEFD0145}" dt="2026-04-13T09:35:46.787" v="739" actId="1076"/>
          <ac:picMkLst>
            <pc:docMk/>
            <pc:sldMk cId="3956994717" sldId="272"/>
            <ac:picMk id="19" creationId="{342F60CC-600D-32FA-CA49-4BC664D04557}"/>
          </ac:picMkLst>
        </pc:picChg>
        <pc:picChg chg="add mod">
          <ac:chgData name="PATRUNO ANDREA" userId="434c2d3d-d760-4baf-8981-191d7218719d" providerId="ADAL" clId="{D49931E2-CE7A-4E79-93FA-3282CEFD0145}" dt="2026-04-13T09:36:36.470" v="745" actId="14100"/>
          <ac:picMkLst>
            <pc:docMk/>
            <pc:sldMk cId="3956994717" sldId="272"/>
            <ac:picMk id="21" creationId="{2C5A04A4-08EE-7AE2-8FB4-A4EC79F635A4}"/>
          </ac:picMkLst>
        </pc:picChg>
      </pc:sldChg>
      <pc:sldChg chg="addSp delSp modSp new mod">
        <pc:chgData name="PATRUNO ANDREA" userId="434c2d3d-d760-4baf-8981-191d7218719d" providerId="ADAL" clId="{D49931E2-CE7A-4E79-93FA-3282CEFD0145}" dt="2026-04-13T15:56:03.903" v="1399" actId="20577"/>
        <pc:sldMkLst>
          <pc:docMk/>
          <pc:sldMk cId="1209639368" sldId="273"/>
        </pc:sldMkLst>
        <pc:spChg chg="add mod">
          <ac:chgData name="PATRUNO ANDREA" userId="434c2d3d-d760-4baf-8981-191d7218719d" providerId="ADAL" clId="{D49931E2-CE7A-4E79-93FA-3282CEFD0145}" dt="2026-04-13T09:38:27.682" v="748"/>
          <ac:spMkLst>
            <pc:docMk/>
            <pc:sldMk cId="1209639368" sldId="273"/>
            <ac:spMk id="2" creationId="{D12240BD-CB6D-BFC3-D33E-6B23BCEF5904}"/>
          </ac:spMkLst>
        </pc:spChg>
        <pc:spChg chg="add mod">
          <ac:chgData name="PATRUNO ANDREA" userId="434c2d3d-d760-4baf-8981-191d7218719d" providerId="ADAL" clId="{D49931E2-CE7A-4E79-93FA-3282CEFD0145}" dt="2026-04-13T09:38:31.515" v="749"/>
          <ac:spMkLst>
            <pc:docMk/>
            <pc:sldMk cId="1209639368" sldId="273"/>
            <ac:spMk id="3" creationId="{0470FCA0-7625-EFDD-E1EC-D56A02B734F7}"/>
          </ac:spMkLst>
        </pc:spChg>
        <pc:spChg chg="add mod">
          <ac:chgData name="PATRUNO ANDREA" userId="434c2d3d-d760-4baf-8981-191d7218719d" providerId="ADAL" clId="{D49931E2-CE7A-4E79-93FA-3282CEFD0145}" dt="2026-04-13T15:56:03.903" v="1399" actId="20577"/>
          <ac:spMkLst>
            <pc:docMk/>
            <pc:sldMk cId="1209639368" sldId="273"/>
            <ac:spMk id="4" creationId="{AF4725FF-2718-823C-3616-65E57C7D3BF1}"/>
          </ac:spMkLst>
        </pc:spChg>
        <pc:spChg chg="add mod">
          <ac:chgData name="PATRUNO ANDREA" userId="434c2d3d-d760-4baf-8981-191d7218719d" providerId="ADAL" clId="{D49931E2-CE7A-4E79-93FA-3282CEFD0145}" dt="2026-04-13T10:08:56.049" v="798"/>
          <ac:spMkLst>
            <pc:docMk/>
            <pc:sldMk cId="1209639368" sldId="273"/>
            <ac:spMk id="11" creationId="{1780E195-7677-F9E0-81CD-ABEC15D1866D}"/>
          </ac:spMkLst>
        </pc:spChg>
        <pc:picChg chg="add del mod">
          <ac:chgData name="PATRUNO ANDREA" userId="434c2d3d-d760-4baf-8981-191d7218719d" providerId="ADAL" clId="{D49931E2-CE7A-4E79-93FA-3282CEFD0145}" dt="2026-04-13T09:41:39.056" v="782" actId="478"/>
          <ac:picMkLst>
            <pc:docMk/>
            <pc:sldMk cId="1209639368" sldId="273"/>
            <ac:picMk id="6" creationId="{452621EF-758E-63D2-6602-71F6939B70B3}"/>
          </ac:picMkLst>
        </pc:picChg>
        <pc:picChg chg="add mod">
          <ac:chgData name="PATRUNO ANDREA" userId="434c2d3d-d760-4baf-8981-191d7218719d" providerId="ADAL" clId="{D49931E2-CE7A-4E79-93FA-3282CEFD0145}" dt="2026-04-13T10:08:37.300" v="793" actId="1076"/>
          <ac:picMkLst>
            <pc:docMk/>
            <pc:sldMk cId="1209639368" sldId="273"/>
            <ac:picMk id="8" creationId="{74DA4006-0CA5-F4D8-B655-4C12FA0E6F2E}"/>
          </ac:picMkLst>
        </pc:picChg>
        <pc:picChg chg="add mod">
          <ac:chgData name="PATRUNO ANDREA" userId="434c2d3d-d760-4baf-8981-191d7218719d" providerId="ADAL" clId="{D49931E2-CE7A-4E79-93FA-3282CEFD0145}" dt="2026-04-13T10:08:43.445" v="796" actId="1076"/>
          <ac:picMkLst>
            <pc:docMk/>
            <pc:sldMk cId="1209639368" sldId="273"/>
            <ac:picMk id="10" creationId="{71DE5ECC-9B70-5E5E-CD04-DF94D095481A}"/>
          </ac:picMkLst>
        </pc:picChg>
      </pc:sldChg>
      <pc:sldChg chg="addSp modSp new del mod">
        <pc:chgData name="PATRUNO ANDREA" userId="434c2d3d-d760-4baf-8981-191d7218719d" providerId="ADAL" clId="{D49931E2-CE7A-4E79-93FA-3282CEFD0145}" dt="2026-04-13T15:40:39.843" v="1318" actId="2696"/>
        <pc:sldMkLst>
          <pc:docMk/>
          <pc:sldMk cId="1078392333" sldId="274"/>
        </pc:sldMkLst>
        <pc:spChg chg="add mod">
          <ac:chgData name="PATRUNO ANDREA" userId="434c2d3d-d760-4baf-8981-191d7218719d" providerId="ADAL" clId="{D49931E2-CE7A-4E79-93FA-3282CEFD0145}" dt="2026-04-13T10:08:59.448" v="799"/>
          <ac:spMkLst>
            <pc:docMk/>
            <pc:sldMk cId="1078392333" sldId="274"/>
            <ac:spMk id="2" creationId="{615B8DEE-6E16-D128-1D28-9EF3EC4737C5}"/>
          </ac:spMkLst>
        </pc:spChg>
        <pc:spChg chg="add mod">
          <ac:chgData name="PATRUNO ANDREA" userId="434c2d3d-d760-4baf-8981-191d7218719d" providerId="ADAL" clId="{D49931E2-CE7A-4E79-93FA-3282CEFD0145}" dt="2026-04-13T10:09:02.505" v="800"/>
          <ac:spMkLst>
            <pc:docMk/>
            <pc:sldMk cId="1078392333" sldId="274"/>
            <ac:spMk id="3" creationId="{0F411314-0ECB-A56B-F8D6-99A0B908CD5C}"/>
          </ac:spMkLst>
        </pc:spChg>
        <pc:spChg chg="add mod">
          <ac:chgData name="PATRUNO ANDREA" userId="434c2d3d-d760-4baf-8981-191d7218719d" providerId="ADAL" clId="{D49931E2-CE7A-4E79-93FA-3282CEFD0145}" dt="2026-04-13T10:11:00.617" v="892" actId="20577"/>
          <ac:spMkLst>
            <pc:docMk/>
            <pc:sldMk cId="1078392333" sldId="274"/>
            <ac:spMk id="8" creationId="{A6786BDA-464A-0E46-3500-F3DDEC5EB2E3}"/>
          </ac:spMkLst>
        </pc:spChg>
        <pc:picChg chg="add mod">
          <ac:chgData name="PATRUNO ANDREA" userId="434c2d3d-d760-4baf-8981-191d7218719d" providerId="ADAL" clId="{D49931E2-CE7A-4E79-93FA-3282CEFD0145}" dt="2026-04-13T10:09:34.692" v="854" actId="1076"/>
          <ac:picMkLst>
            <pc:docMk/>
            <pc:sldMk cId="1078392333" sldId="274"/>
            <ac:picMk id="5" creationId="{8E29DC0C-70C5-51D8-D0BC-0BF7352ED76D}"/>
          </ac:picMkLst>
        </pc:picChg>
        <pc:picChg chg="add mod">
          <ac:chgData name="PATRUNO ANDREA" userId="434c2d3d-d760-4baf-8981-191d7218719d" providerId="ADAL" clId="{D49931E2-CE7A-4E79-93FA-3282CEFD0145}" dt="2026-04-13T10:09:40.408" v="856" actId="1076"/>
          <ac:picMkLst>
            <pc:docMk/>
            <pc:sldMk cId="1078392333" sldId="274"/>
            <ac:picMk id="7" creationId="{0E37535A-F721-D07A-8A97-FFF8DF745F9F}"/>
          </ac:picMkLst>
        </pc:picChg>
      </pc:sldChg>
      <pc:sldChg chg="addSp delSp modSp new del mod">
        <pc:chgData name="PATRUNO ANDREA" userId="434c2d3d-d760-4baf-8981-191d7218719d" providerId="ADAL" clId="{D49931E2-CE7A-4E79-93FA-3282CEFD0145}" dt="2026-04-13T15:39:09.303" v="1317" actId="47"/>
        <pc:sldMkLst>
          <pc:docMk/>
          <pc:sldMk cId="2442030081" sldId="275"/>
        </pc:sldMkLst>
        <pc:spChg chg="add del mod">
          <ac:chgData name="PATRUNO ANDREA" userId="434c2d3d-d760-4baf-8981-191d7218719d" providerId="ADAL" clId="{D49931E2-CE7A-4E79-93FA-3282CEFD0145}" dt="2026-04-13T10:13:00.583" v="976" actId="478"/>
          <ac:spMkLst>
            <pc:docMk/>
            <pc:sldMk cId="2442030081" sldId="275"/>
            <ac:spMk id="2" creationId="{A6517DE7-CBF3-3445-4CEE-9261A8D67F06}"/>
          </ac:spMkLst>
        </pc:spChg>
        <pc:spChg chg="add del mod">
          <ac:chgData name="PATRUNO ANDREA" userId="434c2d3d-d760-4baf-8981-191d7218719d" providerId="ADAL" clId="{D49931E2-CE7A-4E79-93FA-3282CEFD0145}" dt="2026-04-13T10:13:01.151" v="977" actId="478"/>
          <ac:spMkLst>
            <pc:docMk/>
            <pc:sldMk cId="2442030081" sldId="275"/>
            <ac:spMk id="3" creationId="{7D9779FC-6FF0-F313-653E-996A3CC6E9CD}"/>
          </ac:spMkLst>
        </pc:spChg>
        <pc:spChg chg="add mod">
          <ac:chgData name="PATRUNO ANDREA" userId="434c2d3d-d760-4baf-8981-191d7218719d" providerId="ADAL" clId="{D49931E2-CE7A-4E79-93FA-3282CEFD0145}" dt="2026-04-13T10:11:43.313" v="945" actId="20577"/>
          <ac:spMkLst>
            <pc:docMk/>
            <pc:sldMk cId="2442030081" sldId="275"/>
            <ac:spMk id="4" creationId="{1C6D7C3B-20B6-7E93-BD29-859BAFF6DB2F}"/>
          </ac:spMkLst>
        </pc:spChg>
        <pc:picChg chg="add del mod">
          <ac:chgData name="PATRUNO ANDREA" userId="434c2d3d-d760-4baf-8981-191d7218719d" providerId="ADAL" clId="{D49931E2-CE7A-4E79-93FA-3282CEFD0145}" dt="2026-04-13T10:12:47.238" v="972" actId="478"/>
          <ac:picMkLst>
            <pc:docMk/>
            <pc:sldMk cId="2442030081" sldId="275"/>
            <ac:picMk id="6" creationId="{260489C9-ED18-5513-4F33-8462B093395E}"/>
          </ac:picMkLst>
        </pc:picChg>
        <pc:picChg chg="add del">
          <ac:chgData name="PATRUNO ANDREA" userId="434c2d3d-d760-4baf-8981-191d7218719d" providerId="ADAL" clId="{D49931E2-CE7A-4E79-93FA-3282CEFD0145}" dt="2026-04-13T10:12:04.743" v="954" actId="478"/>
          <ac:picMkLst>
            <pc:docMk/>
            <pc:sldMk cId="2442030081" sldId="275"/>
            <ac:picMk id="8" creationId="{573AF64E-8227-E05D-38F8-6669AFE6EE09}"/>
          </ac:picMkLst>
        </pc:picChg>
        <pc:picChg chg="add del mod">
          <ac:chgData name="PATRUNO ANDREA" userId="434c2d3d-d760-4baf-8981-191d7218719d" providerId="ADAL" clId="{D49931E2-CE7A-4E79-93FA-3282CEFD0145}" dt="2026-04-13T10:12:46.902" v="971" actId="478"/>
          <ac:picMkLst>
            <pc:docMk/>
            <pc:sldMk cId="2442030081" sldId="275"/>
            <ac:picMk id="10" creationId="{0D2D52A3-F018-35F2-3D47-4655A7D244EC}"/>
          </ac:picMkLst>
        </pc:picChg>
        <pc:picChg chg="add del mod">
          <ac:chgData name="PATRUNO ANDREA" userId="434c2d3d-d760-4baf-8981-191d7218719d" providerId="ADAL" clId="{D49931E2-CE7A-4E79-93FA-3282CEFD0145}" dt="2026-04-13T10:13:02.470" v="978" actId="478"/>
          <ac:picMkLst>
            <pc:docMk/>
            <pc:sldMk cId="2442030081" sldId="275"/>
            <ac:picMk id="12" creationId="{BD3F8162-2C6B-4ED2-6CD7-BBA5669A4F83}"/>
          </ac:picMkLst>
        </pc:picChg>
        <pc:picChg chg="add mod">
          <ac:chgData name="PATRUNO ANDREA" userId="434c2d3d-d760-4baf-8981-191d7218719d" providerId="ADAL" clId="{D49931E2-CE7A-4E79-93FA-3282CEFD0145}" dt="2026-04-13T10:13:39.137" v="996" actId="1076"/>
          <ac:picMkLst>
            <pc:docMk/>
            <pc:sldMk cId="2442030081" sldId="275"/>
            <ac:picMk id="14" creationId="{4E5E1476-729E-00F2-15E6-A7D5C807662B}"/>
          </ac:picMkLst>
        </pc:picChg>
        <pc:picChg chg="add mod">
          <ac:chgData name="PATRUNO ANDREA" userId="434c2d3d-d760-4baf-8981-191d7218719d" providerId="ADAL" clId="{D49931E2-CE7A-4E79-93FA-3282CEFD0145}" dt="2026-04-13T10:13:34.735" v="994" actId="14100"/>
          <ac:picMkLst>
            <pc:docMk/>
            <pc:sldMk cId="2442030081" sldId="275"/>
            <ac:picMk id="16" creationId="{405CD7BC-8716-F125-85F9-91912C7292E1}"/>
          </ac:picMkLst>
        </pc:picChg>
      </pc:sldChg>
      <pc:sldChg chg="addSp delSp modSp new del mod">
        <pc:chgData name="PATRUNO ANDREA" userId="434c2d3d-d760-4baf-8981-191d7218719d" providerId="ADAL" clId="{D49931E2-CE7A-4E79-93FA-3282CEFD0145}" dt="2026-04-13T15:54:30.130" v="1368" actId="47"/>
        <pc:sldMkLst>
          <pc:docMk/>
          <pc:sldMk cId="66720825" sldId="276"/>
        </pc:sldMkLst>
        <pc:spChg chg="add mod">
          <ac:chgData name="PATRUNO ANDREA" userId="434c2d3d-d760-4baf-8981-191d7218719d" providerId="ADAL" clId="{D49931E2-CE7A-4E79-93FA-3282CEFD0145}" dt="2026-04-13T10:19:57.323" v="1168"/>
          <ac:spMkLst>
            <pc:docMk/>
            <pc:sldMk cId="66720825" sldId="276"/>
            <ac:spMk id="6" creationId="{6FD784E2-A211-5652-C274-367E0226CD45}"/>
          </ac:spMkLst>
        </pc:spChg>
        <pc:spChg chg="add mod">
          <ac:chgData name="PATRUNO ANDREA" userId="434c2d3d-d760-4baf-8981-191d7218719d" providerId="ADAL" clId="{D49931E2-CE7A-4E79-93FA-3282CEFD0145}" dt="2026-04-13T10:20:01.212" v="1169"/>
          <ac:spMkLst>
            <pc:docMk/>
            <pc:sldMk cId="66720825" sldId="276"/>
            <ac:spMk id="7" creationId="{CEE65D10-29A2-8DE0-1DB1-E16D8808EA39}"/>
          </ac:spMkLst>
        </pc:spChg>
        <pc:spChg chg="add mod">
          <ac:chgData name="PATRUNO ANDREA" userId="434c2d3d-d760-4baf-8981-191d7218719d" providerId="ADAL" clId="{D49931E2-CE7A-4E79-93FA-3282CEFD0145}" dt="2026-04-13T10:20:14.310" v="1181" actId="1076"/>
          <ac:spMkLst>
            <pc:docMk/>
            <pc:sldMk cId="66720825" sldId="276"/>
            <ac:spMk id="8" creationId="{0DD15F3A-0947-B8B4-64C5-D538E62F48E6}"/>
          </ac:spMkLst>
        </pc:spChg>
        <pc:picChg chg="add mod">
          <ac:chgData name="PATRUNO ANDREA" userId="434c2d3d-d760-4baf-8981-191d7218719d" providerId="ADAL" clId="{D49931E2-CE7A-4E79-93FA-3282CEFD0145}" dt="2026-04-13T10:20:17.515" v="1183" actId="1076"/>
          <ac:picMkLst>
            <pc:docMk/>
            <pc:sldMk cId="66720825" sldId="276"/>
            <ac:picMk id="3" creationId="{798568E0-305B-F362-1066-46D79D1DC56C}"/>
          </ac:picMkLst>
        </pc:picChg>
        <pc:picChg chg="add del mod">
          <ac:chgData name="PATRUNO ANDREA" userId="434c2d3d-d760-4baf-8981-191d7218719d" providerId="ADAL" clId="{D49931E2-CE7A-4E79-93FA-3282CEFD0145}" dt="2026-04-13T10:19:53.270" v="1166" actId="478"/>
          <ac:picMkLst>
            <pc:docMk/>
            <pc:sldMk cId="66720825" sldId="276"/>
            <ac:picMk id="5" creationId="{3AA440E7-4653-D067-53BB-9510C305A6B8}"/>
          </ac:picMkLst>
        </pc:picChg>
      </pc:sldChg>
      <pc:sldChg chg="addSp modSp new del mod">
        <pc:chgData name="PATRUNO ANDREA" userId="434c2d3d-d760-4baf-8981-191d7218719d" providerId="ADAL" clId="{D49931E2-CE7A-4E79-93FA-3282CEFD0145}" dt="2026-04-13T15:56:18.254" v="1405" actId="2696"/>
        <pc:sldMkLst>
          <pc:docMk/>
          <pc:sldMk cId="3600176547" sldId="277"/>
        </pc:sldMkLst>
        <pc:picChg chg="add mod">
          <ac:chgData name="PATRUNO ANDREA" userId="434c2d3d-d760-4baf-8981-191d7218719d" providerId="ADAL" clId="{D49931E2-CE7A-4E79-93FA-3282CEFD0145}" dt="2026-04-13T15:54:58.705" v="1372" actId="1076"/>
          <ac:picMkLst>
            <pc:docMk/>
            <pc:sldMk cId="3600176547" sldId="277"/>
            <ac:picMk id="3" creationId="{AB8B7ED1-8B1C-9245-EC71-13CFC6550BE2}"/>
          </ac:picMkLst>
        </pc:picChg>
      </pc:sldChg>
      <pc:sldChg chg="addSp delSp modSp new mod ord">
        <pc:chgData name="PATRUNO ANDREA" userId="434c2d3d-d760-4baf-8981-191d7218719d" providerId="ADAL" clId="{D49931E2-CE7A-4E79-93FA-3282CEFD0145}" dt="2026-04-13T15:53:20.378" v="1367" actId="1076"/>
        <pc:sldMkLst>
          <pc:docMk/>
          <pc:sldMk cId="2128440343" sldId="278"/>
        </pc:sldMkLst>
        <pc:spChg chg="add mod">
          <ac:chgData name="PATRUNO ANDREA" userId="434c2d3d-d760-4baf-8981-191d7218719d" providerId="ADAL" clId="{D49931E2-CE7A-4E79-93FA-3282CEFD0145}" dt="2026-04-13T10:17:17.184" v="1025"/>
          <ac:spMkLst>
            <pc:docMk/>
            <pc:sldMk cId="2128440343" sldId="278"/>
            <ac:spMk id="2" creationId="{B2496309-F813-1DCE-31D0-BC00DABA3791}"/>
          </ac:spMkLst>
        </pc:spChg>
        <pc:spChg chg="add mod">
          <ac:chgData name="PATRUNO ANDREA" userId="434c2d3d-d760-4baf-8981-191d7218719d" providerId="ADAL" clId="{D49931E2-CE7A-4E79-93FA-3282CEFD0145}" dt="2026-04-13T10:17:20.365" v="1026"/>
          <ac:spMkLst>
            <pc:docMk/>
            <pc:sldMk cId="2128440343" sldId="278"/>
            <ac:spMk id="3" creationId="{872DF36D-3B7F-EA81-52D4-C529E4A9683F}"/>
          </ac:spMkLst>
        </pc:spChg>
        <pc:spChg chg="add mod">
          <ac:chgData name="PATRUNO ANDREA" userId="434c2d3d-d760-4baf-8981-191d7218719d" providerId="ADAL" clId="{D49931E2-CE7A-4E79-93FA-3282CEFD0145}" dt="2026-04-13T10:17:43.872" v="1126" actId="20577"/>
          <ac:spMkLst>
            <pc:docMk/>
            <pc:sldMk cId="2128440343" sldId="278"/>
            <ac:spMk id="4" creationId="{E1634BB2-007E-3458-B755-F7795B48C508}"/>
          </ac:spMkLst>
        </pc:spChg>
        <pc:spChg chg="add del">
          <ac:chgData name="PATRUNO ANDREA" userId="434c2d3d-d760-4baf-8981-191d7218719d" providerId="ADAL" clId="{D49931E2-CE7A-4E79-93FA-3282CEFD0145}" dt="2026-04-13T10:17:51.271" v="1128" actId="22"/>
          <ac:spMkLst>
            <pc:docMk/>
            <pc:sldMk cId="2128440343" sldId="278"/>
            <ac:spMk id="6" creationId="{6F6B97CD-9CE3-B68E-A07B-01A32398E4F5}"/>
          </ac:spMkLst>
        </pc:spChg>
        <pc:spChg chg="add mod">
          <ac:chgData name="PATRUNO ANDREA" userId="434c2d3d-d760-4baf-8981-191d7218719d" providerId="ADAL" clId="{D49931E2-CE7A-4E79-93FA-3282CEFD0145}" dt="2026-04-13T15:53:20.378" v="1367" actId="1076"/>
          <ac:spMkLst>
            <pc:docMk/>
            <pc:sldMk cId="2128440343" sldId="278"/>
            <ac:spMk id="8" creationId="{7455F129-85E0-1F73-19F4-561234045984}"/>
          </ac:spMkLst>
        </pc:spChg>
        <pc:picChg chg="add del mod">
          <ac:chgData name="PATRUNO ANDREA" userId="434c2d3d-d760-4baf-8981-191d7218719d" providerId="ADAL" clId="{D49931E2-CE7A-4E79-93FA-3282CEFD0145}" dt="2026-04-13T15:53:12.285" v="1366" actId="478"/>
          <ac:picMkLst>
            <pc:docMk/>
            <pc:sldMk cId="2128440343" sldId="278"/>
            <ac:picMk id="9" creationId="{E1544B9D-C376-EBB8-6809-EA6CD8647981}"/>
          </ac:picMkLst>
        </pc:picChg>
      </pc:sldChg>
      <pc:sldChg chg="addSp modSp new mod">
        <pc:chgData name="PATRUNO ANDREA" userId="434c2d3d-d760-4baf-8981-191d7218719d" providerId="ADAL" clId="{D49931E2-CE7A-4E79-93FA-3282CEFD0145}" dt="2026-04-13T10:42:06.249" v="1310" actId="20577"/>
        <pc:sldMkLst>
          <pc:docMk/>
          <pc:sldMk cId="1992212784" sldId="279"/>
        </pc:sldMkLst>
        <pc:spChg chg="add mod">
          <ac:chgData name="PATRUNO ANDREA" userId="434c2d3d-d760-4baf-8981-191d7218719d" providerId="ADAL" clId="{D49931E2-CE7A-4E79-93FA-3282CEFD0145}" dt="2026-04-13T10:41:38.469" v="1276"/>
          <ac:spMkLst>
            <pc:docMk/>
            <pc:sldMk cId="1992212784" sldId="279"/>
            <ac:spMk id="4" creationId="{F205C05E-B92D-3740-E8D2-8E53DFE9AFF3}"/>
          </ac:spMkLst>
        </pc:spChg>
        <pc:spChg chg="add mod">
          <ac:chgData name="PATRUNO ANDREA" userId="434c2d3d-d760-4baf-8981-191d7218719d" providerId="ADAL" clId="{D49931E2-CE7A-4E79-93FA-3282CEFD0145}" dt="2026-04-13T10:41:44.092" v="1277"/>
          <ac:spMkLst>
            <pc:docMk/>
            <pc:sldMk cId="1992212784" sldId="279"/>
            <ac:spMk id="5" creationId="{C42183D6-887E-5E96-4D1C-AA6BF2045744}"/>
          </ac:spMkLst>
        </pc:spChg>
        <pc:spChg chg="add mod">
          <ac:chgData name="PATRUNO ANDREA" userId="434c2d3d-d760-4baf-8981-191d7218719d" providerId="ADAL" clId="{D49931E2-CE7A-4E79-93FA-3282CEFD0145}" dt="2026-04-13T10:42:06.249" v="1310" actId="20577"/>
          <ac:spMkLst>
            <pc:docMk/>
            <pc:sldMk cId="1992212784" sldId="279"/>
            <ac:spMk id="6" creationId="{36DDFE79-DF96-A584-F434-E6F1E1BDBC27}"/>
          </ac:spMkLst>
        </pc:spChg>
        <pc:picChg chg="add mod">
          <ac:chgData name="PATRUNO ANDREA" userId="434c2d3d-d760-4baf-8981-191d7218719d" providerId="ADAL" clId="{D49931E2-CE7A-4E79-93FA-3282CEFD0145}" dt="2026-04-13T10:41:47.341" v="1278" actId="14100"/>
          <ac:picMkLst>
            <pc:docMk/>
            <pc:sldMk cId="1992212784" sldId="279"/>
            <ac:picMk id="3" creationId="{F71C2FB0-6D74-513B-B42B-0D75B235FDAD}"/>
          </ac:picMkLst>
        </pc:picChg>
      </pc:sldChg>
      <pc:sldChg chg="addSp delSp modSp add mod">
        <pc:chgData name="PATRUNO ANDREA" userId="434c2d3d-d760-4baf-8981-191d7218719d" providerId="ADAL" clId="{D49931E2-CE7A-4E79-93FA-3282CEFD0145}" dt="2026-04-13T15:56:27.427" v="1409" actId="1076"/>
        <pc:sldMkLst>
          <pc:docMk/>
          <pc:sldMk cId="580985855" sldId="280"/>
        </pc:sldMkLst>
        <pc:spChg chg="mod">
          <ac:chgData name="PATRUNO ANDREA" userId="434c2d3d-d760-4baf-8981-191d7218719d" providerId="ADAL" clId="{D49931E2-CE7A-4E79-93FA-3282CEFD0145}" dt="2026-04-13T15:56:09.148" v="1401" actId="20577"/>
          <ac:spMkLst>
            <pc:docMk/>
            <pc:sldMk cId="580985855" sldId="280"/>
            <ac:spMk id="4" creationId="{3805FC3C-AE29-A1AF-AA5A-D211D2A9FB1F}"/>
          </ac:spMkLst>
        </pc:spChg>
        <pc:picChg chg="add mod">
          <ac:chgData name="PATRUNO ANDREA" userId="434c2d3d-d760-4baf-8981-191d7218719d" providerId="ADAL" clId="{D49931E2-CE7A-4E79-93FA-3282CEFD0145}" dt="2026-04-13T15:56:27.427" v="1409" actId="1076"/>
          <ac:picMkLst>
            <pc:docMk/>
            <pc:sldMk cId="580985855" sldId="280"/>
            <ac:picMk id="5" creationId="{0BD7391B-1482-FB49-9D57-40679CD77165}"/>
          </ac:picMkLst>
        </pc:picChg>
        <pc:picChg chg="del">
          <ac:chgData name="PATRUNO ANDREA" userId="434c2d3d-d760-4baf-8981-191d7218719d" providerId="ADAL" clId="{D49931E2-CE7A-4E79-93FA-3282CEFD0145}" dt="2026-04-13T15:56:12.540" v="1402" actId="478"/>
          <ac:picMkLst>
            <pc:docMk/>
            <pc:sldMk cId="580985855" sldId="280"/>
            <ac:picMk id="8" creationId="{BFF76B06-EBD0-B006-B9D1-F1456D85BE73}"/>
          </ac:picMkLst>
        </pc:picChg>
        <pc:picChg chg="del">
          <ac:chgData name="PATRUNO ANDREA" userId="434c2d3d-d760-4baf-8981-191d7218719d" providerId="ADAL" clId="{D49931E2-CE7A-4E79-93FA-3282CEFD0145}" dt="2026-04-13T15:56:12.901" v="1403" actId="478"/>
          <ac:picMkLst>
            <pc:docMk/>
            <pc:sldMk cId="580985855" sldId="280"/>
            <ac:picMk id="10" creationId="{CC0E9020-4C89-ADE9-8A9B-10D6F4942DC1}"/>
          </ac:picMkLst>
        </pc:picChg>
      </pc:sldChg>
    </pc:docChg>
  </pc:docChgLst>
  <pc:docChgLst>
    <pc:chgData name="PATRUNO ANDREA" userId="434c2d3d-d760-4baf-8981-191d7218719d" providerId="ADAL" clId="{16F693D4-62C4-4BA3-8943-81787A08A71E}"/>
    <pc:docChg chg="undo redo custSel addSld modSld sldOrd">
      <pc:chgData name="PATRUNO ANDREA" userId="434c2d3d-d760-4baf-8981-191d7218719d" providerId="ADAL" clId="{16F693D4-62C4-4BA3-8943-81787A08A71E}" dt="2026-04-10T12:09:05.589" v="746" actId="14100"/>
      <pc:docMkLst>
        <pc:docMk/>
      </pc:docMkLst>
      <pc:sldChg chg="modSp mod">
        <pc:chgData name="PATRUNO ANDREA" userId="434c2d3d-d760-4baf-8981-191d7218719d" providerId="ADAL" clId="{16F693D4-62C4-4BA3-8943-81787A08A71E}" dt="2026-04-10T12:09:05.589" v="746" actId="14100"/>
        <pc:sldMkLst>
          <pc:docMk/>
          <pc:sldMk cId="0" sldId="256"/>
        </pc:sldMkLst>
        <pc:spChg chg="mod">
          <ac:chgData name="PATRUNO ANDREA" userId="434c2d3d-d760-4baf-8981-191d7218719d" providerId="ADAL" clId="{16F693D4-62C4-4BA3-8943-81787A08A71E}" dt="2026-04-10T10:51:32.306" v="10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9:05.589" v="746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523" v="8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20" creationId="{83CEB99B-3364-D833-8FAF-E8879F08BE80}"/>
          </ac:spMkLst>
        </pc:spChg>
        <pc:spChg chg="mod">
          <ac:chgData name="PATRUNO ANDREA" userId="434c2d3d-d760-4baf-8981-191d7218719d" providerId="ADAL" clId="{16F693D4-62C4-4BA3-8943-81787A08A71E}" dt="2026-04-10T10:51:31.950" v="9" actId="1076"/>
          <ac:spMkLst>
            <pc:docMk/>
            <pc:sldMk cId="0" sldId="256"/>
            <ac:spMk id="21" creationId="{42C903A0-549B-41CD-68A2-BCD537033D52}"/>
          </ac:spMkLst>
        </pc:spChg>
        <pc:picChg chg="mod">
          <ac:chgData name="PATRUNO ANDREA" userId="434c2d3d-d760-4baf-8981-191d7218719d" providerId="ADAL" clId="{16F693D4-62C4-4BA3-8943-81787A08A71E}" dt="2026-04-10T10:51:33.843" v="12" actId="1076"/>
          <ac:picMkLst>
            <pc:docMk/>
            <pc:sldMk cId="0" sldId="256"/>
            <ac:picMk id="25" creationId="{3A04ECB1-7679-695D-F40A-F00131D65DA1}"/>
          </ac:picMkLst>
        </pc:picChg>
      </pc:sldChg>
      <pc:sldChg chg="addSp delSp modSp mod">
        <pc:chgData name="PATRUNO ANDREA" userId="434c2d3d-d760-4baf-8981-191d7218719d" providerId="ADAL" clId="{16F693D4-62C4-4BA3-8943-81787A08A71E}" dt="2026-04-10T11:38:05.842" v="676" actId="113"/>
        <pc:sldMkLst>
          <pc:docMk/>
          <pc:sldMk cId="0" sldId="258"/>
        </pc:sldMkLst>
        <pc:spChg chg="add del">
          <ac:chgData name="PATRUNO ANDREA" userId="434c2d3d-d760-4baf-8981-191d7218719d" providerId="ADAL" clId="{16F693D4-62C4-4BA3-8943-81787A08A71E}" dt="2026-04-10T11:17:03.120" v="454" actId="478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57.038" v="67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52.025" v="67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40.827" v="669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37.484" v="668" actId="1076"/>
          <ac:spMkLst>
            <pc:docMk/>
            <pc:sldMk cId="0" sldId="258"/>
            <ac:spMk id="18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1" creationId="{00000000-0000-0000-0000-000000000000}"/>
          </ac:spMkLst>
        </pc:spChg>
        <pc:spChg chg="add del 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37:15.731" v="663" actId="1076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36" creationId="{60961725-D9AD-3387-4C49-2894430F26A9}"/>
          </ac:spMkLst>
        </pc:spChg>
        <pc:spChg chg="add mod">
          <ac:chgData name="PATRUNO ANDREA" userId="434c2d3d-d760-4baf-8981-191d7218719d" providerId="ADAL" clId="{16F693D4-62C4-4BA3-8943-81787A08A71E}" dt="2026-04-10T11:37:28.922" v="664" actId="1076"/>
          <ac:spMkLst>
            <pc:docMk/>
            <pc:sldMk cId="0" sldId="258"/>
            <ac:spMk id="38" creationId="{A16E7144-B6A9-C7F4-B894-81441A97DAF5}"/>
          </ac:spMkLst>
        </pc:spChg>
      </pc:sldChg>
      <pc:sldChg chg="modSp mod">
        <pc:chgData name="PATRUNO ANDREA" userId="434c2d3d-d760-4baf-8981-191d7218719d" providerId="ADAL" clId="{16F693D4-62C4-4BA3-8943-81787A08A71E}" dt="2026-04-10T11:51:27.557" v="707" actId="1076"/>
        <pc:sldMkLst>
          <pc:docMk/>
          <pc:sldMk cId="0" sldId="259"/>
        </pc:sldMkLst>
        <pc:spChg chg="mod">
          <ac:chgData name="PATRUNO ANDREA" userId="434c2d3d-d760-4baf-8981-191d7218719d" providerId="ADAL" clId="{16F693D4-62C4-4BA3-8943-81787A08A71E}" dt="2026-04-10T11:46:54.301" v="698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01.551" v="691" actId="404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49.860" v="697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31.923" v="694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45.267" v="696" actId="255"/>
          <ac:spMkLst>
            <pc:docMk/>
            <pc:sldMk cId="0" sldId="259"/>
            <ac:spMk id="2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6:39.384" v="695" actId="25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7:25.846" v="704" actId="255"/>
          <ac:spMkLst>
            <pc:docMk/>
            <pc:sldMk cId="0" sldId="259"/>
            <ac:spMk id="2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5:56.352" v="684" actId="403"/>
          <ac:spMkLst>
            <pc:docMk/>
            <pc:sldMk cId="0" sldId="259"/>
            <ac:spMk id="28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51:27.557" v="707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7:29.563" v="705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1:45:48.680" v="680" actId="255"/>
          <ac:spMkLst>
            <pc:docMk/>
            <pc:sldMk cId="0" sldId="259"/>
            <ac:spMk id="32" creationId="{00000000-0000-0000-0000-000000000000}"/>
          </ac:spMkLst>
        </pc:spChg>
      </pc:sldChg>
      <pc:sldChg chg="ord">
        <pc:chgData name="PATRUNO ANDREA" userId="434c2d3d-d760-4baf-8981-191d7218719d" providerId="ADAL" clId="{16F693D4-62C4-4BA3-8943-81787A08A71E}" dt="2026-04-10T11:53:34.545" v="709"/>
        <pc:sldMkLst>
          <pc:docMk/>
          <pc:sldMk cId="0" sldId="261"/>
        </pc:sldMkLst>
      </pc:sldChg>
      <pc:sldChg chg="modSp mod">
        <pc:chgData name="PATRUNO ANDREA" userId="434c2d3d-d760-4baf-8981-191d7218719d" providerId="ADAL" clId="{16F693D4-62C4-4BA3-8943-81787A08A71E}" dt="2026-04-10T11:58:16.532" v="715" actId="1076"/>
        <pc:sldMkLst>
          <pc:docMk/>
          <pc:sldMk cId="0" sldId="262"/>
        </pc:sldMkLst>
        <pc:spChg chg="mod">
          <ac:chgData name="PATRUNO ANDREA" userId="434c2d3d-d760-4baf-8981-191d7218719d" providerId="ADAL" clId="{16F693D4-62C4-4BA3-8943-81787A08A71E}" dt="2026-04-10T11:58:16.532" v="715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PATRUNO ANDREA" userId="434c2d3d-d760-4baf-8981-191d7218719d" providerId="ADAL" clId="{16F693D4-62C4-4BA3-8943-81787A08A71E}" dt="2026-04-10T12:04:51.161" v="724" actId="20577"/>
        <pc:sldMkLst>
          <pc:docMk/>
          <pc:sldMk cId="0" sldId="263"/>
        </pc:sldMkLst>
        <pc:spChg chg="mod">
          <ac:chgData name="PATRUNO ANDREA" userId="434c2d3d-d760-4baf-8981-191d7218719d" providerId="ADAL" clId="{16F693D4-62C4-4BA3-8943-81787A08A71E}" dt="2026-04-10T12:04:38.608" v="716" actId="20577"/>
          <ac:spMkLst>
            <pc:docMk/>
            <pc:sldMk cId="0" sldId="263"/>
            <ac:spMk id="27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2.002" v="719" actId="2057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4.847" v="722" actId="20577"/>
          <ac:spMkLst>
            <pc:docMk/>
            <pc:sldMk cId="0" sldId="263"/>
            <ac:spMk id="31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48.847" v="723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PATRUNO ANDREA" userId="434c2d3d-d760-4baf-8981-191d7218719d" providerId="ADAL" clId="{16F693D4-62C4-4BA3-8943-81787A08A71E}" dt="2026-04-10T12:04:51.161" v="724" actId="20577"/>
          <ac:spMkLst>
            <pc:docMk/>
            <pc:sldMk cId="0" sldId="263"/>
            <ac:spMk id="35" creationId="{00000000-0000-0000-0000-000000000000}"/>
          </ac:spMkLst>
        </pc:spChg>
      </pc:sldChg>
      <pc:sldChg chg="addSp delSp modSp new mod">
        <pc:chgData name="PATRUNO ANDREA" userId="434c2d3d-d760-4baf-8981-191d7218719d" providerId="ADAL" clId="{16F693D4-62C4-4BA3-8943-81787A08A71E}" dt="2026-04-10T11:09:21.218" v="383" actId="207"/>
        <pc:sldMkLst>
          <pc:docMk/>
          <pc:sldMk cId="2814612309" sldId="267"/>
        </pc:sldMkLst>
        <pc:spChg chg="add mod">
          <ac:chgData name="PATRUNO ANDREA" userId="434c2d3d-d760-4baf-8981-191d7218719d" providerId="ADAL" clId="{16F693D4-62C4-4BA3-8943-81787A08A71E}" dt="2026-04-10T10:52:07.435" v="21" actId="20577"/>
          <ac:spMkLst>
            <pc:docMk/>
            <pc:sldMk cId="2814612309" sldId="267"/>
            <ac:spMk id="2" creationId="{EECF17F0-E193-7F72-05C6-23F7DF416B1D}"/>
          </ac:spMkLst>
        </pc:spChg>
        <pc:spChg chg="add mod">
          <ac:chgData name="PATRUNO ANDREA" userId="434c2d3d-d760-4baf-8981-191d7218719d" providerId="ADAL" clId="{16F693D4-62C4-4BA3-8943-81787A08A71E}" dt="2026-04-10T10:56:34.407" v="112" actId="14100"/>
          <ac:spMkLst>
            <pc:docMk/>
            <pc:sldMk cId="2814612309" sldId="267"/>
            <ac:spMk id="3" creationId="{B4856C3E-95A8-8FBB-BF61-42A33B3C7FA2}"/>
          </ac:spMkLst>
        </pc:spChg>
        <pc:spChg chg="add mod">
          <ac:chgData name="PATRUNO ANDREA" userId="434c2d3d-d760-4baf-8981-191d7218719d" providerId="ADAL" clId="{16F693D4-62C4-4BA3-8943-81787A08A71E}" dt="2026-04-10T10:55:20.211" v="102" actId="14100"/>
          <ac:spMkLst>
            <pc:docMk/>
            <pc:sldMk cId="2814612309" sldId="267"/>
            <ac:spMk id="4" creationId="{62B66494-BFC9-C502-95D6-0D93B9C4E241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2" creationId="{1B05F9B3-10B3-A3E3-EC3D-4FA0CB9B7892}"/>
          </ac:spMkLst>
        </pc:spChg>
        <pc:spChg chg="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3" creationId="{56070D00-0291-9D85-2A52-9D92F4CECE9D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14" creationId="{5FCE51B8-8F77-6AE8-D16E-DC115EED7138}"/>
          </ac:spMkLst>
        </pc:spChg>
        <pc:spChg chg="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22" creationId="{E4A50B6E-C841-B9C9-F420-D4E056B77277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3" creationId="{748A0C6C-4A76-9726-C47E-868FB6B0EF0A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4" creationId="{FE6430F2-A9C4-9A33-12EA-53B7F8133CD0}"/>
          </ac:spMkLst>
        </pc:spChg>
        <pc:spChg chg="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5" creationId="{B137F305-C7DC-3D8C-F2DB-34DA219C98C9}"/>
          </ac:spMkLst>
        </pc:spChg>
        <pc:spChg chg="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26" creationId="{B609A615-04DA-125D-7648-437909D69EA7}"/>
          </ac:spMkLst>
        </pc:spChg>
        <pc:spChg chg="add del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35" creationId="{D6E0CC0D-7D94-AA1B-07AF-257B80682547}"/>
          </ac:spMkLst>
        </pc:spChg>
        <pc:spChg chg="add mod">
          <ac:chgData name="PATRUNO ANDREA" userId="434c2d3d-d760-4baf-8981-191d7218719d" providerId="ADAL" clId="{16F693D4-62C4-4BA3-8943-81787A08A71E}" dt="2026-04-10T11:08:44.904" v="374" actId="1076"/>
          <ac:spMkLst>
            <pc:docMk/>
            <pc:sldMk cId="2814612309" sldId="267"/>
            <ac:spMk id="36" creationId="{981C6F95-42A6-9117-4153-7A82AD31A77B}"/>
          </ac:spMkLst>
        </pc:spChg>
        <pc:spChg chg="add mod">
          <ac:chgData name="PATRUNO ANDREA" userId="434c2d3d-d760-4baf-8981-191d7218719d" providerId="ADAL" clId="{16F693D4-62C4-4BA3-8943-81787A08A71E}" dt="2026-04-10T11:08:52.611" v="375" actId="1076"/>
          <ac:spMkLst>
            <pc:docMk/>
            <pc:sldMk cId="2814612309" sldId="267"/>
            <ac:spMk id="39" creationId="{65724F8C-93D1-45DB-CCEF-B69D4C41B516}"/>
          </ac:spMkLst>
        </pc:spChg>
        <pc:picChg chg="add mod">
          <ac:chgData name="PATRUNO ANDREA" userId="434c2d3d-d760-4baf-8981-191d7218719d" providerId="ADAL" clId="{16F693D4-62C4-4BA3-8943-81787A08A71E}" dt="2026-04-10T11:08:44.904" v="374" actId="1076"/>
          <ac:picMkLst>
            <pc:docMk/>
            <pc:sldMk cId="2814612309" sldId="267"/>
            <ac:picMk id="41" creationId="{B96C1320-1210-606B-B69D-BC99BF88B19D}"/>
          </ac:picMkLst>
        </pc:picChg>
        <pc:picChg chg="add mod">
          <ac:chgData name="PATRUNO ANDREA" userId="434c2d3d-d760-4baf-8981-191d7218719d" providerId="ADAL" clId="{16F693D4-62C4-4BA3-8943-81787A08A71E}" dt="2026-04-10T11:09:21.218" v="383" actId="207"/>
          <ac:picMkLst>
            <pc:docMk/>
            <pc:sldMk cId="2814612309" sldId="267"/>
            <ac:picMk id="43" creationId="{739869E6-C976-917C-1D03-B1C7877950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94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6" name="Text 4"/>
          <p:cNvSpPr/>
          <p:nvPr/>
        </p:nvSpPr>
        <p:spPr>
          <a:xfrm>
            <a:off x="2046849" y="872022"/>
            <a:ext cx="505030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&amp; PCA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l'Analisi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 Mediche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6456" y="3576975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 e analisi esplorativa su radiografie polmonari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276456" y="4065739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465175" y="4084027"/>
            <a:ext cx="2698861" cy="130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Patruno, Ivan Giacomo Colella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276456" y="4264445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465176" y="4264445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3CEB99B-3364-D833-8FAF-E8879F08BE80}"/>
              </a:ext>
            </a:extLst>
          </p:cNvPr>
          <p:cNvSpPr/>
          <p:nvPr/>
        </p:nvSpPr>
        <p:spPr>
          <a:xfrm>
            <a:off x="276456" y="4426927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</a:t>
            </a:r>
            <a:endParaRPr 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2C903A0-549B-41CD-68A2-BCD537033D52}"/>
              </a:ext>
            </a:extLst>
          </p:cNvPr>
          <p:cNvSpPr/>
          <p:nvPr/>
        </p:nvSpPr>
        <p:spPr>
          <a:xfrm>
            <a:off x="1465176" y="4373587"/>
            <a:ext cx="3179298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Statisitcal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Methods for AI</a:t>
            </a:r>
            <a:endParaRPr lang="en-US" sz="1200" dirty="0"/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3A04ECB1-7679-695D-F40A-F00131D65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3372" y="557784"/>
            <a:ext cx="2185357" cy="879894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C0F8BD52-01F8-965A-3310-531DE91C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65887" y="341227"/>
            <a:ext cx="2078631" cy="1796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CF17F0-E193-7F72-05C6-23F7DF416B1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856C3E-95A8-8FBB-BF61-42A33B3C7FA2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B66494-BFC9-C502-95D6-0D93B9C4E241}"/>
              </a:ext>
            </a:extLst>
          </p:cNvPr>
          <p:cNvSpPr/>
          <p:nvPr/>
        </p:nvSpPr>
        <p:spPr>
          <a:xfrm>
            <a:off x="365760" y="18077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2200" b="1" dirty="0">
                <a:solidFill>
                  <a:schemeClr val="bg1"/>
                </a:solidFill>
              </a:rPr>
              <a:t>Le Motivazioni e gli Obiettivi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B05F9B3-10B3-A3E3-EC3D-4FA0CB9B7892}"/>
              </a:ext>
            </a:extLst>
          </p:cNvPr>
          <p:cNvSpPr>
            <a:spLocks/>
          </p:cNvSpPr>
          <p:nvPr/>
        </p:nvSpPr>
        <p:spPr>
          <a:xfrm>
            <a:off x="121913" y="1852336"/>
            <a:ext cx="3968931" cy="209978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it-IT" dirty="0"/>
              <a:t> 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56070D00-0291-9D85-2A52-9D92F4CECE9D}"/>
              </a:ext>
            </a:extLst>
          </p:cNvPr>
          <p:cNvSpPr>
            <a:spLocks/>
          </p:cNvSpPr>
          <p:nvPr/>
        </p:nvSpPr>
        <p:spPr>
          <a:xfrm>
            <a:off x="121913" y="1769175"/>
            <a:ext cx="3988522" cy="416371"/>
          </a:xfrm>
          <a:prstGeom prst="rect">
            <a:avLst/>
          </a:prstGeom>
          <a:solidFill>
            <a:srgbClr val="0D1B4B"/>
          </a:solidFill>
          <a:ln w="12700">
            <a:noFill/>
            <a:prstDash val="solid"/>
          </a:ln>
        </p:spPr>
        <p:txBody>
          <a:bodyPr/>
          <a:lstStyle/>
          <a:p>
            <a:endParaRPr lang="it-IT" dirty="0">
              <a:solidFill>
                <a:srgbClr val="0D1B4B"/>
              </a:solidFill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FCE51B8-8F77-6AE8-D16E-DC115EED7138}"/>
              </a:ext>
            </a:extLst>
          </p:cNvPr>
          <p:cNvSpPr>
            <a:spLocks/>
          </p:cNvSpPr>
          <p:nvPr/>
        </p:nvSpPr>
        <p:spPr>
          <a:xfrm>
            <a:off x="1664423" y="1841946"/>
            <a:ext cx="883909" cy="2390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6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4A50B6E-C841-B9C9-F420-D4E056B77277}"/>
              </a:ext>
            </a:extLst>
          </p:cNvPr>
          <p:cNvSpPr>
            <a:spLocks/>
          </p:cNvSpPr>
          <p:nvPr/>
        </p:nvSpPr>
        <p:spPr>
          <a:xfrm>
            <a:off x="323662" y="2339398"/>
            <a:ext cx="2117177" cy="30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748A0C6C-4A76-9726-C47E-868FB6B0EF0A}"/>
              </a:ext>
            </a:extLst>
          </p:cNvPr>
          <p:cNvSpPr>
            <a:spLocks/>
          </p:cNvSpPr>
          <p:nvPr/>
        </p:nvSpPr>
        <p:spPr>
          <a:xfrm>
            <a:off x="4874622" y="2219038"/>
            <a:ext cx="4206240" cy="1733085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FE6430F2-A9C4-9A33-12EA-53B7F8133CD0}"/>
              </a:ext>
            </a:extLst>
          </p:cNvPr>
          <p:cNvSpPr>
            <a:spLocks/>
          </p:cNvSpPr>
          <p:nvPr/>
        </p:nvSpPr>
        <p:spPr>
          <a:xfrm>
            <a:off x="4865911" y="1769175"/>
            <a:ext cx="4206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B137F305-C7DC-3D8C-F2DB-34DA219C98C9}"/>
              </a:ext>
            </a:extLst>
          </p:cNvPr>
          <p:cNvSpPr>
            <a:spLocks/>
          </p:cNvSpPr>
          <p:nvPr/>
        </p:nvSpPr>
        <p:spPr>
          <a:xfrm>
            <a:off x="4957351" y="1769175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del progetto</a:t>
            </a:r>
            <a:endParaRPr lang="en-US" sz="16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609A615-04DA-125D-7648-437909D69EA7}"/>
              </a:ext>
            </a:extLst>
          </p:cNvPr>
          <p:cNvSpPr>
            <a:spLocks/>
          </p:cNvSpPr>
          <p:nvPr/>
        </p:nvSpPr>
        <p:spPr>
          <a:xfrm>
            <a:off x="5069835" y="2188300"/>
            <a:ext cx="3773716" cy="738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endParaRPr lang="en-US" sz="1200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6E0CC0D-7D94-AA1B-07AF-257B80682547}"/>
              </a:ext>
            </a:extLst>
          </p:cNvPr>
          <p:cNvSpPr txBox="1">
            <a:spLocks/>
          </p:cNvSpPr>
          <p:nvPr/>
        </p:nvSpPr>
        <p:spPr>
          <a:xfrm>
            <a:off x="141808" y="2363882"/>
            <a:ext cx="3405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1" dirty="0">
                <a:solidFill>
                  <a:srgbClr val="0D1B4B"/>
                </a:solidFill>
              </a:rPr>
              <a:t>Dominio Medico:</a:t>
            </a:r>
            <a:r>
              <a:rPr lang="it-IT" sz="1200" dirty="0">
                <a:solidFill>
                  <a:srgbClr val="0D1B4B"/>
                </a:solidFill>
              </a:rPr>
              <a:t> Le radiografie polmonari sono essenziali per il triage e la diagnosi di patologie respiratorie critiche.</a:t>
            </a:r>
            <a:endParaRPr lang="it-IT" sz="1200" b="1" dirty="0">
              <a:solidFill>
                <a:srgbClr val="0D1B4B"/>
              </a:solidFill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981C6F95-42A6-9117-4153-7A82AD31A77B}"/>
              </a:ext>
            </a:extLst>
          </p:cNvPr>
          <p:cNvSpPr>
            <a:spLocks/>
          </p:cNvSpPr>
          <p:nvPr/>
        </p:nvSpPr>
        <p:spPr>
          <a:xfrm>
            <a:off x="213354" y="3161694"/>
            <a:ext cx="3079074" cy="702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b="1" dirty="0">
                <a:solidFill>
                  <a:srgbClr val="0D1B4B"/>
                </a:solidFill>
              </a:rPr>
              <a:t>Il Problema dei Dati:</a:t>
            </a:r>
            <a:r>
              <a:rPr lang="it-IT" sz="1200" dirty="0">
                <a:solidFill>
                  <a:srgbClr val="0D1B4B"/>
                </a:solidFill>
              </a:rPr>
              <a:t> Le immagini radiografiche sono matrici ad altissima dimensionalità. L'elaborazione diretta dei pixel grezzi è computazionalmente pesante</a:t>
            </a: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65724F8C-93D1-45DB-CCEF-B69D4C41B516}"/>
              </a:ext>
            </a:extLst>
          </p:cNvPr>
          <p:cNvSpPr>
            <a:spLocks/>
          </p:cNvSpPr>
          <p:nvPr/>
        </p:nvSpPr>
        <p:spPr>
          <a:xfrm>
            <a:off x="5045013" y="2242226"/>
            <a:ext cx="3537284" cy="139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 (SVD): </a:t>
            </a:r>
            <a:r>
              <a:rPr lang="it-IT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it-IT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r>
              <a:rPr lang="it-IT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può comprimere le radiografie toraciche preservando le informazioni clinicamente rilevanti?</a:t>
            </a:r>
            <a:endParaRPr lang="en-US" sz="1200" dirty="0"/>
          </a:p>
          <a:p>
            <a:br>
              <a:rPr lang="it-IT" sz="1200" b="1" dirty="0">
                <a:solidFill>
                  <a:srgbClr val="028090"/>
                </a:solidFill>
              </a:rPr>
            </a:br>
            <a:r>
              <a:rPr lang="it-IT" sz="1200" b="1" dirty="0">
                <a:solidFill>
                  <a:srgbClr val="028090"/>
                </a:solidFill>
              </a:rPr>
              <a:t>Classificazione (PCA):</a:t>
            </a:r>
            <a:r>
              <a:rPr lang="it-IT" sz="1200" dirty="0">
                <a:solidFill>
                  <a:srgbClr val="028090"/>
                </a:solidFill>
              </a:rPr>
              <a:t> La </a:t>
            </a:r>
            <a:r>
              <a:rPr lang="it-IT" sz="1200" b="1" dirty="0">
                <a:solidFill>
                  <a:srgbClr val="028090"/>
                </a:solidFill>
              </a:rPr>
              <a:t>PCA</a:t>
            </a:r>
            <a:r>
              <a:rPr lang="it-IT" sz="1200" dirty="0">
                <a:solidFill>
                  <a:srgbClr val="028090"/>
                </a:solidFill>
              </a:rPr>
              <a:t> può rivelare strutture latenti nel dataset in grado di distinguere le diverse patologie polmonari?</a:t>
            </a:r>
          </a:p>
        </p:txBody>
      </p:sp>
      <p:pic>
        <p:nvPicPr>
          <p:cNvPr id="41" name="Elemento grafico 40" descr="Stethoscope">
            <a:extLst>
              <a:ext uri="{FF2B5EF4-FFF2-40B4-BE49-F238E27FC236}">
                <a16:creationId xmlns:a16="http://schemas.microsoft.com/office/drawing/2014/main" id="{B96C1320-1210-606B-B69D-BC99BF88B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9639" y="2435655"/>
            <a:ext cx="466574" cy="466574"/>
          </a:xfrm>
          <a:prstGeom prst="rect">
            <a:avLst/>
          </a:prstGeom>
        </p:spPr>
      </p:pic>
      <p:pic>
        <p:nvPicPr>
          <p:cNvPr id="43" name="Elemento grafico 42" descr="Freccia: diritta con riempimento a tinta unita">
            <a:extLst>
              <a:ext uri="{FF2B5EF4-FFF2-40B4-BE49-F238E27FC236}">
                <a16:creationId xmlns:a16="http://schemas.microsoft.com/office/drawing/2014/main" id="{739869E6-C976-917C-1D03-B1C787795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076206" y="2659768"/>
            <a:ext cx="818133" cy="818133"/>
          </a:xfrm>
          <a:prstGeom prst="rect">
            <a:avLst/>
          </a:prstGeom>
        </p:spPr>
      </p:pic>
      <p:pic>
        <p:nvPicPr>
          <p:cNvPr id="6" name="Elemento grafico 5" descr="Database contorno">
            <a:extLst>
              <a:ext uri="{FF2B5EF4-FFF2-40B4-BE49-F238E27FC236}">
                <a16:creationId xmlns:a16="http://schemas.microsoft.com/office/drawing/2014/main" id="{AA9C7609-2269-BC45-1053-6744CEFBD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8432" y="3255484"/>
            <a:ext cx="530168" cy="530168"/>
          </a:xfrm>
          <a:prstGeom prst="rect">
            <a:avLst/>
          </a:prstGeom>
        </p:spPr>
      </p:pic>
      <p:pic>
        <p:nvPicPr>
          <p:cNvPr id="8" name="Elemento grafico 7" descr="Priorità con riempimento a tinta unita">
            <a:extLst>
              <a:ext uri="{FF2B5EF4-FFF2-40B4-BE49-F238E27FC236}">
                <a16:creationId xmlns:a16="http://schemas.microsoft.com/office/drawing/2014/main" id="{2B551850-2098-687C-4E42-99023C6E6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2995" y="3085580"/>
            <a:ext cx="519952" cy="519952"/>
          </a:xfrm>
          <a:prstGeom prst="rect">
            <a:avLst/>
          </a:prstGeom>
        </p:spPr>
      </p:pic>
      <p:pic>
        <p:nvPicPr>
          <p:cNvPr id="10" name="Elemento grafico 9" descr="Grafico a barre con riempimento a tinta unita">
            <a:extLst>
              <a:ext uri="{FF2B5EF4-FFF2-40B4-BE49-F238E27FC236}">
                <a16:creationId xmlns:a16="http://schemas.microsoft.com/office/drawing/2014/main" id="{A68B14DE-C534-C503-C04F-A1A49507C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6974" y="2285053"/>
            <a:ext cx="545218" cy="5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Lung X-Rays Grayscale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0205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</a:t>
            </a: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diagnostiche</a:t>
            </a: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it-IT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ha toni medio-alti (opacità), la polmonite concentra toni scuri (addensamenti visibili).</a:t>
            </a:r>
          </a:p>
          <a:p>
            <a:pPr marL="0" indent="0">
              <a:buNone/>
            </a:pPr>
            <a:endParaRPr lang="en-US" sz="1100" dirty="0"/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83BE93DF-1235-1ED3-2F1B-7DD9C61EC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8404"/>
            <a:ext cx="9078686" cy="4165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63219" y="2530481"/>
            <a:ext cx="456664" cy="5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791376" y="1412368"/>
            <a:ext cx="1937187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3" name="Shape 11"/>
          <p:cNvSpPr/>
          <p:nvPr/>
        </p:nvSpPr>
        <p:spPr>
          <a:xfrm>
            <a:off x="4814236" y="1412367"/>
            <a:ext cx="1937187" cy="62407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4" name="Text 12"/>
          <p:cNvSpPr/>
          <p:nvPr/>
        </p:nvSpPr>
        <p:spPr>
          <a:xfrm>
            <a:off x="4814236" y="1412367"/>
            <a:ext cx="1937187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5677" y="1961007"/>
            <a:ext cx="1759464" cy="54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51423" y="2641329"/>
            <a:ext cx="315920" cy="48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7056186" y="1412368"/>
            <a:ext cx="1937187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9" name="Shape 17"/>
          <p:cNvSpPr/>
          <p:nvPr/>
        </p:nvSpPr>
        <p:spPr>
          <a:xfrm>
            <a:off x="7056186" y="1412367"/>
            <a:ext cx="1937187" cy="62407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18"/>
          <p:cNvSpPr/>
          <p:nvPr/>
        </p:nvSpPr>
        <p:spPr>
          <a:xfrm>
            <a:off x="7056186" y="1412367"/>
            <a:ext cx="1937187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47627" y="1961007"/>
            <a:ext cx="1759464" cy="54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200" b="1" dirty="0">
                <a:solidFill>
                  <a:srgbClr val="0D1B4B"/>
                </a:solidFill>
              </a:rPr>
              <a:t>Normalizzazione e Centratura</a:t>
            </a: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91768" y="1958173"/>
            <a:ext cx="133293" cy="420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93347" y="2501075"/>
            <a:ext cx="1759464" cy="1628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b="1" i="1" dirty="0" err="1">
                <a:solidFill>
                  <a:srgbClr val="0D1B4B"/>
                </a:solidFill>
              </a:rPr>
              <a:t>Flattening</a:t>
            </a:r>
            <a:r>
              <a:rPr lang="it-IT" sz="1100" dirty="0">
                <a:solidFill>
                  <a:srgbClr val="0D1B4B"/>
                </a:solidFill>
              </a:rPr>
              <a:t> (Vettore da 65.536 elementi) e sottrazione della media.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r>
              <a:rPr lang="it-IT" sz="1100" b="1" i="1" dirty="0">
                <a:solidFill>
                  <a:srgbClr val="0D1B4B"/>
                </a:solidFill>
              </a:rPr>
              <a:t>Normalizzazione</a:t>
            </a:r>
            <a:r>
              <a:rPr lang="it-IT" sz="1100" dirty="0">
                <a:solidFill>
                  <a:srgbClr val="0D1B4B"/>
                </a:solidFill>
              </a:rPr>
              <a:t>: Mappatura dei valori di intensità dei pixel nel range continuo </a:t>
            </a:r>
            <a:r>
              <a:rPr lang="it-IT" sz="1100" b="1" dirty="0">
                <a:solidFill>
                  <a:srgbClr val="0D1B4B"/>
                </a:solidFill>
              </a:rPr>
              <a:t>[0, 1]</a:t>
            </a:r>
            <a:r>
              <a:rPr lang="it-IT" sz="1100" dirty="0">
                <a:solidFill>
                  <a:srgbClr val="0D1B4B"/>
                </a:solidFill>
              </a:rPr>
              <a:t>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endParaRPr lang="en-US" sz="1100" dirty="0">
              <a:solidFill>
                <a:srgbClr val="0D1B4B"/>
              </a:solidFill>
            </a:endParaRPr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60961725-D9AD-3387-4C49-2894430F26A9}"/>
              </a:ext>
            </a:extLst>
          </p:cNvPr>
          <p:cNvSpPr/>
          <p:nvPr/>
        </p:nvSpPr>
        <p:spPr>
          <a:xfrm>
            <a:off x="4814237" y="1950456"/>
            <a:ext cx="1870540" cy="54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200" b="1" dirty="0">
                <a:solidFill>
                  <a:srgbClr val="0D1B4B"/>
                </a:solidFill>
              </a:rPr>
              <a:t>Correzione dell’inclinazione</a:t>
            </a: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A16E7144-B6A9-C7F4-B894-81441A97DAF5}"/>
              </a:ext>
            </a:extLst>
          </p:cNvPr>
          <p:cNvSpPr/>
          <p:nvPr/>
        </p:nvSpPr>
        <p:spPr>
          <a:xfrm>
            <a:off x="4928537" y="2271903"/>
            <a:ext cx="1759464" cy="18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it-IT" sz="1100" b="1" dirty="0">
                <a:solidFill>
                  <a:srgbClr val="0D1B4B"/>
                </a:solidFill>
              </a:rPr>
              <a:t>Rilevamento</a:t>
            </a:r>
            <a:r>
              <a:rPr lang="it-IT" sz="1100" dirty="0">
                <a:solidFill>
                  <a:srgbClr val="0D1B4B"/>
                </a:solidFill>
              </a:rPr>
              <a:t> e </a:t>
            </a:r>
            <a:r>
              <a:rPr lang="it-IT" sz="1100" b="1" dirty="0">
                <a:solidFill>
                  <a:srgbClr val="0D1B4B"/>
                </a:solidFill>
              </a:rPr>
              <a:t>rotazione</a:t>
            </a:r>
            <a:r>
              <a:rPr lang="it-IT" sz="1100" dirty="0">
                <a:solidFill>
                  <a:srgbClr val="0D1B4B"/>
                </a:solidFill>
              </a:rPr>
              <a:t> automatica dell'inclinazione. </a:t>
            </a:r>
          </a:p>
          <a:p>
            <a:pPr algn="l"/>
            <a:endParaRPr lang="it-IT" altLang="it-IT" sz="1100" dirty="0">
              <a:solidFill>
                <a:srgbClr val="0D1B4B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sz="1100" b="1" i="1" dirty="0">
                <a:solidFill>
                  <a:srgbClr val="0D1B4B"/>
                </a:solidFill>
              </a:rPr>
              <a:t>Perché</a:t>
            </a:r>
            <a:r>
              <a:rPr lang="it-IT" sz="1100" i="1" dirty="0">
                <a:solidFill>
                  <a:srgbClr val="0D1B4B"/>
                </a:solidFill>
              </a:rPr>
              <a:t>:</a:t>
            </a:r>
            <a:r>
              <a:rPr lang="it-IT" sz="1100" dirty="0">
                <a:solidFill>
                  <a:srgbClr val="0D1B4B"/>
                </a:solidFill>
              </a:rPr>
              <a:t> La PCA è sensibile all'allineamento; radiografie storte creerebbero "falsa varianza".</a:t>
            </a:r>
            <a:endParaRPr lang="it-IT" altLang="it-IT" sz="1100" dirty="0">
              <a:solidFill>
                <a:srgbClr val="0D1B4B"/>
              </a:solidFill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F6454D3-D0F3-FB4E-E0AA-4D0529EBBBE4}"/>
              </a:ext>
            </a:extLst>
          </p:cNvPr>
          <p:cNvSpPr txBox="1"/>
          <p:nvPr/>
        </p:nvSpPr>
        <p:spPr>
          <a:xfrm>
            <a:off x="288456" y="569428"/>
            <a:ext cx="55108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rgbClr val="028090"/>
                </a:solidFill>
              </a:rPr>
              <a:t>Problema iniziale: Le immagini mediche grezze contenevano inclinazione e bordi incorretti</a:t>
            </a: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0B36CE44-39E2-7ECF-48BF-23569CE45FAD}"/>
              </a:ext>
            </a:extLst>
          </p:cNvPr>
          <p:cNvSpPr/>
          <p:nvPr/>
        </p:nvSpPr>
        <p:spPr>
          <a:xfrm>
            <a:off x="103172" y="1433400"/>
            <a:ext cx="1937187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F3F7F29F-5085-C0C3-D062-20552E9FA42D}"/>
              </a:ext>
            </a:extLst>
          </p:cNvPr>
          <p:cNvSpPr/>
          <p:nvPr/>
        </p:nvSpPr>
        <p:spPr>
          <a:xfrm>
            <a:off x="126032" y="1433399"/>
            <a:ext cx="1937187" cy="62407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1C09EEF-1157-51C0-C4B1-91715498ADDF}"/>
              </a:ext>
            </a:extLst>
          </p:cNvPr>
          <p:cNvSpPr/>
          <p:nvPr/>
        </p:nvSpPr>
        <p:spPr>
          <a:xfrm>
            <a:off x="126032" y="1433399"/>
            <a:ext cx="1937187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C5488AA-3E9E-48FE-0E8D-7949FCB2F955}"/>
              </a:ext>
            </a:extLst>
          </p:cNvPr>
          <p:cNvSpPr/>
          <p:nvPr/>
        </p:nvSpPr>
        <p:spPr>
          <a:xfrm>
            <a:off x="217473" y="1982039"/>
            <a:ext cx="1759464" cy="54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1FA43306-5854-3FDC-DC40-64CE2F4EF2FE}"/>
              </a:ext>
            </a:extLst>
          </p:cNvPr>
          <p:cNvSpPr/>
          <p:nvPr/>
        </p:nvSpPr>
        <p:spPr>
          <a:xfrm>
            <a:off x="197837" y="2106838"/>
            <a:ext cx="1696236" cy="321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it-IT" sz="1200" b="1" dirty="0">
                <a:solidFill>
                  <a:srgbClr val="0D1B4B"/>
                </a:solidFill>
              </a:rPr>
              <a:t>Filtraggio e validazione</a:t>
            </a:r>
            <a:endParaRPr lang="en-US" sz="1200" b="1" dirty="0">
              <a:solidFill>
                <a:srgbClr val="0D1B4B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6D0704E0-3FAC-03DC-9D7A-01DBAF2A4806}"/>
              </a:ext>
            </a:extLst>
          </p:cNvPr>
          <p:cNvSpPr/>
          <p:nvPr/>
        </p:nvSpPr>
        <p:spPr>
          <a:xfrm>
            <a:off x="240333" y="2292935"/>
            <a:ext cx="1759464" cy="1848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endParaRPr lang="it-IT" altLang="it-IT" sz="1100" dirty="0">
              <a:solidFill>
                <a:srgbClr val="0D1B4B"/>
              </a:solidFill>
            </a:endParaRPr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639639AD-186D-5C18-6F39-3D16BB13ECE8}"/>
              </a:ext>
            </a:extLst>
          </p:cNvPr>
          <p:cNvSpPr/>
          <p:nvPr/>
        </p:nvSpPr>
        <p:spPr>
          <a:xfrm>
            <a:off x="4377339" y="2582515"/>
            <a:ext cx="456664" cy="5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39" name="Shape 4"/>
          <p:cNvSpPr/>
          <p:nvPr/>
        </p:nvSpPr>
        <p:spPr>
          <a:xfrm>
            <a:off x="2463012" y="1446834"/>
            <a:ext cx="1937187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40" name="Shape 5"/>
          <p:cNvSpPr/>
          <p:nvPr/>
        </p:nvSpPr>
        <p:spPr>
          <a:xfrm>
            <a:off x="2463012" y="1412367"/>
            <a:ext cx="1937187" cy="62407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1" name="Text 6"/>
          <p:cNvSpPr/>
          <p:nvPr/>
        </p:nvSpPr>
        <p:spPr>
          <a:xfrm>
            <a:off x="2463012" y="1412367"/>
            <a:ext cx="1937187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2" name="Text 7"/>
          <p:cNvSpPr/>
          <p:nvPr/>
        </p:nvSpPr>
        <p:spPr>
          <a:xfrm>
            <a:off x="2554453" y="1961007"/>
            <a:ext cx="1759464" cy="540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Standardizzazione</a:t>
            </a: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spaziale</a:t>
            </a:r>
            <a:endParaRPr lang="en-US" sz="12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A356B9A7-E817-A205-774E-1BBCE37F12A5}"/>
              </a:ext>
            </a:extLst>
          </p:cNvPr>
          <p:cNvSpPr/>
          <p:nvPr/>
        </p:nvSpPr>
        <p:spPr>
          <a:xfrm>
            <a:off x="2600173" y="2365453"/>
            <a:ext cx="1759464" cy="1605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dirty="0">
                <a:solidFill>
                  <a:srgbClr val="0D1B4B"/>
                </a:solidFill>
              </a:rPr>
              <a:t>Conversione in </a:t>
            </a:r>
            <a:r>
              <a:rPr lang="it-IT" sz="1100" b="1" i="1" dirty="0" err="1">
                <a:solidFill>
                  <a:srgbClr val="0D1B4B"/>
                </a:solidFill>
              </a:rPr>
              <a:t>Grayscale</a:t>
            </a:r>
            <a:r>
              <a:rPr lang="it-IT" sz="1100" dirty="0">
                <a:solidFill>
                  <a:srgbClr val="0D1B4B"/>
                </a:solidFill>
              </a:rPr>
              <a:t> e </a:t>
            </a:r>
            <a:r>
              <a:rPr lang="it-IT" sz="1100" b="1" i="1" dirty="0" err="1">
                <a:solidFill>
                  <a:srgbClr val="0D1B4B"/>
                </a:solidFill>
              </a:rPr>
              <a:t>Resize</a:t>
            </a:r>
            <a:r>
              <a:rPr lang="it-IT" sz="1100" dirty="0">
                <a:solidFill>
                  <a:srgbClr val="0D1B4B"/>
                </a:solidFill>
              </a:rPr>
              <a:t> (256x256).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r>
              <a:rPr lang="it-IT" sz="1100" b="1" i="1" dirty="0">
                <a:solidFill>
                  <a:srgbClr val="0D1B4B"/>
                </a:solidFill>
              </a:rPr>
              <a:t>Perché</a:t>
            </a:r>
            <a:r>
              <a:rPr lang="it-IT" sz="1100" i="1" dirty="0">
                <a:solidFill>
                  <a:srgbClr val="0D1B4B"/>
                </a:solidFill>
              </a:rPr>
              <a:t>:</a:t>
            </a:r>
            <a:r>
              <a:rPr lang="it-IT" sz="1100" dirty="0">
                <a:solidFill>
                  <a:srgbClr val="0D1B4B"/>
                </a:solidFill>
              </a:rPr>
              <a:t> Ridurre la complessità computazionale e uniformare i campioni.</a:t>
            </a:r>
            <a:endParaRPr lang="en-US" sz="1100" dirty="0">
              <a:solidFill>
                <a:srgbClr val="0D1B4B"/>
              </a:solidFill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EEE10183-B31D-6F61-4075-C84852F47774}"/>
              </a:ext>
            </a:extLst>
          </p:cNvPr>
          <p:cNvSpPr/>
          <p:nvPr/>
        </p:nvSpPr>
        <p:spPr>
          <a:xfrm>
            <a:off x="209221" y="2841570"/>
            <a:ext cx="1759464" cy="708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b="1" dirty="0">
                <a:solidFill>
                  <a:srgbClr val="0D1B4B"/>
                </a:solidFill>
              </a:rPr>
              <a:t>Scarto</a:t>
            </a:r>
            <a:r>
              <a:rPr lang="it-IT" sz="1100" dirty="0">
                <a:solidFill>
                  <a:srgbClr val="0D1B4B"/>
                </a:solidFill>
              </a:rPr>
              <a:t> automatico di radiografie laterali, file </a:t>
            </a:r>
            <a:r>
              <a:rPr lang="it-IT" sz="1100" b="1" dirty="0">
                <a:solidFill>
                  <a:srgbClr val="0D1B4B"/>
                </a:solidFill>
              </a:rPr>
              <a:t>corrotti</a:t>
            </a:r>
            <a:r>
              <a:rPr lang="it-IT" sz="1100" dirty="0">
                <a:solidFill>
                  <a:srgbClr val="0D1B4B"/>
                </a:solidFill>
              </a:rPr>
              <a:t> e immagini con </a:t>
            </a:r>
            <a:r>
              <a:rPr lang="it-IT" sz="1100" b="1" dirty="0">
                <a:solidFill>
                  <a:srgbClr val="0D1B4B"/>
                </a:solidFill>
              </a:rPr>
              <a:t>inclinazioni</a:t>
            </a:r>
            <a:r>
              <a:rPr lang="it-IT" sz="1100" dirty="0">
                <a:solidFill>
                  <a:srgbClr val="0D1B4B"/>
                </a:solidFill>
              </a:rPr>
              <a:t> irrecuperabili (&gt; 10°).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endParaRPr lang="en-US" sz="1100" dirty="0">
              <a:solidFill>
                <a:srgbClr val="0D1B4B"/>
              </a:solidFill>
            </a:endParaRPr>
          </a:p>
        </p:txBody>
      </p:sp>
      <p:pic>
        <p:nvPicPr>
          <p:cNvPr id="48" name="Elemento grafico 47" descr="Badge 1 con riempimento a tinta unita">
            <a:extLst>
              <a:ext uri="{FF2B5EF4-FFF2-40B4-BE49-F238E27FC236}">
                <a16:creationId xmlns:a16="http://schemas.microsoft.com/office/drawing/2014/main" id="{B63065C7-5CF5-6BD2-2233-83164220D1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350" y="1472950"/>
            <a:ext cx="540067" cy="540067"/>
          </a:xfrm>
          <a:prstGeom prst="rect">
            <a:avLst/>
          </a:prstGeom>
        </p:spPr>
      </p:pic>
      <p:pic>
        <p:nvPicPr>
          <p:cNvPr id="52" name="Elemento grafico 51" descr="Badge con riempimento a tinta unita">
            <a:extLst>
              <a:ext uri="{FF2B5EF4-FFF2-40B4-BE49-F238E27FC236}">
                <a16:creationId xmlns:a16="http://schemas.microsoft.com/office/drawing/2014/main" id="{766A6417-DD39-A215-3998-DDB32AD04B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3372" y="1466450"/>
            <a:ext cx="553066" cy="553066"/>
          </a:xfrm>
          <a:prstGeom prst="rect">
            <a:avLst/>
          </a:prstGeom>
        </p:spPr>
      </p:pic>
      <p:pic>
        <p:nvPicPr>
          <p:cNvPr id="54" name="Elemento grafico 53" descr="Badge 3 con riempimento a tinta unita">
            <a:extLst>
              <a:ext uri="{FF2B5EF4-FFF2-40B4-BE49-F238E27FC236}">
                <a16:creationId xmlns:a16="http://schemas.microsoft.com/office/drawing/2014/main" id="{C494954C-7CF7-CDCD-C828-29F09920E6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2807" y="1456442"/>
            <a:ext cx="573082" cy="573082"/>
          </a:xfrm>
          <a:prstGeom prst="rect">
            <a:avLst/>
          </a:prstGeom>
        </p:spPr>
      </p:pic>
      <p:pic>
        <p:nvPicPr>
          <p:cNvPr id="56" name="Elemento grafico 55" descr="Badge 4 con riempimento a tinta unita">
            <a:extLst>
              <a:ext uri="{FF2B5EF4-FFF2-40B4-BE49-F238E27FC236}">
                <a16:creationId xmlns:a16="http://schemas.microsoft.com/office/drawing/2014/main" id="{BF172172-20C7-5E00-8326-1042DFB5D7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3258" y="1430306"/>
            <a:ext cx="581439" cy="581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Value Decomposition — Teoria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 =  U · Σ · Vᵀ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1188720"/>
            <a:ext cx="4389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Approssimazione rango k:   Aₖ = Σᵢ₌₁ᵏ σᵢ uᵢ vᵢᵀ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2120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∈ ℝᵐˣᵐ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Vettori </a:t>
            </a:r>
            <a:r>
              <a:rPr lang="en-US" sz="1100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singolari</a:t>
            </a: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spaziali delle righe (struttura verticale)</a:t>
            </a:r>
            <a:endParaRPr lang="en-US" sz="1100" dirty="0">
              <a:solidFill>
                <a:srgbClr val="02809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320040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340156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(diagonale)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singolari σ₁≥σ₂≥…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σ₁≈130 cattura la luminosità globale. Decadimento rapido.</a:t>
            </a:r>
            <a:endParaRPr lang="en-US" sz="1100" dirty="0">
              <a:solidFill>
                <a:srgbClr val="02809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28509" y="2359152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080760" y="235915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281928" y="24231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Vᵀ ∈ ℝⁿˣⁿ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1928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Vettori </a:t>
            </a:r>
            <a:r>
              <a:rPr lang="en-US" sz="1100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singolari</a:t>
            </a: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1928" y="3063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spaziali delle colonne (struttura orizzontale)</a:t>
            </a:r>
            <a:endParaRPr lang="en-US" sz="1100" dirty="0">
              <a:solidFill>
                <a:srgbClr val="028090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26" name="Shape 24"/>
          <p:cNvSpPr/>
          <p:nvPr/>
        </p:nvSpPr>
        <p:spPr>
          <a:xfrm>
            <a:off x="320040" y="3977640"/>
            <a:ext cx="6400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029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</a:t>
            </a: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Eckart-Young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Teorema prova che l'approssimazione SVD troncata (ai primi k valori) è la migliore approssimazione normata possibile.</a:t>
            </a:r>
            <a:endParaRPr lang="en-US" sz="1200" dirty="0">
              <a:solidFill>
                <a:srgbClr val="028090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3977640"/>
            <a:ext cx="41605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0" name="Shape 28"/>
          <p:cNvSpPr/>
          <p:nvPr/>
        </p:nvSpPr>
        <p:spPr>
          <a:xfrm>
            <a:off x="4663440" y="3977640"/>
            <a:ext cx="6400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8463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di </a:t>
            </a:r>
            <a:r>
              <a:rPr lang="en-US" sz="1300" b="1" dirty="0" err="1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compressione</a:t>
            </a: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PSNR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343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k(m+n+1)/(mn)    </a:t>
            </a: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 </a:t>
            </a: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&gt; 30 dB </a:t>
            </a: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qualità </a:t>
            </a:r>
            <a:r>
              <a:rPr lang="en-US" sz="1100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</a:t>
            </a: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considerata</a:t>
            </a: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accettabile</a:t>
            </a:r>
            <a:endParaRPr lang="en-US" sz="1100" dirty="0">
              <a:solidFill>
                <a:srgbClr val="0280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— Implementazione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8783" y="1119487"/>
            <a:ext cx="4088675" cy="3840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8783" y="1119487"/>
            <a:ext cx="1260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svd_engine.py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784" y="1503535"/>
            <a:ext cx="4088674" cy="30723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0" y="1554480"/>
            <a:ext cx="4212771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apply_svd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(image_matrix):
</a:t>
            </a: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"""Economy SVD of a 2D image array."""
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U, S, Vt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np.linalg.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svd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(image_matrix,  </a:t>
            </a:r>
            <a:r>
              <a:rPr lang="en-US" sz="1000" dirty="0" err="1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full_matrices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False)
   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U, S, Vt
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reconstruct_svd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(U, S, Vt, k):
</a:t>
            </a: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"""Rank-k reconstruction: Aₖ = Uₖ · diag(Sₖ) · Vtₖ"""
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(U[:, :k]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S[:k])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Vt[:k, :]
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compression_ratio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 n, k):
</a:t>
            </a: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"""Fraction of values stored vs full image."""
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min(</a:t>
            </a: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k 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(m+n+</a:t>
            </a:r>
            <a:r>
              <a:rPr lang="en-US" sz="10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(m</a:t>
            </a:r>
            <a:r>
              <a:rPr lang="en-US" sz="10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n))
</a:t>
            </a:r>
            <a:r>
              <a:rPr lang="en-US" sz="10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MSE efficiente (Eckart-Young) — evita 200 ricostruzioni:
# MSE(k) = Σᵢ₌ₖ₊₁ʳ σᵢ² / (m·n)</a:t>
            </a:r>
            <a:endParaRPr lang="en-US" sz="10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E343133-DCD1-9119-F8DD-F2D1876D3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69525" y="1481328"/>
            <a:ext cx="4223065" cy="1946708"/>
          </a:xfrm>
          <a:prstGeom prst="rect">
            <a:avLst/>
          </a:prstGeom>
        </p:spPr>
      </p:pic>
      <p:sp>
        <p:nvSpPr>
          <p:cNvPr id="6" name="Shape 6">
            <a:extLst>
              <a:ext uri="{FF2B5EF4-FFF2-40B4-BE49-F238E27FC236}">
                <a16:creationId xmlns:a16="http://schemas.microsoft.com/office/drawing/2014/main" id="{B36C4914-5C96-3AB0-B406-657D3A6D8FD3}"/>
              </a:ext>
            </a:extLst>
          </p:cNvPr>
          <p:cNvSpPr/>
          <p:nvPr/>
        </p:nvSpPr>
        <p:spPr>
          <a:xfrm>
            <a:off x="4369525" y="1110343"/>
            <a:ext cx="4223065" cy="39319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6C18E67-C6F4-C57F-50EA-2CB591E5CF67}"/>
              </a:ext>
            </a:extLst>
          </p:cNvPr>
          <p:cNvSpPr/>
          <p:nvPr/>
        </p:nvSpPr>
        <p:spPr>
          <a:xfrm>
            <a:off x="4480558" y="1103812"/>
            <a:ext cx="285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</a:rPr>
              <a:t>medical_image_svd_pca.ipynb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— Risultati di Compressione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al variare di k su immagine 256×256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93192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archiviati (k=20)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569464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 dB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9464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a k=20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45736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dB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45736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diagnostica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48856" y="1078992"/>
            <a:ext cx="2029968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922008" y="1152144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k=1–3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22008" y="1792224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varianza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85039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71209"/>
              </p:ext>
            </p:extLst>
          </p:nvPr>
        </p:nvGraphicFramePr>
        <p:xfrm>
          <a:off x="411480" y="2441448"/>
          <a:ext cx="8321040" cy="216713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Qualità Visiva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luminosità 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toracica appena visibile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 e mediastino emergono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Qualità diagnostica (PSNR &gt; 30 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Dettaglio diagnostico completamente preservato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Indistinguibile dall'originale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e 4 le classi raggiungono PSNR &gt; 30 dB a k=20. Pneumonia e TBC risultano più comprimibili (struttura a rango inferiore).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71C2FB0-6D74-513B-B42B-0D75B235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51" y="965831"/>
            <a:ext cx="7772399" cy="4122155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F205C05E-B92D-3740-E8D2-8E53DFE9AFF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42183D6-887E-5E96-4D1C-AA6BF2045744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6DDFE79-DF96-A584-F434-E6F1E1BDBC27}"/>
              </a:ext>
            </a:extLst>
          </p:cNvPr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Ricostruzione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9221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893F8CA-79D9-A5B7-5D55-BA4005756945}"/>
              </a:ext>
            </a:extLst>
          </p:cNvPr>
          <p:cNvSpPr/>
          <p:nvPr/>
        </p:nvSpPr>
        <p:spPr>
          <a:xfrm>
            <a:off x="5127170" y="3900260"/>
            <a:ext cx="3095898" cy="1051215"/>
          </a:xfrm>
          <a:prstGeom prst="roundRect">
            <a:avLst/>
          </a:prstGeom>
          <a:solidFill>
            <a:srgbClr val="0D1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5893F8CA-79D9-A5B7-5D55-BA4005756945}"/>
              </a:ext>
            </a:extLst>
          </p:cNvPr>
          <p:cNvSpPr/>
          <p:nvPr/>
        </p:nvSpPr>
        <p:spPr>
          <a:xfrm>
            <a:off x="920932" y="3900261"/>
            <a:ext cx="3095898" cy="1051215"/>
          </a:xfrm>
          <a:prstGeom prst="roundRect">
            <a:avLst/>
          </a:prstGeom>
          <a:solidFill>
            <a:srgbClr val="0D1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169DB11-254A-5F38-FD13-712E592E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54" y="985700"/>
            <a:ext cx="7829369" cy="2886586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2F6950A1-2461-8C57-D792-8FC5AB12D32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9ABC95C-AAC6-DE2A-2F6B-FBE1C4FD23E6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014233A-7D98-8AB1-31B8-CCBFA89505DD}"/>
              </a:ext>
            </a:extLst>
          </p:cNvPr>
          <p:cNvSpPr/>
          <p:nvPr/>
        </p:nvSpPr>
        <p:spPr>
          <a:xfrm>
            <a:off x="249646" y="19202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spiegata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ricostruzione</a:t>
            </a:r>
            <a:endParaRPr lang="en-US" sz="2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F97EF74-18C3-F594-0C3D-766477E1E262}"/>
              </a:ext>
            </a:extLst>
          </p:cNvPr>
          <p:cNvSpPr txBox="1"/>
          <p:nvPr/>
        </p:nvSpPr>
        <p:spPr>
          <a:xfrm>
            <a:off x="1059543" y="3971562"/>
            <a:ext cx="286584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Struttura a basso rango</a:t>
            </a:r>
            <a:r>
              <a:rPr lang="it-IT" sz="1100" dirty="0">
                <a:solidFill>
                  <a:schemeClr val="bg1"/>
                </a:solidFill>
              </a:rPr>
              <a:t>: Il 90% dell'energia è contenuto in una media di </a:t>
            </a:r>
            <a:r>
              <a:rPr lang="it-IT" sz="1100" b="1" dirty="0">
                <a:solidFill>
                  <a:schemeClr val="bg1"/>
                </a:solidFill>
              </a:rPr>
              <a:t>1 sola componente </a:t>
            </a:r>
            <a:r>
              <a:rPr lang="it-IT" sz="1100" dirty="0">
                <a:solidFill>
                  <a:schemeClr val="bg1"/>
                </a:solidFill>
              </a:rPr>
              <a:t>in tutte le classi.</a:t>
            </a:r>
          </a:p>
          <a:p>
            <a:r>
              <a:rPr lang="it-IT" sz="1100" dirty="0">
                <a:solidFill>
                  <a:schemeClr val="bg1"/>
                </a:solidFill>
              </a:rPr>
              <a:t>Il </a:t>
            </a:r>
            <a:r>
              <a:rPr lang="it-IT" sz="1100" b="1" dirty="0">
                <a:solidFill>
                  <a:schemeClr val="bg1"/>
                </a:solidFill>
              </a:rPr>
              <a:t>99% della varianza </a:t>
            </a:r>
            <a:r>
              <a:rPr lang="it-IT" sz="1100" dirty="0">
                <a:solidFill>
                  <a:schemeClr val="bg1"/>
                </a:solidFill>
              </a:rPr>
              <a:t>richiede appena </a:t>
            </a:r>
            <a:r>
              <a:rPr lang="it-IT" sz="1100" b="1" dirty="0">
                <a:solidFill>
                  <a:schemeClr val="bg1"/>
                </a:solidFill>
              </a:rPr>
              <a:t>5–20</a:t>
            </a:r>
            <a:r>
              <a:rPr lang="it-IT" sz="1100" dirty="0">
                <a:solidFill>
                  <a:schemeClr val="bg1"/>
                </a:solidFill>
              </a:rPr>
              <a:t> componenti a seconda della patologia.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B522ADF-ADD5-4DAF-0507-454BF48F3E50}"/>
              </a:ext>
            </a:extLst>
          </p:cNvPr>
          <p:cNvSpPr txBox="1"/>
          <p:nvPr/>
        </p:nvSpPr>
        <p:spPr>
          <a:xfrm>
            <a:off x="5200649" y="3942670"/>
            <a:ext cx="29489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100" b="1" dirty="0">
                <a:solidFill>
                  <a:schemeClr val="bg1"/>
                </a:solidFill>
              </a:rPr>
              <a:t>L'MSE</a:t>
            </a:r>
            <a:r>
              <a:rPr lang="it-IT" sz="1100" dirty="0">
                <a:solidFill>
                  <a:schemeClr val="bg1"/>
                </a:solidFill>
              </a:rPr>
              <a:t> logico scende fino al gomito intorno a </a:t>
            </a:r>
            <a:r>
              <a:rPr lang="it-IT" sz="1100" b="1" dirty="0">
                <a:solidFill>
                  <a:schemeClr val="bg1"/>
                </a:solidFill>
              </a:rPr>
              <a:t>k=20-30</a:t>
            </a:r>
            <a:r>
              <a:rPr lang="it-IT" sz="1100" dirty="0">
                <a:solidFill>
                  <a:schemeClr val="bg1"/>
                </a:solidFill>
              </a:rPr>
              <a:t>.</a:t>
            </a:r>
          </a:p>
          <a:p>
            <a:r>
              <a:rPr lang="it-IT" sz="1100" dirty="0">
                <a:solidFill>
                  <a:schemeClr val="bg1"/>
                </a:solidFill>
              </a:rPr>
              <a:t>Punto Ottimale SVD: </a:t>
            </a:r>
            <a:r>
              <a:rPr lang="it-IT" sz="1100" b="1" dirty="0">
                <a:solidFill>
                  <a:schemeClr val="bg1"/>
                </a:solidFill>
              </a:rPr>
              <a:t>k=20 </a:t>
            </a:r>
            <a:r>
              <a:rPr lang="it-IT" sz="11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it-IT" sz="1100" b="1" dirty="0">
                <a:solidFill>
                  <a:schemeClr val="bg1"/>
                </a:solidFill>
              </a:rPr>
              <a:t>15,7% dei dati totali</a:t>
            </a:r>
            <a:r>
              <a:rPr lang="it-IT" sz="1100" dirty="0">
                <a:solidFill>
                  <a:schemeClr val="bg1"/>
                </a:solidFill>
              </a:rPr>
              <a:t>, mantenendo un PSNR accettabile in diagnostica di &gt; </a:t>
            </a:r>
            <a:r>
              <a:rPr lang="it-IT" sz="1100" b="1" dirty="0">
                <a:solidFill>
                  <a:schemeClr val="bg1"/>
                </a:solidFill>
              </a:rPr>
              <a:t>32</a:t>
            </a:r>
            <a:r>
              <a:rPr lang="it-IT" sz="1100" dirty="0">
                <a:solidFill>
                  <a:schemeClr val="bg1"/>
                </a:solidFill>
              </a:rPr>
              <a:t> dB.</a:t>
            </a:r>
          </a:p>
        </p:txBody>
      </p:sp>
    </p:spTree>
    <p:extLst>
      <p:ext uri="{BB962C8B-B14F-4D97-AF65-F5344CB8AC3E}">
        <p14:creationId xmlns:p14="http://schemas.microsoft.com/office/powerpoint/2010/main" val="1696233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040" y="196515"/>
            <a:ext cx="497041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– Principal Component Analysis 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09006" y="1163302"/>
            <a:ext cx="4206240" cy="2020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09006" y="1163302"/>
            <a:ext cx="4206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300446" y="116330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per Analisi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1886" y="171194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97726" y="171194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X ∈ ℝᴺˣᵈ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1886" y="209599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97726" y="209599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Proiezione X_PCA ∈ ℝᴺˣᵏ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1886" y="248003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97726" y="248003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latente condivisa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1886" y="286408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Garanzia: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97726" y="286408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Direzioni a varianza max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584448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320040" y="3584448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0292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≡ PCA su dati centrati: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931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UΣVᵀ  </a:t>
            </a: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 </a:t>
            </a: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(1/(N−1)) VΣ²Vᵀ   </a:t>
            </a: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le colonne di V sono simultaneamente right singular vectors di X̃ e autovettori di C  con  </a:t>
            </a:r>
            <a:r>
              <a:rPr lang="en-US" sz="9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λᵢ = σᵢ²/(N−1)</a:t>
            </a:r>
            <a:endParaRPr lang="en-US" sz="950" b="1" dirty="0">
              <a:solidFill>
                <a:srgbClr val="0D1B4B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8604" y="4455142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323306" y="4436854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256²→65536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44250" y="4518007"/>
            <a:ext cx="229465" cy="22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877786" y="4451985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1877786" y="4436854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ℝᴺˣᵈ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04326" y="4499011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61369" y="4446215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461369" y="4421178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 = X − X̄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87104" y="4507992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055326" y="4420144"/>
            <a:ext cx="111687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5055326" y="4406265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86584" y="4492562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610382" y="4440827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610382" y="4434840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X·Vₖ</a:t>
            </a:r>
            <a:endParaRPr lang="en-US" sz="900" dirty="0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ED13426B-0841-3BA3-18AA-9CA144E85492}"/>
              </a:ext>
            </a:extLst>
          </p:cNvPr>
          <p:cNvSpPr/>
          <p:nvPr/>
        </p:nvSpPr>
        <p:spPr>
          <a:xfrm>
            <a:off x="7969944" y="4452202"/>
            <a:ext cx="1116874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86CBBE57-7A49-9818-C190-9CB3D48397C2}"/>
              </a:ext>
            </a:extLst>
          </p:cNvPr>
          <p:cNvSpPr/>
          <p:nvPr/>
        </p:nvSpPr>
        <p:spPr>
          <a:xfrm>
            <a:off x="7924800" y="4446215"/>
            <a:ext cx="11168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Classfication</a:t>
            </a:r>
            <a:b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1E4252B3-FE8F-681D-B3D3-084842C18162}"/>
              </a:ext>
            </a:extLst>
          </p:cNvPr>
          <p:cNvSpPr/>
          <p:nvPr/>
        </p:nvSpPr>
        <p:spPr>
          <a:xfrm>
            <a:off x="7794619" y="4518605"/>
            <a:ext cx="98548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17ECDCB7-4D90-9FC7-8E17-28744785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66" y="1592572"/>
            <a:ext cx="4582962" cy="288146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B8AEB774-802C-A39E-D307-BE3E72FDF92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0866B2-AF90-1CA4-525F-41E4BC736746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3005E5F-9B50-FEC6-5361-86C6D3C2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776" y="1586797"/>
            <a:ext cx="3804556" cy="1162601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A40446BE-04B7-C200-8C8C-EAF87D0D2DB4}"/>
              </a:ext>
            </a:extLst>
          </p:cNvPr>
          <p:cNvSpPr/>
          <p:nvPr/>
        </p:nvSpPr>
        <p:spPr>
          <a:xfrm>
            <a:off x="365760" y="148257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b="1" dirty="0">
                <a:solidFill>
                  <a:schemeClr val="bg1"/>
                </a:solidFill>
              </a:rPr>
              <a:t>PCA -- Riduzione Dimensionale sul Dataset: Implementazione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5180A067-EC8C-5AE6-E204-2D14688E0B83}"/>
              </a:ext>
            </a:extLst>
          </p:cNvPr>
          <p:cNvSpPr/>
          <p:nvPr/>
        </p:nvSpPr>
        <p:spPr>
          <a:xfrm>
            <a:off x="129466" y="1205055"/>
            <a:ext cx="4582962" cy="3840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1B561D4F-FA10-4007-36F2-B913EB68A8CF}"/>
              </a:ext>
            </a:extLst>
          </p:cNvPr>
          <p:cNvSpPr/>
          <p:nvPr/>
        </p:nvSpPr>
        <p:spPr>
          <a:xfrm>
            <a:off x="4888776" y="1202749"/>
            <a:ext cx="3804555" cy="38404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3A1C5DC1-04D7-C368-2DFC-7B956C2406EB}"/>
              </a:ext>
            </a:extLst>
          </p:cNvPr>
          <p:cNvSpPr/>
          <p:nvPr/>
        </p:nvSpPr>
        <p:spPr>
          <a:xfrm>
            <a:off x="209006" y="1208524"/>
            <a:ext cx="1181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pca_engine.py</a:t>
            </a:r>
            <a:endParaRPr lang="en-US" sz="11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5172C9F-A163-13F3-8802-B846F8CD132F}"/>
              </a:ext>
            </a:extLst>
          </p:cNvPr>
          <p:cNvSpPr/>
          <p:nvPr/>
        </p:nvSpPr>
        <p:spPr>
          <a:xfrm>
            <a:off x="4946508" y="1208524"/>
            <a:ext cx="28542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</a:rPr>
              <a:t>medical_image_svd_pca.ipynb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24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Spiegata &amp; Qualità di Ricostruzione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— Varianza Cumulativa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varianza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38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1–2 componenti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02920" y="2350008"/>
            <a:ext cx="64008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varianza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596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2-3 componenti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08376"/>
            <a:ext cx="3703320" cy="502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02920" y="3008376"/>
            <a:ext cx="64008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5800" y="3054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varianza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552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5-20 componenti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76472"/>
            <a:ext cx="3703320" cy="685800"/>
          </a:xfrm>
          <a:prstGeom prst="rect">
            <a:avLst/>
          </a:prstGeom>
          <a:solidFill>
            <a:srgbClr val="EFF9F6"/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94360" y="38313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a basso rango universale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dell'energia è in 1–3 componenti in tutte le classi. Alta correlazione spaziale nelle radiografie.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42519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MSE &amp; PSNR vs 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17190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decade rapidamente fino a k≈20–30, poi stabilizza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176272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754880" y="2249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cresce logaritmicamente — elbow a k≈20–50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706624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754880" y="27797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&amp; Normal: MSE più alto a basso k (struttura complessa)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236976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54880" y="33101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Pneumonia &amp; TBC: più comprimibili (rango inferiore)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767328"/>
            <a:ext cx="37947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754880" y="38404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ottimale: k=20 → 15.7% dati, PSNR &gt; 32 dB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Proiezione 2D &amp; Eigen-X-rays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1846" y="109728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71846" y="1097280"/>
            <a:ext cx="64008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54726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Eigen-X-rays — Interpretazione Clinica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369180"/>
              </p:ext>
            </p:extLst>
          </p:nvPr>
        </p:nvGraphicFramePr>
        <p:xfrm>
          <a:off x="163286" y="1719072"/>
          <a:ext cx="3931920" cy="288036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Interpretazione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Contrasto globale — chiaro vs scuro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Simmetria laterale — sin. vs destra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mediastinico — zona centrale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Strutture costali — griglia costale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Dettagli campi polmonari e apici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PC6–10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1.6–3.8%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Diaframma, dettagli fini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7BA302D1-EAB0-0783-6396-9004A945ECF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FD2E733-D136-3921-6560-1757E5B897B9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1A08071-47CE-278A-95A1-FD751F139B38}"/>
              </a:ext>
            </a:extLst>
          </p:cNvPr>
          <p:cNvSpPr/>
          <p:nvPr/>
        </p:nvSpPr>
        <p:spPr>
          <a:xfrm>
            <a:off x="365760" y="148257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visivi</a:t>
            </a:r>
            <a:endParaRPr lang="en-US" sz="2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7F6EA59-22CF-6AC0-0374-88427E3180B2}"/>
              </a:ext>
            </a:extLst>
          </p:cNvPr>
          <p:cNvSpPr txBox="1"/>
          <p:nvPr/>
        </p:nvSpPr>
        <p:spPr>
          <a:xfrm>
            <a:off x="6162404" y="1354309"/>
            <a:ext cx="27399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dirty="0">
                <a:solidFill>
                  <a:srgbClr val="0D1B4B"/>
                </a:solidFill>
              </a:rPr>
              <a:t>La </a:t>
            </a:r>
            <a:r>
              <a:rPr lang="it-IT" sz="1050" b="1" dirty="0">
                <a:solidFill>
                  <a:srgbClr val="0D1B4B"/>
                </a:solidFill>
              </a:rPr>
              <a:t>PCA</a:t>
            </a:r>
            <a:r>
              <a:rPr lang="it-IT" sz="1050" dirty="0">
                <a:solidFill>
                  <a:srgbClr val="0D1B4B"/>
                </a:solidFill>
              </a:rPr>
              <a:t> proietta i </a:t>
            </a:r>
            <a:r>
              <a:rPr lang="it-IT" sz="1050" b="1" dirty="0">
                <a:solidFill>
                  <a:srgbClr val="0D1B4B"/>
                </a:solidFill>
              </a:rPr>
              <a:t>65.536</a:t>
            </a:r>
            <a:r>
              <a:rPr lang="it-IT" sz="1050" dirty="0">
                <a:solidFill>
                  <a:srgbClr val="0D1B4B"/>
                </a:solidFill>
              </a:rPr>
              <a:t> pixel in sole 2 dimensioni (PC1, PC2) coprendo già il </a:t>
            </a:r>
            <a:r>
              <a:rPr lang="it-IT" sz="1050" b="1" dirty="0">
                <a:solidFill>
                  <a:srgbClr val="0D1B4B"/>
                </a:solidFill>
              </a:rPr>
              <a:t>41% </a:t>
            </a:r>
            <a:r>
              <a:rPr lang="it-IT" sz="1050" dirty="0">
                <a:solidFill>
                  <a:srgbClr val="0D1B4B"/>
                </a:solidFill>
              </a:rPr>
              <a:t>dell'informazione totale del dataset.</a:t>
            </a:r>
            <a:br>
              <a:rPr lang="it-IT" sz="1050" dirty="0">
                <a:solidFill>
                  <a:srgbClr val="0D1B4B"/>
                </a:solidFill>
              </a:rPr>
            </a:br>
            <a:br>
              <a:rPr lang="it-IT" sz="1050" dirty="0">
                <a:solidFill>
                  <a:srgbClr val="0D1B4B"/>
                </a:solidFill>
              </a:rPr>
            </a:br>
            <a:endParaRPr lang="it-IT" sz="1050" dirty="0">
              <a:solidFill>
                <a:srgbClr val="0D1B4B"/>
              </a:solidFill>
            </a:endParaRPr>
          </a:p>
          <a:p>
            <a:r>
              <a:rPr lang="it-IT" sz="1050" b="1" dirty="0">
                <a:solidFill>
                  <a:srgbClr val="0D1B4B"/>
                </a:solidFill>
              </a:rPr>
              <a:t>Separabilità Naturale: </a:t>
            </a:r>
            <a:r>
              <a:rPr lang="it-IT" sz="1050" dirty="0">
                <a:solidFill>
                  <a:srgbClr val="0D1B4B"/>
                </a:solidFill>
              </a:rPr>
              <a:t>Senza supervisione, </a:t>
            </a:r>
          </a:p>
          <a:p>
            <a:r>
              <a:rPr lang="it-IT" sz="1050" dirty="0">
                <a:solidFill>
                  <a:srgbClr val="0D1B4B"/>
                </a:solidFill>
              </a:rPr>
              <a:t>l'algoritmo separa parzialmente le patologie: </a:t>
            </a:r>
            <a:r>
              <a:rPr lang="it-IT" sz="1050" b="1" dirty="0">
                <a:solidFill>
                  <a:srgbClr val="0D1B4B"/>
                </a:solidFill>
              </a:rPr>
              <a:t>Pneumonia</a:t>
            </a:r>
            <a:r>
              <a:rPr lang="it-IT" sz="1050" dirty="0">
                <a:solidFill>
                  <a:srgbClr val="0D1B4B"/>
                </a:solidFill>
              </a:rPr>
              <a:t> e </a:t>
            </a:r>
            <a:r>
              <a:rPr lang="it-IT" sz="1050" b="1" dirty="0" err="1">
                <a:solidFill>
                  <a:srgbClr val="0D1B4B"/>
                </a:solidFill>
              </a:rPr>
              <a:t>Normal</a:t>
            </a:r>
            <a:r>
              <a:rPr lang="it-IT" sz="1050" dirty="0">
                <a:solidFill>
                  <a:srgbClr val="0D1B4B"/>
                </a:solidFill>
              </a:rPr>
              <a:t> tendono a raggrupparsi a sinistra (PC1 &lt; 0), mentre </a:t>
            </a:r>
            <a:r>
              <a:rPr lang="it-IT" sz="1050" b="1" dirty="0">
                <a:solidFill>
                  <a:srgbClr val="0D1B4B"/>
                </a:solidFill>
              </a:rPr>
              <a:t>COVID-19</a:t>
            </a:r>
            <a:r>
              <a:rPr lang="it-IT" sz="1050" dirty="0">
                <a:solidFill>
                  <a:srgbClr val="0D1B4B"/>
                </a:solidFill>
              </a:rPr>
              <a:t> e </a:t>
            </a:r>
            <a:r>
              <a:rPr lang="it-IT" sz="1050" b="1" dirty="0" err="1">
                <a:solidFill>
                  <a:srgbClr val="0D1B4B"/>
                </a:solidFill>
              </a:rPr>
              <a:t>Tuberculosis</a:t>
            </a:r>
            <a:r>
              <a:rPr lang="it-IT" sz="1050" dirty="0">
                <a:solidFill>
                  <a:srgbClr val="0D1B4B"/>
                </a:solidFill>
              </a:rPr>
              <a:t> a destra (PC1 &gt; 0).</a:t>
            </a:r>
          </a:p>
          <a:p>
            <a:endParaRPr lang="it-IT" sz="1050" dirty="0">
              <a:solidFill>
                <a:srgbClr val="0D1B4B"/>
              </a:solidFill>
            </a:endParaRPr>
          </a:p>
          <a:p>
            <a:br>
              <a:rPr lang="it-IT" sz="1050" dirty="0">
                <a:solidFill>
                  <a:srgbClr val="0D1B4B"/>
                </a:solidFill>
              </a:rPr>
            </a:br>
            <a:r>
              <a:rPr lang="it-IT" sz="1050" b="1" dirty="0">
                <a:solidFill>
                  <a:srgbClr val="0D1B4B"/>
                </a:solidFill>
              </a:rPr>
              <a:t>SVD/PCA </a:t>
            </a:r>
            <a:r>
              <a:rPr lang="it-IT" sz="1050" dirty="0">
                <a:solidFill>
                  <a:srgbClr val="0D1B4B"/>
                </a:solidFill>
              </a:rPr>
              <a:t>raggruppano le patologie, ma la sovrapposizione residua dimostra la necessità di usare un </a:t>
            </a:r>
            <a:r>
              <a:rPr lang="it-IT" sz="1050" b="1" dirty="0">
                <a:solidFill>
                  <a:srgbClr val="0D1B4B"/>
                </a:solidFill>
              </a:rPr>
              <a:t>classificatore</a:t>
            </a:r>
            <a:r>
              <a:rPr lang="it-IT" sz="1050" dirty="0">
                <a:solidFill>
                  <a:srgbClr val="0D1B4B"/>
                </a:solidFill>
              </a:rPr>
              <a:t> strutturato sui dati PCA.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F6409AC-F0C2-C5C6-8FDD-CE9FFB9E4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" y="987157"/>
            <a:ext cx="5326872" cy="1928966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A831717-8C00-E1E9-92CB-F70C276A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2911760"/>
            <a:ext cx="5646420" cy="223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43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036F95-9DC7-1B21-00CA-6439795710D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79FB2E-6F06-D8A9-93C6-D4FD62960CB3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D2CAC9E-B56E-F7B3-69EB-29ADA9BF203E}"/>
              </a:ext>
            </a:extLst>
          </p:cNvPr>
          <p:cNvSpPr txBox="1"/>
          <p:nvPr/>
        </p:nvSpPr>
        <p:spPr>
          <a:xfrm>
            <a:off x="277585" y="271163"/>
            <a:ext cx="6064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Il Test Diagnostico </a:t>
            </a:r>
            <a:r>
              <a:rPr lang="it-IT" b="1" dirty="0">
                <a:solidFill>
                  <a:schemeClr val="bg1"/>
                </a:solidFill>
              </a:rPr>
              <a:t>- Classificazione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7DEAE06-D777-F62E-A8B3-167CAB4AAE2B}"/>
              </a:ext>
            </a:extLst>
          </p:cNvPr>
          <p:cNvSpPr txBox="1"/>
          <p:nvPr/>
        </p:nvSpPr>
        <p:spPr>
          <a:xfrm>
            <a:off x="190717" y="1425282"/>
            <a:ext cx="4159214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Obiettivo</a:t>
            </a:r>
            <a:r>
              <a:rPr lang="it-IT" sz="1100" dirty="0">
                <a:solidFill>
                  <a:srgbClr val="0D1B4B"/>
                </a:solidFill>
              </a:rPr>
              <a:t>: Testare se i pixel compressi (SVD) o estratti (PCA) mantengono la capacità di allertare e diagnosticare la patologia rispetto alle pesanti immagini vergini.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Classificatori a confronto:</a:t>
            </a:r>
            <a:r>
              <a:rPr lang="it-IT" sz="1100" dirty="0">
                <a:solidFill>
                  <a:srgbClr val="0D1B4B"/>
                </a:solidFill>
              </a:rPr>
              <a:t> Adottata </a:t>
            </a:r>
            <a:r>
              <a:rPr lang="it-IT" sz="1100" b="1" dirty="0" err="1">
                <a:solidFill>
                  <a:srgbClr val="0D1B4B"/>
                </a:solidFill>
              </a:rPr>
              <a:t>Logistic</a:t>
            </a:r>
            <a:r>
              <a:rPr lang="it-IT" sz="1100" b="1" dirty="0">
                <a:solidFill>
                  <a:srgbClr val="0D1B4B"/>
                </a:solidFill>
              </a:rPr>
              <a:t> </a:t>
            </a:r>
            <a:r>
              <a:rPr lang="it-IT" sz="1100" b="1" dirty="0" err="1">
                <a:solidFill>
                  <a:srgbClr val="0D1B4B"/>
                </a:solidFill>
              </a:rPr>
              <a:t>Regression</a:t>
            </a:r>
            <a:r>
              <a:rPr lang="it-IT" sz="1100" dirty="0">
                <a:solidFill>
                  <a:srgbClr val="0D1B4B"/>
                </a:solidFill>
              </a:rPr>
              <a:t> (lineare globale) in competizione con il </a:t>
            </a:r>
            <a:r>
              <a:rPr lang="it-IT" sz="1100" b="1" dirty="0">
                <a:solidFill>
                  <a:srgbClr val="0D1B4B"/>
                </a:solidFill>
              </a:rPr>
              <a:t>KNN</a:t>
            </a:r>
            <a:r>
              <a:rPr lang="it-IT" sz="1100" dirty="0">
                <a:solidFill>
                  <a:srgbClr val="0D1B4B"/>
                </a:solidFill>
              </a:rPr>
              <a:t> (basato puramente sulla distanza inter-pixel locale).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Prevenzione del Data Leakage:</a:t>
            </a:r>
            <a:r>
              <a:rPr lang="it-IT" sz="1100" dirty="0">
                <a:solidFill>
                  <a:srgbClr val="0D1B4B"/>
                </a:solidFill>
              </a:rPr>
              <a:t> Per proteggere i dati futuri, la standardizzazione e l'estrazione PCA passano per una Pipeline, incrociata con una </a:t>
            </a:r>
            <a:r>
              <a:rPr lang="it-IT" sz="1100" i="1" dirty="0" err="1">
                <a:solidFill>
                  <a:srgbClr val="0D1B4B"/>
                </a:solidFill>
              </a:rPr>
              <a:t>Stratified</a:t>
            </a:r>
            <a:r>
              <a:rPr lang="it-IT" sz="1100" i="1" dirty="0">
                <a:solidFill>
                  <a:srgbClr val="0D1B4B"/>
                </a:solidFill>
              </a:rPr>
              <a:t> 5-Fold Cross-</a:t>
            </a:r>
            <a:r>
              <a:rPr lang="it-IT" sz="1100" i="1" dirty="0" err="1">
                <a:solidFill>
                  <a:srgbClr val="0D1B4B"/>
                </a:solidFill>
              </a:rPr>
              <a:t>Validation</a:t>
            </a:r>
            <a:r>
              <a:rPr lang="it-IT" sz="1100" dirty="0">
                <a:solidFill>
                  <a:srgbClr val="0D1B4B"/>
                </a:solidFill>
              </a:rPr>
              <a:t>, isolando il test dai </a:t>
            </a:r>
            <a:r>
              <a:rPr lang="it-IT" sz="1100" dirty="0" err="1">
                <a:solidFill>
                  <a:srgbClr val="0D1B4B"/>
                </a:solidFill>
              </a:rPr>
              <a:t>pre</a:t>
            </a:r>
            <a:r>
              <a:rPr lang="it-IT" sz="1100" dirty="0">
                <a:solidFill>
                  <a:srgbClr val="0D1B4B"/>
                </a:solidFill>
              </a:rPr>
              <a:t>-calcoli.</a:t>
            </a:r>
          </a:p>
          <a:p>
            <a:endParaRPr lang="it-IT" sz="1100" dirty="0">
              <a:solidFill>
                <a:srgbClr val="0D1B4B"/>
              </a:solidFill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342F60CC-600D-32FA-CA49-4BC664D04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786" y="1113311"/>
            <a:ext cx="4159214" cy="154070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2C5A04A4-08EE-7AE2-8FB4-A4EC79F6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785" y="2795320"/>
            <a:ext cx="3814483" cy="228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94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496309-F813-1DCE-31D0-BC00DABA379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2DF36D-3B7F-EA81-52D4-C529E4A9683F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1634BB2-007E-3458-B755-F7795B48C508}"/>
              </a:ext>
            </a:extLst>
          </p:cNvPr>
          <p:cNvSpPr txBox="1"/>
          <p:nvPr/>
        </p:nvSpPr>
        <p:spPr>
          <a:xfrm>
            <a:off x="277585" y="271163"/>
            <a:ext cx="6064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Risultati classificazione – Sorpasso della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logistic</a:t>
            </a:r>
            <a:r>
              <a:rPr lang="it-IT" b="1" i="0" dirty="0">
                <a:solidFill>
                  <a:schemeClr val="bg1"/>
                </a:solidFill>
                <a:effectLst/>
              </a:rPr>
              <a:t>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regression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455F129-85E0-1F73-19F4-561234045984}"/>
              </a:ext>
            </a:extLst>
          </p:cNvPr>
          <p:cNvSpPr txBox="1"/>
          <p:nvPr/>
        </p:nvSpPr>
        <p:spPr>
          <a:xfrm>
            <a:off x="0" y="1375261"/>
            <a:ext cx="89545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Sconfitta della Maledizione della Dimensionalità</a:t>
            </a:r>
            <a:r>
              <a:rPr lang="it-IT" sz="1100" dirty="0">
                <a:solidFill>
                  <a:srgbClr val="0D1B4B"/>
                </a:solidFill>
              </a:rPr>
              <a:t>: Il KNN collassa all'80% sui pixel grezzi a causa del rumore euclideo. La </a:t>
            </a:r>
            <a:r>
              <a:rPr lang="it-IT" sz="1100" dirty="0" err="1">
                <a:solidFill>
                  <a:srgbClr val="0D1B4B"/>
                </a:solidFill>
              </a:rPr>
              <a:t>Logistic</a:t>
            </a:r>
            <a:r>
              <a:rPr lang="it-IT" sz="1100" dirty="0">
                <a:solidFill>
                  <a:srgbClr val="0D1B4B"/>
                </a:solidFill>
              </a:rPr>
              <a:t> </a:t>
            </a:r>
            <a:r>
              <a:rPr lang="it-IT" sz="1100" dirty="0" err="1">
                <a:solidFill>
                  <a:srgbClr val="0D1B4B"/>
                </a:solidFill>
              </a:rPr>
              <a:t>Regression</a:t>
            </a:r>
            <a:r>
              <a:rPr lang="it-IT" sz="1100" dirty="0">
                <a:solidFill>
                  <a:srgbClr val="0D1B4B"/>
                </a:solidFill>
              </a:rPr>
              <a:t> ottiene invece una base </a:t>
            </a:r>
            <a:r>
              <a:rPr lang="it-IT" sz="1100" b="1" dirty="0">
                <a:solidFill>
                  <a:srgbClr val="0D1B4B"/>
                </a:solidFill>
              </a:rPr>
              <a:t>dell'85.1%, </a:t>
            </a:r>
            <a:r>
              <a:rPr lang="it-IT" sz="1100" dirty="0">
                <a:solidFill>
                  <a:srgbClr val="0D1B4B"/>
                </a:solidFill>
              </a:rPr>
              <a:t>azzerando il peso dei pixel irrilevanti.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SVD come </a:t>
            </a:r>
            <a:r>
              <a:rPr lang="it-IT" sz="1100" b="1" dirty="0" err="1">
                <a:solidFill>
                  <a:srgbClr val="0D1B4B"/>
                </a:solidFill>
              </a:rPr>
              <a:t>Denoiser</a:t>
            </a:r>
            <a:r>
              <a:rPr lang="it-IT" sz="1100" b="1" dirty="0">
                <a:solidFill>
                  <a:srgbClr val="0D1B4B"/>
                </a:solidFill>
              </a:rPr>
              <a:t> </a:t>
            </a:r>
            <a:r>
              <a:rPr lang="it-IT" sz="1100" dirty="0">
                <a:solidFill>
                  <a:srgbClr val="0D1B4B"/>
                </a:solidFill>
              </a:rPr>
              <a:t>(Grafico Sinistra): All'estrema compressione (k=10), l'accuratezza sale </a:t>
            </a:r>
            <a:r>
              <a:rPr lang="it-IT" sz="1100" b="1" dirty="0">
                <a:solidFill>
                  <a:srgbClr val="0D1B4B"/>
                </a:solidFill>
              </a:rPr>
              <a:t>all'85.7%</a:t>
            </a:r>
            <a:r>
              <a:rPr lang="it-IT" sz="1100" dirty="0">
                <a:solidFill>
                  <a:srgbClr val="0D1B4B"/>
                </a:solidFill>
              </a:rPr>
              <a:t>. Togliere l'informazione di bordo migliora in realtà il rilevamento malati.</a:t>
            </a:r>
          </a:p>
          <a:p>
            <a:endParaRPr lang="it-IT" sz="1100" dirty="0">
              <a:solidFill>
                <a:srgbClr val="0D1B4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100" b="1" dirty="0">
                <a:solidFill>
                  <a:srgbClr val="0D1B4B"/>
                </a:solidFill>
              </a:rPr>
              <a:t> PCA come Super-Estrattore </a:t>
            </a:r>
            <a:r>
              <a:rPr lang="it-IT" sz="1100" dirty="0">
                <a:solidFill>
                  <a:srgbClr val="0D1B4B"/>
                </a:solidFill>
              </a:rPr>
              <a:t>(Grafico Destra): Fornendo solo 150 feature PCA, la Regressione Logistica sfonda </a:t>
            </a:r>
            <a:r>
              <a:rPr lang="it-IT" sz="1100" b="1" dirty="0">
                <a:solidFill>
                  <a:srgbClr val="0D1B4B"/>
                </a:solidFill>
              </a:rPr>
              <a:t>l'86.1%</a:t>
            </a:r>
            <a:r>
              <a:rPr lang="it-IT" sz="1100" dirty="0">
                <a:solidFill>
                  <a:srgbClr val="0D1B4B"/>
                </a:solidFill>
              </a:rPr>
              <a:t> validando che quasi tutta la patologia risiede nella massima varianza.</a:t>
            </a:r>
          </a:p>
        </p:txBody>
      </p:sp>
    </p:spTree>
    <p:extLst>
      <p:ext uri="{BB962C8B-B14F-4D97-AF65-F5344CB8AC3E}">
        <p14:creationId xmlns:p14="http://schemas.microsoft.com/office/powerpoint/2010/main" val="2128440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2240BD-CB6D-BFC3-D33E-6B23BCEF590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70FCA0-7625-EFDD-E1EC-D56A02B734F7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F4725FF-2718-823C-3616-65E57C7D3BF1}"/>
              </a:ext>
            </a:extLst>
          </p:cNvPr>
          <p:cNvSpPr txBox="1"/>
          <p:nvPr/>
        </p:nvSpPr>
        <p:spPr>
          <a:xfrm>
            <a:off x="427808" y="260385"/>
            <a:ext cx="715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1 Risultati classificazione –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Confusion</a:t>
            </a:r>
            <a:r>
              <a:rPr lang="it-IT" b="1" i="0" dirty="0">
                <a:solidFill>
                  <a:schemeClr val="bg1"/>
                </a:solidFill>
                <a:effectLst/>
              </a:rPr>
              <a:t> Matrix: KNN vs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Logistic</a:t>
            </a:r>
            <a:r>
              <a:rPr lang="it-IT" b="1" i="0" dirty="0">
                <a:solidFill>
                  <a:schemeClr val="bg1"/>
                </a:solidFill>
                <a:effectLst/>
              </a:rPr>
              <a:t>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Regression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4DA4006-0CA5-F4D8-B655-4C12FA0E6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" y="1029129"/>
            <a:ext cx="9107581" cy="173953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1DE5ECC-9B70-5E5E-CD04-DF94D095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10" y="2943840"/>
            <a:ext cx="9125790" cy="17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39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FE98-4B01-9FB6-6957-5095A78B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502037-6B5A-8A93-851C-7A86276C25E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B3798C-50D5-8E8F-2C43-DAE3883464A1}"/>
              </a:ext>
            </a:extLst>
          </p:cNvPr>
          <p:cNvSpPr/>
          <p:nvPr/>
        </p:nvSpPr>
        <p:spPr>
          <a:xfrm>
            <a:off x="0" y="911657"/>
            <a:ext cx="9144000" cy="603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805FC3C-AE29-A1AF-AA5A-D211D2A9FB1F}"/>
              </a:ext>
            </a:extLst>
          </p:cNvPr>
          <p:cNvSpPr txBox="1"/>
          <p:nvPr/>
        </p:nvSpPr>
        <p:spPr>
          <a:xfrm>
            <a:off x="277585" y="271163"/>
            <a:ext cx="7155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b="1" i="0" dirty="0">
                <a:solidFill>
                  <a:schemeClr val="bg1"/>
                </a:solidFill>
                <a:effectLst/>
              </a:rPr>
              <a:t>2 Risultati classificazione -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Confusion</a:t>
            </a:r>
            <a:r>
              <a:rPr lang="it-IT" b="1" i="0" dirty="0">
                <a:solidFill>
                  <a:schemeClr val="bg1"/>
                </a:solidFill>
                <a:effectLst/>
              </a:rPr>
              <a:t> Matrix: KNN vs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Logistic</a:t>
            </a:r>
            <a:r>
              <a:rPr lang="it-IT" b="1" i="0" dirty="0">
                <a:solidFill>
                  <a:schemeClr val="bg1"/>
                </a:solidFill>
                <a:effectLst/>
              </a:rPr>
              <a:t> </a:t>
            </a:r>
            <a:r>
              <a:rPr lang="it-IT" b="1" i="0" dirty="0" err="1">
                <a:solidFill>
                  <a:schemeClr val="bg1"/>
                </a:solidFill>
                <a:effectLst/>
              </a:rPr>
              <a:t>Regression</a:t>
            </a:r>
            <a:endParaRPr lang="it-IT" b="1" i="0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BD7391B-1482-FB49-9D57-40679CD7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143" y="972007"/>
            <a:ext cx="6341713" cy="418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85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considerazioni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1170432"/>
          </a:xfrm>
          <a:prstGeom prst="rect">
            <a:avLst/>
          </a:prstGeom>
          <a:solidFill>
            <a:srgbClr val="112040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8595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radiografie toraciche presentano una struttura universale a Rango Estremamente Basso.</a:t>
            </a:r>
          </a:p>
          <a:p>
            <a:pPr marL="0" indent="0">
              <a:buNone/>
            </a:pPr>
            <a:r>
              <a:rPr lang="it-IT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Meno del 15% dello spazio di memoria allocato, il Teorema di Eckart-Young garantisce l'usabilità qualitativa costante (PSNR &gt; 30 dB).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30552"/>
            <a:ext cx="8503920" cy="1170432"/>
          </a:xfrm>
          <a:prstGeom prst="rect">
            <a:avLst/>
          </a:prstGeom>
          <a:solidFill>
            <a:srgbClr val="11204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scomposizione dello spazio (</a:t>
            </a:r>
            <a:r>
              <a:rPr lang="it-IT" sz="105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</a:t>
            </a: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modella geologicamente l'anatomia polmonare senza alcuna preistruzione neurale/biologica.</a:t>
            </a:r>
          </a:p>
          <a:p>
            <a:pPr marL="0" indent="0">
              <a:buNone/>
            </a:pP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livello computazionale, il mapping delle patologie polmonari si conferma linearmente separabile, sfavorendo approcci inerziali euclidei (come il KNN) in favore di iperpiani parametrici (</a:t>
            </a:r>
            <a:r>
              <a:rPr lang="it-IT" sz="105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it-IT" sz="1050" dirty="0" err="1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r>
              <a:rPr lang="it-IT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L'informazione "malata", in sintesi, risiede nel pattern espanso.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675888"/>
          <a:ext cx="8503920" cy="11887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Evidenza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SVD comprime efficacemente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k=20 → 15.7% dati, PSNR&gt;32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Struttura a basso rango universale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 varianza in k=1–3 per tutte le classi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Eigen-X-rays clinicamente interpretabili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PC1=contrasto, PC2=simmetria, PC3=mediastino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PCA: separabilità parziale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COVID-19/TBC vs Normal/Pneumonia su PC1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 &amp; Possibili Estensioni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605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sbilanciato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ha 4× più campioni di COVID-19 → possibile bias PCA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20040" y="2432304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Downscaling aggressivo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1678→256 px: dettagli fini diagnosticamente rilevanti persi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369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3236976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pixel-wise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MSE/PSNR non misurano qualità percettiva/clinica diretta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0416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64008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non supervisionata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 varianza globale, non separabilità inter-classe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09728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93776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 Estensioni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62763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4800600" y="1627632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4983480" y="1682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vs SVD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19568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a parità di compression ratio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43230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4800600" y="2432304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9834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errore spaziale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2761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 concentra l'errore anatomicamente?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23697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4800600" y="3236976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9834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non lineare per confini più netti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04164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4800600" y="4041648"/>
            <a:ext cx="6400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98348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supervisionata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Massimizza separabilità diagnostica direttamente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1CEE74-A20D-41C5-BA8D-EB25E6DD089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3153610-0a4d-4ee1-82c9-fb5dcfc82a7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367</TotalTime>
  <Words>1691</Words>
  <Application>Microsoft Office PowerPoint</Application>
  <PresentationFormat>Presentazione su schermo (16:9)</PresentationFormat>
  <Paragraphs>243</Paragraphs>
  <Slides>20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SVD e PCA per l'Analisi di Immagini Mediche</dc:title>
  <dc:subject>PptxGenJS Presentation</dc:subject>
  <dc:creator>Andrea Patruno</dc:creator>
  <cp:lastModifiedBy>PATRUNO ANDREA</cp:lastModifiedBy>
  <cp:revision>2</cp:revision>
  <dcterms:created xsi:type="dcterms:W3CDTF">2026-04-10T10:38:47Z</dcterms:created>
  <dcterms:modified xsi:type="dcterms:W3CDTF">2026-04-14T12:29:43Z</dcterms:modified>
</cp:coreProperties>
</file>